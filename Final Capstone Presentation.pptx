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13"/>
  </p:notesMasterIdLst>
  <p:sldIdLst>
    <p:sldId id="256" r:id="rId2"/>
    <p:sldId id="312" r:id="rId3"/>
    <p:sldId id="313" r:id="rId4"/>
    <p:sldId id="314" r:id="rId5"/>
    <p:sldId id="317" r:id="rId6"/>
    <p:sldId id="318" r:id="rId7"/>
    <p:sldId id="320" r:id="rId8"/>
    <p:sldId id="319" r:id="rId9"/>
    <p:sldId id="321" r:id="rId10"/>
    <p:sldId id="322" r:id="rId11"/>
    <p:sldId id="324" r:id="rId12"/>
  </p:sldIdLst>
  <p:sldSz cx="9144000" cy="5143500" type="screen16x9"/>
  <p:notesSz cx="7315200" cy="9601200"/>
  <p:embeddedFontLst>
    <p:embeddedFont>
      <p:font typeface="Kumbh Sans" panose="020B0604020202020204" charset="0"/>
      <p:regular r:id="rId14"/>
      <p:bold r:id="rId15"/>
    </p:embeddedFont>
    <p:embeddedFont>
      <p:font typeface="Nunito Light" pitchFamily="2" charset="0"/>
      <p:regular r:id="rId16"/>
      <p:italic r:id="rId17"/>
    </p:embeddedFont>
    <p:embeddedFont>
      <p:font typeface="Paytone One" panose="020B0604020202020204" charset="0"/>
      <p:regular r:id="rId18"/>
    </p:embeddedFont>
    <p:embeddedFont>
      <p:font typeface="Roboto" panose="02000000000000000000"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68FE3B-155A-4294-9F79-779377D4F765}" v="1" dt="2026-05-07T19:50:31.872"/>
  </p1510:revLst>
</p1510:revInfo>
</file>

<file path=ppt/tableStyles.xml><?xml version="1.0" encoding="utf-8"?>
<a:tblStyleLst xmlns:a="http://schemas.openxmlformats.org/drawingml/2006/main" def="{74544D9A-C01B-46CE-A024-BC3DBE3D3C07}">
  <a:tblStyle styleId="{74544D9A-C01B-46CE-A024-BC3DBE3D3C0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EC5779F-2F5C-4B2E-8B96-4ED45C03029B}"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0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31520" y="4560570"/>
            <a:ext cx="5852160" cy="4320540"/>
          </a:xfrm>
          <a:prstGeom prst="rect">
            <a:avLst/>
          </a:prstGeom>
          <a:noFill/>
          <a:ln>
            <a:noFill/>
          </a:ln>
        </p:spPr>
        <p:txBody>
          <a:bodyPr spcFirstLastPara="1" wrap="square" lIns="96645" tIns="96645" rIns="96645" bIns="9664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8"/>
        <p:cNvGrpSpPr/>
        <p:nvPr/>
      </p:nvGrpSpPr>
      <p:grpSpPr>
        <a:xfrm>
          <a:off x="0" y="0"/>
          <a:ext cx="0" cy="0"/>
          <a:chOff x="0" y="0"/>
          <a:chExt cx="0" cy="0"/>
        </a:xfrm>
      </p:grpSpPr>
      <p:sp>
        <p:nvSpPr>
          <p:cNvPr id="2489" name="Google Shape;2489;g4dfce81f19_0_45: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0" name="Google Shape;2490;g4dfce81f19_0_45: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2">
          <a:extLst>
            <a:ext uri="{FF2B5EF4-FFF2-40B4-BE49-F238E27FC236}">
              <a16:creationId xmlns:a16="http://schemas.microsoft.com/office/drawing/2014/main" id="{7AEFCFC7-FC5C-A413-5E2B-EA5CAD68FA34}"/>
            </a:ext>
          </a:extLst>
        </p:cNvPr>
        <p:cNvGrpSpPr/>
        <p:nvPr/>
      </p:nvGrpSpPr>
      <p:grpSpPr>
        <a:xfrm>
          <a:off x="0" y="0"/>
          <a:ext cx="0" cy="0"/>
          <a:chOff x="0" y="0"/>
          <a:chExt cx="0" cy="0"/>
        </a:xfrm>
      </p:grpSpPr>
      <p:sp>
        <p:nvSpPr>
          <p:cNvPr id="4743" name="Google Shape;4743;g54dda1946d_4_2726:notes">
            <a:extLst>
              <a:ext uri="{FF2B5EF4-FFF2-40B4-BE49-F238E27FC236}">
                <a16:creationId xmlns:a16="http://schemas.microsoft.com/office/drawing/2014/main" id="{BAC4F17C-2960-FE2E-8D20-E980BA772B33}"/>
              </a:ext>
            </a:extLst>
          </p:cNvPr>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4" name="Google Shape;4744;g54dda1946d_4_2726:notes">
            <a:extLst>
              <a:ext uri="{FF2B5EF4-FFF2-40B4-BE49-F238E27FC236}">
                <a16:creationId xmlns:a16="http://schemas.microsoft.com/office/drawing/2014/main" id="{D3A58B8F-C9D2-169C-1780-C0B3D40FA198}"/>
              </a:ext>
            </a:extLst>
          </p:cNvPr>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37473194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539500"/>
            <a:ext cx="5120400" cy="17523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rgbClr val="191919"/>
              </a:buClr>
              <a:buSzPts val="5200"/>
              <a:buNone/>
              <a:defRPr sz="4500">
                <a:latin typeface="Paytone One"/>
                <a:ea typeface="Paytone One"/>
                <a:cs typeface="Paytone One"/>
                <a:sym typeface="Paytone On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2291775"/>
            <a:ext cx="2489400" cy="698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solidFill>
                  <a:schemeClr val="dk1"/>
                </a:solidFill>
                <a:latin typeface="Kumbh Sans"/>
                <a:ea typeface="Kumbh Sans"/>
                <a:cs typeface="Kumbh Sans"/>
                <a:sym typeface="Kumbh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lt1"/>
        </a:solidFill>
        <a:effectLst/>
      </p:bgPr>
    </p:bg>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722376" y="445025"/>
            <a:ext cx="7710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atin typeface="Paytone One"/>
                <a:ea typeface="Paytone One"/>
                <a:cs typeface="Paytone One"/>
                <a:sym typeface="Paytone 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 name="Google Shape;17;p4"/>
          <p:cNvSpPr txBox="1">
            <a:spLocks noGrp="1"/>
          </p:cNvSpPr>
          <p:nvPr>
            <p:ph type="body" idx="1"/>
          </p:nvPr>
        </p:nvSpPr>
        <p:spPr>
          <a:xfrm>
            <a:off x="1631250" y="1026700"/>
            <a:ext cx="5881500" cy="4080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Font typeface="Nunito Light"/>
              <a:buChar char="●"/>
              <a:defRPr>
                <a:latin typeface="Kumbh Sans"/>
                <a:ea typeface="Kumbh Sans"/>
                <a:cs typeface="Kumbh Sans"/>
                <a:sym typeface="Kumbh Sans"/>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grpSp>
        <p:nvGrpSpPr>
          <p:cNvPr id="18" name="Google Shape;18;p4"/>
          <p:cNvGrpSpPr/>
          <p:nvPr/>
        </p:nvGrpSpPr>
        <p:grpSpPr>
          <a:xfrm>
            <a:off x="297309" y="228915"/>
            <a:ext cx="246888" cy="246888"/>
            <a:chOff x="4396276" y="3156781"/>
            <a:chExt cx="367777" cy="369040"/>
          </a:xfrm>
        </p:grpSpPr>
        <p:sp>
          <p:nvSpPr>
            <p:cNvPr id="19" name="Google Shape;19;p4"/>
            <p:cNvSpPr/>
            <p:nvPr/>
          </p:nvSpPr>
          <p:spPr>
            <a:xfrm>
              <a:off x="4396276" y="3156781"/>
              <a:ext cx="367777" cy="369040"/>
            </a:xfrm>
            <a:custGeom>
              <a:avLst/>
              <a:gdLst/>
              <a:ahLst/>
              <a:cxnLst/>
              <a:rect l="l" t="t" r="r" b="b"/>
              <a:pathLst>
                <a:path w="2542" h="2551" extrusionOk="0">
                  <a:moveTo>
                    <a:pt x="1275" y="1"/>
                  </a:moveTo>
                  <a:cubicBezTo>
                    <a:pt x="571" y="1"/>
                    <a:pt x="0" y="572"/>
                    <a:pt x="0" y="1276"/>
                  </a:cubicBezTo>
                  <a:cubicBezTo>
                    <a:pt x="0" y="1980"/>
                    <a:pt x="571" y="2551"/>
                    <a:pt x="1275" y="2551"/>
                  </a:cubicBezTo>
                  <a:cubicBezTo>
                    <a:pt x="1972" y="2551"/>
                    <a:pt x="2541" y="1980"/>
                    <a:pt x="2541" y="1276"/>
                  </a:cubicBezTo>
                  <a:cubicBezTo>
                    <a:pt x="2541" y="572"/>
                    <a:pt x="1972" y="1"/>
                    <a:pt x="1275" y="1"/>
                  </a:cubicBezTo>
                  <a:close/>
                </a:path>
              </a:pathLst>
            </a:custGeom>
            <a:solidFill>
              <a:srgbClr val="FFD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a:off x="4396276" y="3156781"/>
              <a:ext cx="183599" cy="369040"/>
            </a:xfrm>
            <a:custGeom>
              <a:avLst/>
              <a:gdLst/>
              <a:ahLst/>
              <a:cxnLst/>
              <a:rect l="l" t="t" r="r" b="b"/>
              <a:pathLst>
                <a:path w="1269" h="2551" extrusionOk="0">
                  <a:moveTo>
                    <a:pt x="1268" y="1"/>
                  </a:moveTo>
                  <a:cubicBezTo>
                    <a:pt x="564" y="8"/>
                    <a:pt x="0" y="572"/>
                    <a:pt x="0" y="1276"/>
                  </a:cubicBezTo>
                  <a:cubicBezTo>
                    <a:pt x="0" y="1980"/>
                    <a:pt x="564" y="2542"/>
                    <a:pt x="1268" y="2551"/>
                  </a:cubicBezTo>
                  <a:cubicBezTo>
                    <a:pt x="1268" y="2542"/>
                    <a:pt x="578" y="1913"/>
                    <a:pt x="578" y="1276"/>
                  </a:cubicBezTo>
                  <a:cubicBezTo>
                    <a:pt x="578" y="639"/>
                    <a:pt x="1268" y="8"/>
                    <a:pt x="1268" y="1"/>
                  </a:cubicBezTo>
                  <a:close/>
                </a:path>
              </a:pathLst>
            </a:custGeom>
            <a:solidFill>
              <a:srgbClr val="FFE9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4"/>
          <p:cNvSpPr/>
          <p:nvPr/>
        </p:nvSpPr>
        <p:spPr>
          <a:xfrm>
            <a:off x="498978" y="274587"/>
            <a:ext cx="428508" cy="155543"/>
          </a:xfrm>
          <a:custGeom>
            <a:avLst/>
            <a:gdLst/>
            <a:ahLst/>
            <a:cxnLst/>
            <a:rect l="l" t="t" r="r" b="b"/>
            <a:pathLst>
              <a:path w="7269" h="2639" extrusionOk="0">
                <a:moveTo>
                  <a:pt x="3113" y="1"/>
                </a:moveTo>
                <a:cubicBezTo>
                  <a:pt x="2305" y="1"/>
                  <a:pt x="1615" y="497"/>
                  <a:pt x="1334" y="1192"/>
                </a:cubicBezTo>
                <a:cubicBezTo>
                  <a:pt x="1283" y="1185"/>
                  <a:pt x="1238" y="1185"/>
                  <a:pt x="1187" y="1185"/>
                </a:cubicBezTo>
                <a:cubicBezTo>
                  <a:pt x="534" y="1185"/>
                  <a:pt x="1" y="1712"/>
                  <a:pt x="1" y="2371"/>
                </a:cubicBezTo>
                <a:cubicBezTo>
                  <a:pt x="1" y="2460"/>
                  <a:pt x="15" y="2549"/>
                  <a:pt x="38" y="2638"/>
                </a:cubicBezTo>
                <a:lnTo>
                  <a:pt x="5876" y="2638"/>
                </a:lnTo>
                <a:cubicBezTo>
                  <a:pt x="5891" y="2624"/>
                  <a:pt x="5907" y="2615"/>
                  <a:pt x="5921" y="2601"/>
                </a:cubicBezTo>
                <a:cubicBezTo>
                  <a:pt x="5921" y="2615"/>
                  <a:pt x="5928" y="2624"/>
                  <a:pt x="5935" y="2638"/>
                </a:cubicBezTo>
                <a:lnTo>
                  <a:pt x="7217" y="2638"/>
                </a:lnTo>
                <a:cubicBezTo>
                  <a:pt x="7248" y="2556"/>
                  <a:pt x="7269" y="2467"/>
                  <a:pt x="7269" y="2371"/>
                </a:cubicBezTo>
                <a:cubicBezTo>
                  <a:pt x="7269" y="1986"/>
                  <a:pt x="6958" y="1674"/>
                  <a:pt x="6573" y="1674"/>
                </a:cubicBezTo>
                <a:cubicBezTo>
                  <a:pt x="6440" y="1674"/>
                  <a:pt x="6314" y="1712"/>
                  <a:pt x="6202" y="1779"/>
                </a:cubicBezTo>
                <a:cubicBezTo>
                  <a:pt x="6136" y="1335"/>
                  <a:pt x="5750" y="993"/>
                  <a:pt x="5291" y="993"/>
                </a:cubicBezTo>
                <a:cubicBezTo>
                  <a:pt x="5128" y="993"/>
                  <a:pt x="4980" y="1038"/>
                  <a:pt x="4854" y="1103"/>
                </a:cubicBezTo>
                <a:cubicBezTo>
                  <a:pt x="4543" y="453"/>
                  <a:pt x="3883" y="1"/>
                  <a:pt x="3113" y="1"/>
                </a:cubicBez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p:nvPr/>
        </p:nvSpPr>
        <p:spPr>
          <a:xfrm>
            <a:off x="1167099" y="305853"/>
            <a:ext cx="152272" cy="73749"/>
          </a:xfrm>
          <a:custGeom>
            <a:avLst/>
            <a:gdLst/>
            <a:ahLst/>
            <a:cxnLst/>
            <a:rect l="l" t="t" r="r" b="b"/>
            <a:pathLst>
              <a:path w="993" h="481" extrusionOk="0">
                <a:moveTo>
                  <a:pt x="851" y="0"/>
                </a:moveTo>
                <a:cubicBezTo>
                  <a:pt x="787" y="0"/>
                  <a:pt x="715" y="30"/>
                  <a:pt x="644" y="89"/>
                </a:cubicBezTo>
                <a:cubicBezTo>
                  <a:pt x="578" y="141"/>
                  <a:pt x="534" y="207"/>
                  <a:pt x="511" y="267"/>
                </a:cubicBezTo>
                <a:cubicBezTo>
                  <a:pt x="459" y="230"/>
                  <a:pt x="394" y="192"/>
                  <a:pt x="312" y="178"/>
                </a:cubicBezTo>
                <a:cubicBezTo>
                  <a:pt x="281" y="173"/>
                  <a:pt x="251" y="170"/>
                  <a:pt x="224" y="170"/>
                </a:cubicBezTo>
                <a:cubicBezTo>
                  <a:pt x="93" y="170"/>
                  <a:pt x="6" y="227"/>
                  <a:pt x="1" y="326"/>
                </a:cubicBezTo>
                <a:cubicBezTo>
                  <a:pt x="1" y="326"/>
                  <a:pt x="33" y="251"/>
                  <a:pt x="203" y="251"/>
                </a:cubicBezTo>
                <a:cubicBezTo>
                  <a:pt x="233" y="251"/>
                  <a:pt x="266" y="253"/>
                  <a:pt x="305" y="258"/>
                </a:cubicBezTo>
                <a:cubicBezTo>
                  <a:pt x="386" y="274"/>
                  <a:pt x="445" y="303"/>
                  <a:pt x="490" y="333"/>
                </a:cubicBezTo>
                <a:lnTo>
                  <a:pt x="490" y="480"/>
                </a:lnTo>
                <a:lnTo>
                  <a:pt x="555" y="466"/>
                </a:lnTo>
                <a:lnTo>
                  <a:pt x="630" y="452"/>
                </a:lnTo>
                <a:lnTo>
                  <a:pt x="555" y="319"/>
                </a:lnTo>
                <a:cubicBezTo>
                  <a:pt x="586" y="274"/>
                  <a:pt x="623" y="214"/>
                  <a:pt x="689" y="162"/>
                </a:cubicBezTo>
                <a:cubicBezTo>
                  <a:pt x="782" y="77"/>
                  <a:pt x="862" y="57"/>
                  <a:pt x="916" y="57"/>
                </a:cubicBezTo>
                <a:cubicBezTo>
                  <a:pt x="964" y="57"/>
                  <a:pt x="993" y="73"/>
                  <a:pt x="993" y="73"/>
                </a:cubicBezTo>
                <a:cubicBezTo>
                  <a:pt x="958" y="24"/>
                  <a:pt x="908" y="0"/>
                  <a:pt x="851" y="0"/>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4"/>
          <p:cNvSpPr/>
          <p:nvPr/>
        </p:nvSpPr>
        <p:spPr>
          <a:xfrm>
            <a:off x="713225" y="588375"/>
            <a:ext cx="152274" cy="73751"/>
          </a:xfrm>
          <a:custGeom>
            <a:avLst/>
            <a:gdLst/>
            <a:ahLst/>
            <a:cxnLst/>
            <a:rect l="l" t="t" r="r" b="b"/>
            <a:pathLst>
              <a:path w="993" h="481" extrusionOk="0">
                <a:moveTo>
                  <a:pt x="851" y="0"/>
                </a:moveTo>
                <a:cubicBezTo>
                  <a:pt x="787" y="0"/>
                  <a:pt x="715" y="30"/>
                  <a:pt x="644" y="89"/>
                </a:cubicBezTo>
                <a:cubicBezTo>
                  <a:pt x="578" y="141"/>
                  <a:pt x="534" y="207"/>
                  <a:pt x="511" y="267"/>
                </a:cubicBezTo>
                <a:cubicBezTo>
                  <a:pt x="459" y="230"/>
                  <a:pt x="394" y="192"/>
                  <a:pt x="312" y="178"/>
                </a:cubicBezTo>
                <a:cubicBezTo>
                  <a:pt x="281" y="173"/>
                  <a:pt x="251" y="170"/>
                  <a:pt x="224" y="170"/>
                </a:cubicBezTo>
                <a:cubicBezTo>
                  <a:pt x="93" y="170"/>
                  <a:pt x="6" y="227"/>
                  <a:pt x="1" y="326"/>
                </a:cubicBezTo>
                <a:cubicBezTo>
                  <a:pt x="1" y="326"/>
                  <a:pt x="33" y="251"/>
                  <a:pt x="203" y="251"/>
                </a:cubicBezTo>
                <a:cubicBezTo>
                  <a:pt x="233" y="251"/>
                  <a:pt x="266" y="253"/>
                  <a:pt x="305" y="258"/>
                </a:cubicBezTo>
                <a:cubicBezTo>
                  <a:pt x="386" y="274"/>
                  <a:pt x="445" y="303"/>
                  <a:pt x="490" y="333"/>
                </a:cubicBezTo>
                <a:lnTo>
                  <a:pt x="490" y="480"/>
                </a:lnTo>
                <a:lnTo>
                  <a:pt x="555" y="466"/>
                </a:lnTo>
                <a:lnTo>
                  <a:pt x="630" y="452"/>
                </a:lnTo>
                <a:lnTo>
                  <a:pt x="555" y="319"/>
                </a:lnTo>
                <a:cubicBezTo>
                  <a:pt x="586" y="274"/>
                  <a:pt x="623" y="214"/>
                  <a:pt x="689" y="162"/>
                </a:cubicBezTo>
                <a:cubicBezTo>
                  <a:pt x="782" y="77"/>
                  <a:pt x="862" y="57"/>
                  <a:pt x="916" y="57"/>
                </a:cubicBezTo>
                <a:cubicBezTo>
                  <a:pt x="964" y="57"/>
                  <a:pt x="993" y="73"/>
                  <a:pt x="993" y="73"/>
                </a:cubicBezTo>
                <a:cubicBezTo>
                  <a:pt x="958" y="24"/>
                  <a:pt x="908" y="0"/>
                  <a:pt x="851" y="0"/>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p:nvPr/>
        </p:nvSpPr>
        <p:spPr>
          <a:xfrm>
            <a:off x="8369234" y="4476944"/>
            <a:ext cx="414476" cy="402866"/>
          </a:xfrm>
          <a:custGeom>
            <a:avLst/>
            <a:gdLst/>
            <a:ahLst/>
            <a:cxnLst/>
            <a:rect l="l" t="t" r="r" b="b"/>
            <a:pathLst>
              <a:path w="4431" h="4307" extrusionOk="0">
                <a:moveTo>
                  <a:pt x="2149" y="0"/>
                </a:moveTo>
                <a:cubicBezTo>
                  <a:pt x="2071" y="0"/>
                  <a:pt x="1994" y="21"/>
                  <a:pt x="1927" y="61"/>
                </a:cubicBezTo>
                <a:cubicBezTo>
                  <a:pt x="1438" y="366"/>
                  <a:pt x="1" y="4306"/>
                  <a:pt x="2149" y="4306"/>
                </a:cubicBezTo>
                <a:cubicBezTo>
                  <a:pt x="4431" y="4306"/>
                  <a:pt x="2868" y="366"/>
                  <a:pt x="2371" y="61"/>
                </a:cubicBezTo>
                <a:cubicBezTo>
                  <a:pt x="2305" y="21"/>
                  <a:pt x="2227" y="0"/>
                  <a:pt x="2149" y="0"/>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4"/>
          <p:cNvSpPr/>
          <p:nvPr/>
        </p:nvSpPr>
        <p:spPr>
          <a:xfrm>
            <a:off x="8369234" y="4482556"/>
            <a:ext cx="201111" cy="397254"/>
          </a:xfrm>
          <a:custGeom>
            <a:avLst/>
            <a:gdLst/>
            <a:ahLst/>
            <a:cxnLst/>
            <a:rect l="l" t="t" r="r" b="b"/>
            <a:pathLst>
              <a:path w="2150" h="4247" extrusionOk="0">
                <a:moveTo>
                  <a:pt x="1930" y="0"/>
                </a:moveTo>
                <a:lnTo>
                  <a:pt x="1930" y="0"/>
                </a:lnTo>
                <a:cubicBezTo>
                  <a:pt x="1929" y="0"/>
                  <a:pt x="1928" y="1"/>
                  <a:pt x="1927" y="1"/>
                </a:cubicBezTo>
                <a:cubicBezTo>
                  <a:pt x="1438" y="306"/>
                  <a:pt x="1" y="4246"/>
                  <a:pt x="2149" y="4246"/>
                </a:cubicBezTo>
                <a:cubicBezTo>
                  <a:pt x="2149" y="4246"/>
                  <a:pt x="1609" y="4202"/>
                  <a:pt x="1578" y="2662"/>
                </a:cubicBezTo>
                <a:cubicBezTo>
                  <a:pt x="1542" y="1142"/>
                  <a:pt x="1985" y="0"/>
                  <a:pt x="1930" y="0"/>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4"/>
          <p:cNvSpPr/>
          <p:nvPr/>
        </p:nvSpPr>
        <p:spPr>
          <a:xfrm>
            <a:off x="8563891" y="4659903"/>
            <a:ext cx="29184" cy="278742"/>
          </a:xfrm>
          <a:custGeom>
            <a:avLst/>
            <a:gdLst/>
            <a:ahLst/>
            <a:cxnLst/>
            <a:rect l="l" t="t" r="r" b="b"/>
            <a:pathLst>
              <a:path w="312" h="2980" extrusionOk="0">
                <a:moveTo>
                  <a:pt x="159" y="1"/>
                </a:moveTo>
                <a:cubicBezTo>
                  <a:pt x="158" y="1"/>
                  <a:pt x="157" y="5"/>
                  <a:pt x="157" y="17"/>
                </a:cubicBezTo>
                <a:lnTo>
                  <a:pt x="1" y="2980"/>
                </a:lnTo>
                <a:lnTo>
                  <a:pt x="312" y="2980"/>
                </a:lnTo>
                <a:cubicBezTo>
                  <a:pt x="305" y="1714"/>
                  <a:pt x="187" y="17"/>
                  <a:pt x="164" y="17"/>
                </a:cubicBezTo>
                <a:cubicBezTo>
                  <a:pt x="164" y="17"/>
                  <a:pt x="161" y="1"/>
                  <a:pt x="159"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a:off x="8500190" y="4758398"/>
            <a:ext cx="78480" cy="63886"/>
          </a:xfrm>
          <a:custGeom>
            <a:avLst/>
            <a:gdLst/>
            <a:ahLst/>
            <a:cxnLst/>
            <a:rect l="l" t="t" r="r" b="b"/>
            <a:pathLst>
              <a:path w="839" h="683" extrusionOk="0">
                <a:moveTo>
                  <a:pt x="0" y="1"/>
                </a:moveTo>
                <a:lnTo>
                  <a:pt x="0" y="1"/>
                </a:lnTo>
                <a:cubicBezTo>
                  <a:pt x="404" y="662"/>
                  <a:pt x="782" y="682"/>
                  <a:pt x="826" y="682"/>
                </a:cubicBezTo>
                <a:cubicBezTo>
                  <a:pt x="829" y="682"/>
                  <a:pt x="831" y="682"/>
                  <a:pt x="831" y="682"/>
                </a:cubicBezTo>
                <a:lnTo>
                  <a:pt x="838" y="586"/>
                </a:lnTo>
                <a:lnTo>
                  <a:pt x="838" y="586"/>
                </a:lnTo>
                <a:cubicBezTo>
                  <a:pt x="838" y="586"/>
                  <a:pt x="830" y="592"/>
                  <a:pt x="807" y="592"/>
                </a:cubicBezTo>
                <a:cubicBezTo>
                  <a:pt x="757" y="592"/>
                  <a:pt x="639" y="564"/>
                  <a:pt x="386" y="387"/>
                </a:cubicBezTo>
                <a:cubicBezTo>
                  <a:pt x="164" y="230"/>
                  <a:pt x="1" y="1"/>
                  <a:pt x="0"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4"/>
          <p:cNvSpPr/>
          <p:nvPr/>
        </p:nvSpPr>
        <p:spPr>
          <a:xfrm>
            <a:off x="8578577" y="4741187"/>
            <a:ext cx="67255" cy="54158"/>
          </a:xfrm>
          <a:custGeom>
            <a:avLst/>
            <a:gdLst/>
            <a:ahLst/>
            <a:cxnLst/>
            <a:rect l="l" t="t" r="r" b="b"/>
            <a:pathLst>
              <a:path w="719" h="579" extrusionOk="0">
                <a:moveTo>
                  <a:pt x="719" y="0"/>
                </a:moveTo>
                <a:lnTo>
                  <a:pt x="719" y="0"/>
                </a:lnTo>
                <a:cubicBezTo>
                  <a:pt x="718" y="0"/>
                  <a:pt x="578" y="192"/>
                  <a:pt x="393" y="325"/>
                </a:cubicBezTo>
                <a:cubicBezTo>
                  <a:pt x="185" y="471"/>
                  <a:pt x="81" y="496"/>
                  <a:pt x="34" y="496"/>
                </a:cubicBezTo>
                <a:cubicBezTo>
                  <a:pt x="9" y="496"/>
                  <a:pt x="0" y="489"/>
                  <a:pt x="0" y="489"/>
                </a:cubicBezTo>
                <a:lnTo>
                  <a:pt x="0" y="489"/>
                </a:lnTo>
                <a:lnTo>
                  <a:pt x="7" y="578"/>
                </a:lnTo>
                <a:cubicBezTo>
                  <a:pt x="7" y="578"/>
                  <a:pt x="8" y="578"/>
                  <a:pt x="9" y="578"/>
                </a:cubicBezTo>
                <a:cubicBezTo>
                  <a:pt x="39" y="578"/>
                  <a:pt x="366" y="565"/>
                  <a:pt x="719"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4"/>
          <p:cNvSpPr/>
          <p:nvPr/>
        </p:nvSpPr>
        <p:spPr>
          <a:xfrm>
            <a:off x="8524510" y="4702369"/>
            <a:ext cx="54160" cy="43682"/>
          </a:xfrm>
          <a:custGeom>
            <a:avLst/>
            <a:gdLst/>
            <a:ahLst/>
            <a:cxnLst/>
            <a:rect l="l" t="t" r="r" b="b"/>
            <a:pathLst>
              <a:path w="579" h="467" extrusionOk="0">
                <a:moveTo>
                  <a:pt x="0" y="1"/>
                </a:moveTo>
                <a:lnTo>
                  <a:pt x="0" y="1"/>
                </a:lnTo>
                <a:cubicBezTo>
                  <a:pt x="295" y="460"/>
                  <a:pt x="562" y="467"/>
                  <a:pt x="577" y="467"/>
                </a:cubicBezTo>
                <a:cubicBezTo>
                  <a:pt x="578" y="467"/>
                  <a:pt x="578" y="467"/>
                  <a:pt x="578" y="467"/>
                </a:cubicBezTo>
                <a:lnTo>
                  <a:pt x="578" y="392"/>
                </a:lnTo>
                <a:cubicBezTo>
                  <a:pt x="578" y="392"/>
                  <a:pt x="572" y="397"/>
                  <a:pt x="555" y="397"/>
                </a:cubicBezTo>
                <a:cubicBezTo>
                  <a:pt x="521" y="397"/>
                  <a:pt x="440" y="377"/>
                  <a:pt x="267" y="259"/>
                </a:cubicBezTo>
                <a:cubicBezTo>
                  <a:pt x="119" y="155"/>
                  <a:pt x="0" y="1"/>
                  <a:pt x="0"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4"/>
          <p:cNvSpPr/>
          <p:nvPr/>
        </p:nvSpPr>
        <p:spPr>
          <a:xfrm>
            <a:off x="8154373" y="4483304"/>
            <a:ext cx="241240" cy="305026"/>
          </a:xfrm>
          <a:custGeom>
            <a:avLst/>
            <a:gdLst/>
            <a:ahLst/>
            <a:cxnLst/>
            <a:rect l="l" t="t" r="r" b="b"/>
            <a:pathLst>
              <a:path w="2579" h="3261" extrusionOk="0">
                <a:moveTo>
                  <a:pt x="1290" y="1"/>
                </a:moveTo>
                <a:cubicBezTo>
                  <a:pt x="726" y="1"/>
                  <a:pt x="274" y="452"/>
                  <a:pt x="274" y="1016"/>
                </a:cubicBezTo>
                <a:cubicBezTo>
                  <a:pt x="274" y="1068"/>
                  <a:pt x="281" y="1112"/>
                  <a:pt x="281" y="1157"/>
                </a:cubicBezTo>
                <a:cubicBezTo>
                  <a:pt x="103" y="1379"/>
                  <a:pt x="0" y="1660"/>
                  <a:pt x="0" y="1964"/>
                </a:cubicBezTo>
                <a:cubicBezTo>
                  <a:pt x="0" y="2682"/>
                  <a:pt x="578" y="3260"/>
                  <a:pt x="1290" y="3260"/>
                </a:cubicBezTo>
                <a:cubicBezTo>
                  <a:pt x="2001" y="3260"/>
                  <a:pt x="2579" y="2682"/>
                  <a:pt x="2579" y="1964"/>
                </a:cubicBezTo>
                <a:cubicBezTo>
                  <a:pt x="2579" y="1660"/>
                  <a:pt x="2476" y="1379"/>
                  <a:pt x="2298" y="1157"/>
                </a:cubicBezTo>
                <a:cubicBezTo>
                  <a:pt x="2305" y="1112"/>
                  <a:pt x="2305" y="1068"/>
                  <a:pt x="2305" y="1016"/>
                </a:cubicBezTo>
                <a:cubicBezTo>
                  <a:pt x="2305" y="452"/>
                  <a:pt x="1853" y="1"/>
                  <a:pt x="1290" y="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a:off x="8274946" y="4576374"/>
            <a:ext cx="11225" cy="362271"/>
          </a:xfrm>
          <a:custGeom>
            <a:avLst/>
            <a:gdLst/>
            <a:ahLst/>
            <a:cxnLst/>
            <a:rect l="l" t="t" r="r" b="b"/>
            <a:pathLst>
              <a:path w="120" h="3873" extrusionOk="0">
                <a:moveTo>
                  <a:pt x="54" y="0"/>
                </a:moveTo>
                <a:cubicBezTo>
                  <a:pt x="53" y="0"/>
                  <a:pt x="52" y="4"/>
                  <a:pt x="52" y="14"/>
                </a:cubicBezTo>
                <a:lnTo>
                  <a:pt x="1" y="3821"/>
                </a:lnTo>
                <a:cubicBezTo>
                  <a:pt x="1" y="3852"/>
                  <a:pt x="22" y="3873"/>
                  <a:pt x="52" y="3873"/>
                </a:cubicBezTo>
                <a:lnTo>
                  <a:pt x="59" y="3873"/>
                </a:lnTo>
                <a:cubicBezTo>
                  <a:pt x="89" y="3873"/>
                  <a:pt x="120" y="3852"/>
                  <a:pt x="120" y="3821"/>
                </a:cubicBezTo>
                <a:cubicBezTo>
                  <a:pt x="120" y="3821"/>
                  <a:pt x="89" y="14"/>
                  <a:pt x="59" y="14"/>
                </a:cubicBezTo>
                <a:cubicBezTo>
                  <a:pt x="59" y="14"/>
                  <a:pt x="56" y="0"/>
                  <a:pt x="54"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8211900" y="4664112"/>
            <a:ext cx="68658" cy="56310"/>
          </a:xfrm>
          <a:custGeom>
            <a:avLst/>
            <a:gdLst/>
            <a:ahLst/>
            <a:cxnLst/>
            <a:rect l="l" t="t" r="r" b="b"/>
            <a:pathLst>
              <a:path w="734" h="602" extrusionOk="0">
                <a:moveTo>
                  <a:pt x="1" y="1"/>
                </a:moveTo>
                <a:lnTo>
                  <a:pt x="1" y="1"/>
                </a:lnTo>
                <a:cubicBezTo>
                  <a:pt x="353" y="583"/>
                  <a:pt x="681" y="602"/>
                  <a:pt x="722" y="602"/>
                </a:cubicBezTo>
                <a:cubicBezTo>
                  <a:pt x="725" y="602"/>
                  <a:pt x="726" y="602"/>
                  <a:pt x="726" y="602"/>
                </a:cubicBezTo>
                <a:lnTo>
                  <a:pt x="733" y="513"/>
                </a:lnTo>
                <a:lnTo>
                  <a:pt x="733" y="513"/>
                </a:lnTo>
                <a:cubicBezTo>
                  <a:pt x="733" y="513"/>
                  <a:pt x="724" y="520"/>
                  <a:pt x="699" y="520"/>
                </a:cubicBezTo>
                <a:cubicBezTo>
                  <a:pt x="651" y="520"/>
                  <a:pt x="544" y="494"/>
                  <a:pt x="333" y="342"/>
                </a:cubicBezTo>
                <a:cubicBezTo>
                  <a:pt x="141" y="202"/>
                  <a:pt x="1" y="1"/>
                  <a:pt x="1"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a:off x="8280465" y="4648304"/>
            <a:ext cx="58275" cy="47891"/>
          </a:xfrm>
          <a:custGeom>
            <a:avLst/>
            <a:gdLst/>
            <a:ahLst/>
            <a:cxnLst/>
            <a:rect l="l" t="t" r="r" b="b"/>
            <a:pathLst>
              <a:path w="623" h="512" extrusionOk="0">
                <a:moveTo>
                  <a:pt x="623" y="1"/>
                </a:moveTo>
                <a:cubicBezTo>
                  <a:pt x="622" y="1"/>
                  <a:pt x="496" y="179"/>
                  <a:pt x="335" y="289"/>
                </a:cubicBezTo>
                <a:cubicBezTo>
                  <a:pt x="156" y="420"/>
                  <a:pt x="68" y="443"/>
                  <a:pt x="28" y="443"/>
                </a:cubicBezTo>
                <a:cubicBezTo>
                  <a:pt x="7" y="443"/>
                  <a:pt x="0" y="436"/>
                  <a:pt x="0" y="436"/>
                </a:cubicBezTo>
                <a:lnTo>
                  <a:pt x="0" y="511"/>
                </a:lnTo>
                <a:cubicBezTo>
                  <a:pt x="0" y="511"/>
                  <a:pt x="1" y="511"/>
                  <a:pt x="3" y="511"/>
                </a:cubicBezTo>
                <a:cubicBezTo>
                  <a:pt x="31" y="511"/>
                  <a:pt x="314" y="498"/>
                  <a:pt x="623"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8233320" y="4614257"/>
            <a:ext cx="47238" cy="38350"/>
          </a:xfrm>
          <a:custGeom>
            <a:avLst/>
            <a:gdLst/>
            <a:ahLst/>
            <a:cxnLst/>
            <a:rect l="l" t="t" r="r" b="b"/>
            <a:pathLst>
              <a:path w="505" h="410" extrusionOk="0">
                <a:moveTo>
                  <a:pt x="1" y="0"/>
                </a:moveTo>
                <a:lnTo>
                  <a:pt x="1" y="0"/>
                </a:lnTo>
                <a:cubicBezTo>
                  <a:pt x="244" y="397"/>
                  <a:pt x="467" y="409"/>
                  <a:pt x="494" y="409"/>
                </a:cubicBezTo>
                <a:cubicBezTo>
                  <a:pt x="496" y="409"/>
                  <a:pt x="497" y="409"/>
                  <a:pt x="497" y="409"/>
                </a:cubicBezTo>
                <a:lnTo>
                  <a:pt x="504" y="349"/>
                </a:lnTo>
                <a:lnTo>
                  <a:pt x="504" y="349"/>
                </a:lnTo>
                <a:cubicBezTo>
                  <a:pt x="504" y="349"/>
                  <a:pt x="498" y="354"/>
                  <a:pt x="479" y="354"/>
                </a:cubicBezTo>
                <a:cubicBezTo>
                  <a:pt x="446" y="354"/>
                  <a:pt x="374" y="336"/>
                  <a:pt x="230" y="231"/>
                </a:cubicBezTo>
                <a:cubicBezTo>
                  <a:pt x="97" y="143"/>
                  <a:pt x="1" y="0"/>
                  <a:pt x="1"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7233675" y="4938650"/>
            <a:ext cx="2030700" cy="461700"/>
          </a:xfrm>
          <a:prstGeom prst="round2DiagRect">
            <a:avLst>
              <a:gd name="adj1" fmla="val 16667"/>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 name="Google Shape;36;p4"/>
          <p:cNvGrpSpPr/>
          <p:nvPr/>
        </p:nvGrpSpPr>
        <p:grpSpPr>
          <a:xfrm>
            <a:off x="4382899" y="4938638"/>
            <a:ext cx="2749703" cy="122913"/>
            <a:chOff x="5024149" y="4918613"/>
            <a:chExt cx="2749703" cy="122913"/>
          </a:xfrm>
        </p:grpSpPr>
        <p:sp>
          <p:nvSpPr>
            <p:cNvPr id="37" name="Google Shape;37;p4"/>
            <p:cNvSpPr/>
            <p:nvPr/>
          </p:nvSpPr>
          <p:spPr>
            <a:xfrm>
              <a:off x="5121294" y="4919510"/>
              <a:ext cx="27619" cy="26802"/>
            </a:xfrm>
            <a:custGeom>
              <a:avLst/>
              <a:gdLst/>
              <a:ahLst/>
              <a:cxnLst/>
              <a:rect l="l" t="t" r="r" b="b"/>
              <a:pathLst>
                <a:path w="1324" h="1285" extrusionOk="0">
                  <a:moveTo>
                    <a:pt x="690" y="1"/>
                  </a:moveTo>
                  <a:cubicBezTo>
                    <a:pt x="379" y="1"/>
                    <a:pt x="134" y="175"/>
                    <a:pt x="0" y="460"/>
                  </a:cubicBezTo>
                  <a:cubicBezTo>
                    <a:pt x="0" y="643"/>
                    <a:pt x="183" y="1031"/>
                    <a:pt x="297" y="1213"/>
                  </a:cubicBezTo>
                  <a:cubicBezTo>
                    <a:pt x="418" y="1262"/>
                    <a:pt x="528" y="1284"/>
                    <a:pt x="629" y="1284"/>
                  </a:cubicBezTo>
                  <a:cubicBezTo>
                    <a:pt x="909" y="1284"/>
                    <a:pt x="1123" y="1110"/>
                    <a:pt x="1324" y="825"/>
                  </a:cubicBezTo>
                  <a:cubicBezTo>
                    <a:pt x="1233" y="551"/>
                    <a:pt x="1141" y="163"/>
                    <a:pt x="1050" y="72"/>
                  </a:cubicBezTo>
                  <a:cubicBezTo>
                    <a:pt x="923" y="24"/>
                    <a:pt x="802" y="1"/>
                    <a:pt x="6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p:nvPr/>
          </p:nvSpPr>
          <p:spPr>
            <a:xfrm>
              <a:off x="5307928" y="4919510"/>
              <a:ext cx="27639" cy="26802"/>
            </a:xfrm>
            <a:custGeom>
              <a:avLst/>
              <a:gdLst/>
              <a:ahLst/>
              <a:cxnLst/>
              <a:rect l="l" t="t" r="r" b="b"/>
              <a:pathLst>
                <a:path w="1325" h="1285" extrusionOk="0">
                  <a:moveTo>
                    <a:pt x="731" y="1"/>
                  </a:moveTo>
                  <a:cubicBezTo>
                    <a:pt x="435" y="1"/>
                    <a:pt x="159" y="175"/>
                    <a:pt x="92" y="460"/>
                  </a:cubicBezTo>
                  <a:cubicBezTo>
                    <a:pt x="1" y="643"/>
                    <a:pt x="183" y="1031"/>
                    <a:pt x="366" y="1213"/>
                  </a:cubicBezTo>
                  <a:cubicBezTo>
                    <a:pt x="469" y="1262"/>
                    <a:pt x="572" y="1284"/>
                    <a:pt x="671" y="1284"/>
                  </a:cubicBezTo>
                  <a:cubicBezTo>
                    <a:pt x="945" y="1284"/>
                    <a:pt x="1190" y="1110"/>
                    <a:pt x="1324" y="825"/>
                  </a:cubicBezTo>
                  <a:cubicBezTo>
                    <a:pt x="1233" y="551"/>
                    <a:pt x="1233" y="163"/>
                    <a:pt x="1051" y="72"/>
                  </a:cubicBezTo>
                  <a:cubicBezTo>
                    <a:pt x="948" y="24"/>
                    <a:pt x="838" y="1"/>
                    <a:pt x="7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a:off x="5496482" y="4919823"/>
              <a:ext cx="25720" cy="27365"/>
            </a:xfrm>
            <a:custGeom>
              <a:avLst/>
              <a:gdLst/>
              <a:ahLst/>
              <a:cxnLst/>
              <a:rect l="l" t="t" r="r" b="b"/>
              <a:pathLst>
                <a:path w="1233" h="1312" extrusionOk="0">
                  <a:moveTo>
                    <a:pt x="656" y="0"/>
                  </a:moveTo>
                  <a:cubicBezTo>
                    <a:pt x="565" y="0"/>
                    <a:pt x="467" y="18"/>
                    <a:pt x="366" y="57"/>
                  </a:cubicBezTo>
                  <a:cubicBezTo>
                    <a:pt x="183" y="57"/>
                    <a:pt x="92" y="445"/>
                    <a:pt x="0" y="628"/>
                  </a:cubicBezTo>
                  <a:cubicBezTo>
                    <a:pt x="77" y="1106"/>
                    <a:pt x="346" y="1312"/>
                    <a:pt x="660" y="1312"/>
                  </a:cubicBezTo>
                  <a:cubicBezTo>
                    <a:pt x="720" y="1312"/>
                    <a:pt x="782" y="1304"/>
                    <a:pt x="845" y="1290"/>
                  </a:cubicBezTo>
                  <a:cubicBezTo>
                    <a:pt x="1028" y="1198"/>
                    <a:pt x="1233" y="810"/>
                    <a:pt x="1233" y="628"/>
                  </a:cubicBezTo>
                  <a:cubicBezTo>
                    <a:pt x="1233" y="250"/>
                    <a:pt x="992" y="0"/>
                    <a:pt x="6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a:off x="5680738" y="4920490"/>
              <a:ext cx="33835" cy="26239"/>
            </a:xfrm>
            <a:custGeom>
              <a:avLst/>
              <a:gdLst/>
              <a:ahLst/>
              <a:cxnLst/>
              <a:rect l="l" t="t" r="r" b="b"/>
              <a:pathLst>
                <a:path w="1622" h="1258" extrusionOk="0">
                  <a:moveTo>
                    <a:pt x="743" y="1"/>
                  </a:moveTo>
                  <a:cubicBezTo>
                    <a:pt x="538" y="1"/>
                    <a:pt x="277" y="154"/>
                    <a:pt x="183" y="322"/>
                  </a:cubicBezTo>
                  <a:cubicBezTo>
                    <a:pt x="1" y="778"/>
                    <a:pt x="298" y="1166"/>
                    <a:pt x="754" y="1258"/>
                  </a:cubicBezTo>
                  <a:cubicBezTo>
                    <a:pt x="959" y="1166"/>
                    <a:pt x="1325" y="1075"/>
                    <a:pt x="1439" y="892"/>
                  </a:cubicBezTo>
                  <a:cubicBezTo>
                    <a:pt x="1621" y="413"/>
                    <a:pt x="1325" y="25"/>
                    <a:pt x="868" y="25"/>
                  </a:cubicBezTo>
                  <a:cubicBezTo>
                    <a:pt x="831" y="8"/>
                    <a:pt x="788" y="1"/>
                    <a:pt x="7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5871190" y="4919823"/>
              <a:ext cx="27639" cy="27365"/>
            </a:xfrm>
            <a:custGeom>
              <a:avLst/>
              <a:gdLst/>
              <a:ahLst/>
              <a:cxnLst/>
              <a:rect l="l" t="t" r="r" b="b"/>
              <a:pathLst>
                <a:path w="1325" h="1312" extrusionOk="0">
                  <a:moveTo>
                    <a:pt x="677" y="0"/>
                  </a:moveTo>
                  <a:cubicBezTo>
                    <a:pt x="587" y="0"/>
                    <a:pt x="491" y="18"/>
                    <a:pt x="389" y="57"/>
                  </a:cubicBezTo>
                  <a:cubicBezTo>
                    <a:pt x="184" y="57"/>
                    <a:pt x="92" y="445"/>
                    <a:pt x="1" y="628"/>
                  </a:cubicBezTo>
                  <a:cubicBezTo>
                    <a:pt x="77" y="1106"/>
                    <a:pt x="363" y="1312"/>
                    <a:pt x="682" y="1312"/>
                  </a:cubicBezTo>
                  <a:cubicBezTo>
                    <a:pt x="743" y="1312"/>
                    <a:pt x="806" y="1304"/>
                    <a:pt x="868" y="1290"/>
                  </a:cubicBezTo>
                  <a:cubicBezTo>
                    <a:pt x="1051" y="1198"/>
                    <a:pt x="1325" y="810"/>
                    <a:pt x="1233" y="628"/>
                  </a:cubicBezTo>
                  <a:cubicBezTo>
                    <a:pt x="1233" y="250"/>
                    <a:pt x="1007" y="0"/>
                    <a:pt x="6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
            <p:cNvSpPr/>
            <p:nvPr/>
          </p:nvSpPr>
          <p:spPr>
            <a:xfrm>
              <a:off x="6055947" y="4920490"/>
              <a:ext cx="33334" cy="26239"/>
            </a:xfrm>
            <a:custGeom>
              <a:avLst/>
              <a:gdLst/>
              <a:ahLst/>
              <a:cxnLst/>
              <a:rect l="l" t="t" r="r" b="b"/>
              <a:pathLst>
                <a:path w="1598" h="1258" extrusionOk="0">
                  <a:moveTo>
                    <a:pt x="728" y="1"/>
                  </a:moveTo>
                  <a:cubicBezTo>
                    <a:pt x="531" y="1"/>
                    <a:pt x="257" y="154"/>
                    <a:pt x="183" y="322"/>
                  </a:cubicBezTo>
                  <a:cubicBezTo>
                    <a:pt x="0" y="778"/>
                    <a:pt x="274" y="1166"/>
                    <a:pt x="753" y="1258"/>
                  </a:cubicBezTo>
                  <a:cubicBezTo>
                    <a:pt x="936" y="1166"/>
                    <a:pt x="1324" y="1075"/>
                    <a:pt x="1415" y="892"/>
                  </a:cubicBezTo>
                  <a:cubicBezTo>
                    <a:pt x="1598" y="413"/>
                    <a:pt x="1324" y="25"/>
                    <a:pt x="845" y="25"/>
                  </a:cubicBezTo>
                  <a:cubicBezTo>
                    <a:pt x="811" y="8"/>
                    <a:pt x="771" y="1"/>
                    <a:pt x="7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4"/>
            <p:cNvSpPr/>
            <p:nvPr/>
          </p:nvSpPr>
          <p:spPr>
            <a:xfrm>
              <a:off x="6244021" y="4919093"/>
              <a:ext cx="31916" cy="27636"/>
            </a:xfrm>
            <a:custGeom>
              <a:avLst/>
              <a:gdLst/>
              <a:ahLst/>
              <a:cxnLst/>
              <a:rect l="l" t="t" r="r" b="b"/>
              <a:pathLst>
                <a:path w="1530" h="1325" extrusionOk="0">
                  <a:moveTo>
                    <a:pt x="571" y="1"/>
                  </a:moveTo>
                  <a:cubicBezTo>
                    <a:pt x="206" y="183"/>
                    <a:pt x="0" y="571"/>
                    <a:pt x="206" y="959"/>
                  </a:cubicBezTo>
                  <a:cubicBezTo>
                    <a:pt x="297" y="1142"/>
                    <a:pt x="685" y="1325"/>
                    <a:pt x="867" y="1325"/>
                  </a:cubicBezTo>
                  <a:cubicBezTo>
                    <a:pt x="1347" y="1142"/>
                    <a:pt x="1529" y="754"/>
                    <a:pt x="1256" y="389"/>
                  </a:cubicBezTo>
                  <a:cubicBezTo>
                    <a:pt x="1141" y="183"/>
                    <a:pt x="867" y="92"/>
                    <a:pt x="5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a:off x="6434473" y="4919823"/>
              <a:ext cx="26200" cy="27365"/>
            </a:xfrm>
            <a:custGeom>
              <a:avLst/>
              <a:gdLst/>
              <a:ahLst/>
              <a:cxnLst/>
              <a:rect l="l" t="t" r="r" b="b"/>
              <a:pathLst>
                <a:path w="1256" h="1312" extrusionOk="0">
                  <a:moveTo>
                    <a:pt x="679" y="0"/>
                  </a:moveTo>
                  <a:cubicBezTo>
                    <a:pt x="588" y="0"/>
                    <a:pt x="490" y="18"/>
                    <a:pt x="388" y="57"/>
                  </a:cubicBezTo>
                  <a:cubicBezTo>
                    <a:pt x="206" y="57"/>
                    <a:pt x="114" y="445"/>
                    <a:pt x="0" y="628"/>
                  </a:cubicBezTo>
                  <a:cubicBezTo>
                    <a:pt x="0" y="1106"/>
                    <a:pt x="273" y="1312"/>
                    <a:pt x="644" y="1312"/>
                  </a:cubicBezTo>
                  <a:cubicBezTo>
                    <a:pt x="715" y="1312"/>
                    <a:pt x="790" y="1304"/>
                    <a:pt x="868" y="1290"/>
                  </a:cubicBezTo>
                  <a:cubicBezTo>
                    <a:pt x="1050" y="1198"/>
                    <a:pt x="1256" y="810"/>
                    <a:pt x="1256" y="628"/>
                  </a:cubicBezTo>
                  <a:cubicBezTo>
                    <a:pt x="1256" y="250"/>
                    <a:pt x="1015" y="0"/>
                    <a:pt x="67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4"/>
            <p:cNvSpPr/>
            <p:nvPr/>
          </p:nvSpPr>
          <p:spPr>
            <a:xfrm>
              <a:off x="6621107" y="4919176"/>
              <a:ext cx="27640" cy="26406"/>
            </a:xfrm>
            <a:custGeom>
              <a:avLst/>
              <a:gdLst/>
              <a:ahLst/>
              <a:cxnLst/>
              <a:rect l="l" t="t" r="r" b="b"/>
              <a:pathLst>
                <a:path w="1325" h="1266" extrusionOk="0">
                  <a:moveTo>
                    <a:pt x="702" y="1"/>
                  </a:moveTo>
                  <a:cubicBezTo>
                    <a:pt x="577" y="1"/>
                    <a:pt x="440" y="31"/>
                    <a:pt x="298" y="88"/>
                  </a:cubicBezTo>
                  <a:cubicBezTo>
                    <a:pt x="183" y="179"/>
                    <a:pt x="1" y="567"/>
                    <a:pt x="1" y="750"/>
                  </a:cubicBezTo>
                  <a:cubicBezTo>
                    <a:pt x="125" y="1077"/>
                    <a:pt x="346" y="1266"/>
                    <a:pt x="596" y="1266"/>
                  </a:cubicBezTo>
                  <a:cubicBezTo>
                    <a:pt x="713" y="1266"/>
                    <a:pt x="836" y="1225"/>
                    <a:pt x="959" y="1138"/>
                  </a:cubicBezTo>
                  <a:cubicBezTo>
                    <a:pt x="1142" y="1047"/>
                    <a:pt x="1233" y="659"/>
                    <a:pt x="1325" y="476"/>
                  </a:cubicBezTo>
                  <a:cubicBezTo>
                    <a:pt x="1199" y="147"/>
                    <a:pt x="977" y="1"/>
                    <a:pt x="7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4"/>
            <p:cNvSpPr/>
            <p:nvPr/>
          </p:nvSpPr>
          <p:spPr>
            <a:xfrm>
              <a:off x="6807762" y="4919176"/>
              <a:ext cx="27640" cy="26406"/>
            </a:xfrm>
            <a:custGeom>
              <a:avLst/>
              <a:gdLst/>
              <a:ahLst/>
              <a:cxnLst/>
              <a:rect l="l" t="t" r="r" b="b"/>
              <a:pathLst>
                <a:path w="1325" h="1266" extrusionOk="0">
                  <a:moveTo>
                    <a:pt x="723" y="1"/>
                  </a:moveTo>
                  <a:cubicBezTo>
                    <a:pt x="608" y="1"/>
                    <a:pt x="487" y="31"/>
                    <a:pt x="366" y="88"/>
                  </a:cubicBezTo>
                  <a:cubicBezTo>
                    <a:pt x="183" y="179"/>
                    <a:pt x="0" y="567"/>
                    <a:pt x="92" y="750"/>
                  </a:cubicBezTo>
                  <a:cubicBezTo>
                    <a:pt x="154" y="1077"/>
                    <a:pt x="397" y="1266"/>
                    <a:pt x="668" y="1266"/>
                  </a:cubicBezTo>
                  <a:cubicBezTo>
                    <a:pt x="795" y="1266"/>
                    <a:pt x="927" y="1225"/>
                    <a:pt x="1050" y="1138"/>
                  </a:cubicBezTo>
                  <a:cubicBezTo>
                    <a:pt x="1233" y="1047"/>
                    <a:pt x="1233" y="659"/>
                    <a:pt x="1324" y="476"/>
                  </a:cubicBezTo>
                  <a:cubicBezTo>
                    <a:pt x="1199" y="147"/>
                    <a:pt x="976" y="1"/>
                    <a:pt x="7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4"/>
            <p:cNvSpPr/>
            <p:nvPr/>
          </p:nvSpPr>
          <p:spPr>
            <a:xfrm>
              <a:off x="6998214" y="4918613"/>
              <a:ext cx="25720" cy="27407"/>
            </a:xfrm>
            <a:custGeom>
              <a:avLst/>
              <a:gdLst/>
              <a:ahLst/>
              <a:cxnLst/>
              <a:rect l="l" t="t" r="r" b="b"/>
              <a:pathLst>
                <a:path w="1233" h="1314" extrusionOk="0">
                  <a:moveTo>
                    <a:pt x="617" y="1"/>
                  </a:moveTo>
                  <a:cubicBezTo>
                    <a:pt x="255" y="1"/>
                    <a:pt x="0" y="194"/>
                    <a:pt x="0" y="594"/>
                  </a:cubicBezTo>
                  <a:cubicBezTo>
                    <a:pt x="0" y="777"/>
                    <a:pt x="183" y="1256"/>
                    <a:pt x="366" y="1256"/>
                  </a:cubicBezTo>
                  <a:cubicBezTo>
                    <a:pt x="448" y="1295"/>
                    <a:pt x="530" y="1313"/>
                    <a:pt x="610" y="1313"/>
                  </a:cubicBezTo>
                  <a:cubicBezTo>
                    <a:pt x="905" y="1313"/>
                    <a:pt x="1161" y="1063"/>
                    <a:pt x="1233" y="686"/>
                  </a:cubicBezTo>
                  <a:cubicBezTo>
                    <a:pt x="1142" y="503"/>
                    <a:pt x="1050" y="115"/>
                    <a:pt x="845" y="24"/>
                  </a:cubicBezTo>
                  <a:cubicBezTo>
                    <a:pt x="766" y="9"/>
                    <a:pt x="689" y="1"/>
                    <a:pt x="6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4"/>
            <p:cNvSpPr/>
            <p:nvPr/>
          </p:nvSpPr>
          <p:spPr>
            <a:xfrm>
              <a:off x="7182470" y="4920490"/>
              <a:ext cx="31937" cy="26239"/>
            </a:xfrm>
            <a:custGeom>
              <a:avLst/>
              <a:gdLst/>
              <a:ahLst/>
              <a:cxnLst/>
              <a:rect l="l" t="t" r="r" b="b"/>
              <a:pathLst>
                <a:path w="1531" h="1258" extrusionOk="0">
                  <a:moveTo>
                    <a:pt x="651" y="1"/>
                  </a:moveTo>
                  <a:cubicBezTo>
                    <a:pt x="447" y="1"/>
                    <a:pt x="185" y="154"/>
                    <a:pt x="92" y="322"/>
                  </a:cubicBezTo>
                  <a:cubicBezTo>
                    <a:pt x="1" y="778"/>
                    <a:pt x="206" y="1166"/>
                    <a:pt x="663" y="1258"/>
                  </a:cubicBezTo>
                  <a:cubicBezTo>
                    <a:pt x="959" y="1166"/>
                    <a:pt x="1348" y="1075"/>
                    <a:pt x="1348" y="892"/>
                  </a:cubicBezTo>
                  <a:cubicBezTo>
                    <a:pt x="1530" y="413"/>
                    <a:pt x="1233" y="25"/>
                    <a:pt x="777" y="25"/>
                  </a:cubicBezTo>
                  <a:cubicBezTo>
                    <a:pt x="740" y="8"/>
                    <a:pt x="697" y="1"/>
                    <a:pt x="6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4"/>
            <p:cNvSpPr/>
            <p:nvPr/>
          </p:nvSpPr>
          <p:spPr>
            <a:xfrm>
              <a:off x="7372922" y="4918613"/>
              <a:ext cx="25741" cy="27407"/>
            </a:xfrm>
            <a:custGeom>
              <a:avLst/>
              <a:gdLst/>
              <a:ahLst/>
              <a:cxnLst/>
              <a:rect l="l" t="t" r="r" b="b"/>
              <a:pathLst>
                <a:path w="1234" h="1314" extrusionOk="0">
                  <a:moveTo>
                    <a:pt x="671" y="1"/>
                  </a:moveTo>
                  <a:cubicBezTo>
                    <a:pt x="335" y="1"/>
                    <a:pt x="1" y="194"/>
                    <a:pt x="1" y="594"/>
                  </a:cubicBezTo>
                  <a:cubicBezTo>
                    <a:pt x="1" y="777"/>
                    <a:pt x="206" y="1256"/>
                    <a:pt x="389" y="1256"/>
                  </a:cubicBezTo>
                  <a:cubicBezTo>
                    <a:pt x="471" y="1295"/>
                    <a:pt x="553" y="1313"/>
                    <a:pt x="631" y="1313"/>
                  </a:cubicBezTo>
                  <a:cubicBezTo>
                    <a:pt x="920" y="1313"/>
                    <a:pt x="1162" y="1063"/>
                    <a:pt x="1234" y="686"/>
                  </a:cubicBezTo>
                  <a:cubicBezTo>
                    <a:pt x="1142" y="503"/>
                    <a:pt x="1051" y="115"/>
                    <a:pt x="868" y="24"/>
                  </a:cubicBezTo>
                  <a:cubicBezTo>
                    <a:pt x="804" y="9"/>
                    <a:pt x="737" y="1"/>
                    <a:pt x="6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a:off x="7559578" y="4918613"/>
              <a:ext cx="27640" cy="27407"/>
            </a:xfrm>
            <a:custGeom>
              <a:avLst/>
              <a:gdLst/>
              <a:ahLst/>
              <a:cxnLst/>
              <a:rect l="l" t="t" r="r" b="b"/>
              <a:pathLst>
                <a:path w="1325" h="1314" extrusionOk="0">
                  <a:moveTo>
                    <a:pt x="730" y="1"/>
                  </a:moveTo>
                  <a:cubicBezTo>
                    <a:pt x="359" y="1"/>
                    <a:pt x="77" y="194"/>
                    <a:pt x="0" y="594"/>
                  </a:cubicBezTo>
                  <a:cubicBezTo>
                    <a:pt x="0" y="777"/>
                    <a:pt x="183" y="1256"/>
                    <a:pt x="388" y="1256"/>
                  </a:cubicBezTo>
                  <a:cubicBezTo>
                    <a:pt x="485" y="1295"/>
                    <a:pt x="575" y="1313"/>
                    <a:pt x="658" y="1313"/>
                  </a:cubicBezTo>
                  <a:cubicBezTo>
                    <a:pt x="966" y="1313"/>
                    <a:pt x="1181" y="1063"/>
                    <a:pt x="1324" y="686"/>
                  </a:cubicBezTo>
                  <a:cubicBezTo>
                    <a:pt x="1233" y="503"/>
                    <a:pt x="1142" y="115"/>
                    <a:pt x="959" y="24"/>
                  </a:cubicBezTo>
                  <a:cubicBezTo>
                    <a:pt x="880" y="9"/>
                    <a:pt x="803" y="1"/>
                    <a:pt x="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7748131" y="4918634"/>
              <a:ext cx="25720" cy="27386"/>
            </a:xfrm>
            <a:custGeom>
              <a:avLst/>
              <a:gdLst/>
              <a:ahLst/>
              <a:cxnLst/>
              <a:rect l="l" t="t" r="r" b="b"/>
              <a:pathLst>
                <a:path w="1233" h="1313" extrusionOk="0">
                  <a:moveTo>
                    <a:pt x="552" y="0"/>
                  </a:moveTo>
                  <a:cubicBezTo>
                    <a:pt x="491" y="0"/>
                    <a:pt x="428" y="8"/>
                    <a:pt x="365" y="23"/>
                  </a:cubicBezTo>
                  <a:cubicBezTo>
                    <a:pt x="183" y="114"/>
                    <a:pt x="0" y="502"/>
                    <a:pt x="0" y="685"/>
                  </a:cubicBezTo>
                  <a:cubicBezTo>
                    <a:pt x="0" y="1062"/>
                    <a:pt x="227" y="1312"/>
                    <a:pt x="557" y="1312"/>
                  </a:cubicBezTo>
                  <a:cubicBezTo>
                    <a:pt x="646" y="1312"/>
                    <a:pt x="743" y="1294"/>
                    <a:pt x="845" y="1255"/>
                  </a:cubicBezTo>
                  <a:cubicBezTo>
                    <a:pt x="1050" y="1255"/>
                    <a:pt x="1142" y="867"/>
                    <a:pt x="1233" y="685"/>
                  </a:cubicBezTo>
                  <a:cubicBezTo>
                    <a:pt x="1156" y="206"/>
                    <a:pt x="871" y="0"/>
                    <a:pt x="5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5024149" y="5012054"/>
              <a:ext cx="31916" cy="28992"/>
            </a:xfrm>
            <a:custGeom>
              <a:avLst/>
              <a:gdLst/>
              <a:ahLst/>
              <a:cxnLst/>
              <a:rect l="l" t="t" r="r" b="b"/>
              <a:pathLst>
                <a:path w="1530" h="1390" extrusionOk="0">
                  <a:moveTo>
                    <a:pt x="927" y="0"/>
                  </a:moveTo>
                  <a:cubicBezTo>
                    <a:pt x="872" y="0"/>
                    <a:pt x="815" y="6"/>
                    <a:pt x="754" y="17"/>
                  </a:cubicBezTo>
                  <a:cubicBezTo>
                    <a:pt x="571" y="17"/>
                    <a:pt x="183" y="200"/>
                    <a:pt x="92" y="383"/>
                  </a:cubicBezTo>
                  <a:cubicBezTo>
                    <a:pt x="1" y="771"/>
                    <a:pt x="183" y="1250"/>
                    <a:pt x="571" y="1341"/>
                  </a:cubicBezTo>
                  <a:cubicBezTo>
                    <a:pt x="676" y="1375"/>
                    <a:pt x="767" y="1390"/>
                    <a:pt x="848" y="1390"/>
                  </a:cubicBezTo>
                  <a:cubicBezTo>
                    <a:pt x="1209" y="1390"/>
                    <a:pt x="1362" y="1088"/>
                    <a:pt x="1530" y="771"/>
                  </a:cubicBezTo>
                  <a:cubicBezTo>
                    <a:pt x="1530" y="272"/>
                    <a:pt x="1304" y="0"/>
                    <a:pt x="9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p:nvPr/>
          </p:nvSpPr>
          <p:spPr>
            <a:xfrm>
              <a:off x="5212953" y="5012034"/>
              <a:ext cx="33585" cy="29451"/>
            </a:xfrm>
            <a:custGeom>
              <a:avLst/>
              <a:gdLst/>
              <a:ahLst/>
              <a:cxnLst/>
              <a:rect l="l" t="t" r="r" b="b"/>
              <a:pathLst>
                <a:path w="1610" h="1412" extrusionOk="0">
                  <a:moveTo>
                    <a:pt x="628" y="1"/>
                  </a:moveTo>
                  <a:cubicBezTo>
                    <a:pt x="198" y="1"/>
                    <a:pt x="0" y="263"/>
                    <a:pt x="80" y="680"/>
                  </a:cubicBezTo>
                  <a:cubicBezTo>
                    <a:pt x="80" y="954"/>
                    <a:pt x="262" y="1342"/>
                    <a:pt x="468" y="1342"/>
                  </a:cubicBezTo>
                  <a:cubicBezTo>
                    <a:pt x="561" y="1389"/>
                    <a:pt x="662" y="1412"/>
                    <a:pt x="763" y="1412"/>
                  </a:cubicBezTo>
                  <a:cubicBezTo>
                    <a:pt x="1053" y="1412"/>
                    <a:pt x="1336" y="1219"/>
                    <a:pt x="1404" y="863"/>
                  </a:cubicBezTo>
                  <a:cubicBezTo>
                    <a:pt x="1609" y="384"/>
                    <a:pt x="1221" y="110"/>
                    <a:pt x="833" y="18"/>
                  </a:cubicBezTo>
                  <a:cubicBezTo>
                    <a:pt x="760" y="7"/>
                    <a:pt x="691" y="1"/>
                    <a:pt x="6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4"/>
            <p:cNvSpPr/>
            <p:nvPr/>
          </p:nvSpPr>
          <p:spPr>
            <a:xfrm>
              <a:off x="5398878" y="5011241"/>
              <a:ext cx="31916" cy="29159"/>
            </a:xfrm>
            <a:custGeom>
              <a:avLst/>
              <a:gdLst/>
              <a:ahLst/>
              <a:cxnLst/>
              <a:rect l="l" t="t" r="r" b="b"/>
              <a:pathLst>
                <a:path w="1530" h="1398" extrusionOk="0">
                  <a:moveTo>
                    <a:pt x="968" y="0"/>
                  </a:moveTo>
                  <a:cubicBezTo>
                    <a:pt x="886" y="0"/>
                    <a:pt x="792" y="18"/>
                    <a:pt x="685" y="56"/>
                  </a:cubicBezTo>
                  <a:cubicBezTo>
                    <a:pt x="480" y="56"/>
                    <a:pt x="206" y="330"/>
                    <a:pt x="114" y="536"/>
                  </a:cubicBezTo>
                  <a:cubicBezTo>
                    <a:pt x="0" y="992"/>
                    <a:pt x="297" y="1380"/>
                    <a:pt x="776" y="1380"/>
                  </a:cubicBezTo>
                  <a:cubicBezTo>
                    <a:pt x="838" y="1392"/>
                    <a:pt x="896" y="1398"/>
                    <a:pt x="951" y="1398"/>
                  </a:cubicBezTo>
                  <a:cubicBezTo>
                    <a:pt x="1322" y="1398"/>
                    <a:pt x="1530" y="1136"/>
                    <a:pt x="1530" y="718"/>
                  </a:cubicBezTo>
                  <a:cubicBezTo>
                    <a:pt x="1455" y="329"/>
                    <a:pt x="1321" y="0"/>
                    <a:pt x="9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4"/>
            <p:cNvSpPr/>
            <p:nvPr/>
          </p:nvSpPr>
          <p:spPr>
            <a:xfrm>
              <a:off x="5585512" y="5012409"/>
              <a:ext cx="35733" cy="28846"/>
            </a:xfrm>
            <a:custGeom>
              <a:avLst/>
              <a:gdLst/>
              <a:ahLst/>
              <a:cxnLst/>
              <a:rect l="l" t="t" r="r" b="b"/>
              <a:pathLst>
                <a:path w="1713" h="1383" extrusionOk="0">
                  <a:moveTo>
                    <a:pt x="959" y="0"/>
                  </a:moveTo>
                  <a:cubicBezTo>
                    <a:pt x="663" y="0"/>
                    <a:pt x="297" y="183"/>
                    <a:pt x="297" y="366"/>
                  </a:cubicBezTo>
                  <a:cubicBezTo>
                    <a:pt x="1" y="754"/>
                    <a:pt x="183" y="1233"/>
                    <a:pt x="663" y="1324"/>
                  </a:cubicBezTo>
                  <a:cubicBezTo>
                    <a:pt x="747" y="1364"/>
                    <a:pt x="832" y="1382"/>
                    <a:pt x="914" y="1382"/>
                  </a:cubicBezTo>
                  <a:cubicBezTo>
                    <a:pt x="1210" y="1382"/>
                    <a:pt x="1478" y="1148"/>
                    <a:pt x="1621" y="845"/>
                  </a:cubicBezTo>
                  <a:cubicBezTo>
                    <a:pt x="1713" y="274"/>
                    <a:pt x="1325" y="0"/>
                    <a:pt x="9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4"/>
            <p:cNvSpPr/>
            <p:nvPr/>
          </p:nvSpPr>
          <p:spPr>
            <a:xfrm>
              <a:off x="5774066" y="5012054"/>
              <a:ext cx="31916" cy="28992"/>
            </a:xfrm>
            <a:custGeom>
              <a:avLst/>
              <a:gdLst/>
              <a:ahLst/>
              <a:cxnLst/>
              <a:rect l="l" t="t" r="r" b="b"/>
              <a:pathLst>
                <a:path w="1530" h="1390" extrusionOk="0">
                  <a:moveTo>
                    <a:pt x="927" y="0"/>
                  </a:moveTo>
                  <a:cubicBezTo>
                    <a:pt x="872" y="0"/>
                    <a:pt x="814" y="6"/>
                    <a:pt x="754" y="17"/>
                  </a:cubicBezTo>
                  <a:cubicBezTo>
                    <a:pt x="571" y="17"/>
                    <a:pt x="183" y="200"/>
                    <a:pt x="92" y="383"/>
                  </a:cubicBezTo>
                  <a:cubicBezTo>
                    <a:pt x="1" y="771"/>
                    <a:pt x="183" y="1250"/>
                    <a:pt x="662" y="1341"/>
                  </a:cubicBezTo>
                  <a:cubicBezTo>
                    <a:pt x="750" y="1375"/>
                    <a:pt x="831" y="1390"/>
                    <a:pt x="905" y="1390"/>
                  </a:cubicBezTo>
                  <a:cubicBezTo>
                    <a:pt x="1237" y="1390"/>
                    <a:pt x="1437" y="1088"/>
                    <a:pt x="1530" y="771"/>
                  </a:cubicBezTo>
                  <a:cubicBezTo>
                    <a:pt x="1530" y="272"/>
                    <a:pt x="1303" y="0"/>
                    <a:pt x="9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4"/>
            <p:cNvSpPr/>
            <p:nvPr/>
          </p:nvSpPr>
          <p:spPr>
            <a:xfrm>
              <a:off x="5960721" y="5011241"/>
              <a:ext cx="33334" cy="29159"/>
            </a:xfrm>
            <a:custGeom>
              <a:avLst/>
              <a:gdLst/>
              <a:ahLst/>
              <a:cxnLst/>
              <a:rect l="l" t="t" r="r" b="b"/>
              <a:pathLst>
                <a:path w="1598" h="1398" extrusionOk="0">
                  <a:moveTo>
                    <a:pt x="1036" y="0"/>
                  </a:moveTo>
                  <a:cubicBezTo>
                    <a:pt x="954" y="0"/>
                    <a:pt x="861" y="18"/>
                    <a:pt x="753" y="56"/>
                  </a:cubicBezTo>
                  <a:cubicBezTo>
                    <a:pt x="571" y="56"/>
                    <a:pt x="274" y="330"/>
                    <a:pt x="183" y="536"/>
                  </a:cubicBezTo>
                  <a:cubicBezTo>
                    <a:pt x="0" y="992"/>
                    <a:pt x="365" y="1380"/>
                    <a:pt x="753" y="1380"/>
                  </a:cubicBezTo>
                  <a:cubicBezTo>
                    <a:pt x="827" y="1392"/>
                    <a:pt x="894" y="1398"/>
                    <a:pt x="955" y="1398"/>
                  </a:cubicBezTo>
                  <a:cubicBezTo>
                    <a:pt x="1369" y="1398"/>
                    <a:pt x="1518" y="1136"/>
                    <a:pt x="1598" y="718"/>
                  </a:cubicBezTo>
                  <a:cubicBezTo>
                    <a:pt x="1524" y="329"/>
                    <a:pt x="1389" y="0"/>
                    <a:pt x="10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4"/>
            <p:cNvSpPr/>
            <p:nvPr/>
          </p:nvSpPr>
          <p:spPr>
            <a:xfrm>
              <a:off x="6148795" y="5012054"/>
              <a:ext cx="31916" cy="28992"/>
            </a:xfrm>
            <a:custGeom>
              <a:avLst/>
              <a:gdLst/>
              <a:ahLst/>
              <a:cxnLst/>
              <a:rect l="l" t="t" r="r" b="b"/>
              <a:pathLst>
                <a:path w="1530" h="1390" extrusionOk="0">
                  <a:moveTo>
                    <a:pt x="948" y="0"/>
                  </a:moveTo>
                  <a:cubicBezTo>
                    <a:pt x="894" y="0"/>
                    <a:pt x="837" y="6"/>
                    <a:pt x="776" y="17"/>
                  </a:cubicBezTo>
                  <a:cubicBezTo>
                    <a:pt x="571" y="17"/>
                    <a:pt x="206" y="200"/>
                    <a:pt x="114" y="383"/>
                  </a:cubicBezTo>
                  <a:cubicBezTo>
                    <a:pt x="0" y="771"/>
                    <a:pt x="206" y="1250"/>
                    <a:pt x="685" y="1341"/>
                  </a:cubicBezTo>
                  <a:cubicBezTo>
                    <a:pt x="768" y="1375"/>
                    <a:pt x="846" y="1390"/>
                    <a:pt x="919" y="1390"/>
                  </a:cubicBezTo>
                  <a:cubicBezTo>
                    <a:pt x="1243" y="1390"/>
                    <a:pt x="1455" y="1088"/>
                    <a:pt x="1529" y="771"/>
                  </a:cubicBezTo>
                  <a:cubicBezTo>
                    <a:pt x="1529" y="272"/>
                    <a:pt x="1320" y="0"/>
                    <a:pt x="9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
            <p:cNvSpPr/>
            <p:nvPr/>
          </p:nvSpPr>
          <p:spPr>
            <a:xfrm>
              <a:off x="6335429" y="5011241"/>
              <a:ext cx="33835" cy="29159"/>
            </a:xfrm>
            <a:custGeom>
              <a:avLst/>
              <a:gdLst/>
              <a:ahLst/>
              <a:cxnLst/>
              <a:rect l="l" t="t" r="r" b="b"/>
              <a:pathLst>
                <a:path w="1622" h="1398" extrusionOk="0">
                  <a:moveTo>
                    <a:pt x="1039" y="0"/>
                  </a:moveTo>
                  <a:cubicBezTo>
                    <a:pt x="956" y="0"/>
                    <a:pt x="861" y="18"/>
                    <a:pt x="754" y="56"/>
                  </a:cubicBezTo>
                  <a:cubicBezTo>
                    <a:pt x="571" y="56"/>
                    <a:pt x="297" y="330"/>
                    <a:pt x="183" y="536"/>
                  </a:cubicBezTo>
                  <a:cubicBezTo>
                    <a:pt x="1" y="992"/>
                    <a:pt x="389" y="1380"/>
                    <a:pt x="868" y="1380"/>
                  </a:cubicBezTo>
                  <a:cubicBezTo>
                    <a:pt x="927" y="1392"/>
                    <a:pt x="981" y="1398"/>
                    <a:pt x="1032" y="1398"/>
                  </a:cubicBezTo>
                  <a:cubicBezTo>
                    <a:pt x="1375" y="1398"/>
                    <a:pt x="1542" y="1136"/>
                    <a:pt x="1621" y="718"/>
                  </a:cubicBezTo>
                  <a:cubicBezTo>
                    <a:pt x="1547" y="329"/>
                    <a:pt x="1398" y="0"/>
                    <a:pt x="10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p:nvPr/>
          </p:nvSpPr>
          <p:spPr>
            <a:xfrm>
              <a:off x="6523983" y="5011241"/>
              <a:ext cx="31916" cy="29159"/>
            </a:xfrm>
            <a:custGeom>
              <a:avLst/>
              <a:gdLst/>
              <a:ahLst/>
              <a:cxnLst/>
              <a:rect l="l" t="t" r="r" b="b"/>
              <a:pathLst>
                <a:path w="1530" h="1398" extrusionOk="0">
                  <a:moveTo>
                    <a:pt x="994" y="0"/>
                  </a:moveTo>
                  <a:cubicBezTo>
                    <a:pt x="923" y="0"/>
                    <a:pt x="844" y="18"/>
                    <a:pt x="754" y="56"/>
                  </a:cubicBezTo>
                  <a:cubicBezTo>
                    <a:pt x="480" y="56"/>
                    <a:pt x="183" y="330"/>
                    <a:pt x="183" y="536"/>
                  </a:cubicBezTo>
                  <a:cubicBezTo>
                    <a:pt x="0" y="992"/>
                    <a:pt x="274" y="1380"/>
                    <a:pt x="754" y="1380"/>
                  </a:cubicBezTo>
                  <a:cubicBezTo>
                    <a:pt x="815" y="1392"/>
                    <a:pt x="874" y="1398"/>
                    <a:pt x="929" y="1398"/>
                  </a:cubicBezTo>
                  <a:cubicBezTo>
                    <a:pt x="1304" y="1398"/>
                    <a:pt x="1530" y="1136"/>
                    <a:pt x="1530" y="718"/>
                  </a:cubicBezTo>
                  <a:cubicBezTo>
                    <a:pt x="1437" y="329"/>
                    <a:pt x="1299" y="0"/>
                    <a:pt x="99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4"/>
            <p:cNvSpPr/>
            <p:nvPr/>
          </p:nvSpPr>
          <p:spPr>
            <a:xfrm>
              <a:off x="6712536" y="5011012"/>
              <a:ext cx="33814" cy="29034"/>
            </a:xfrm>
            <a:custGeom>
              <a:avLst/>
              <a:gdLst/>
              <a:ahLst/>
              <a:cxnLst/>
              <a:rect l="l" t="t" r="r" b="b"/>
              <a:pathLst>
                <a:path w="1621" h="1392" extrusionOk="0">
                  <a:moveTo>
                    <a:pt x="819" y="0"/>
                  </a:moveTo>
                  <a:cubicBezTo>
                    <a:pt x="737" y="0"/>
                    <a:pt x="653" y="21"/>
                    <a:pt x="571" y="67"/>
                  </a:cubicBezTo>
                  <a:cubicBezTo>
                    <a:pt x="92" y="159"/>
                    <a:pt x="0" y="638"/>
                    <a:pt x="183" y="1117"/>
                  </a:cubicBezTo>
                  <a:cubicBezTo>
                    <a:pt x="274" y="1300"/>
                    <a:pt x="662" y="1391"/>
                    <a:pt x="845" y="1391"/>
                  </a:cubicBezTo>
                  <a:cubicBezTo>
                    <a:pt x="1324" y="1391"/>
                    <a:pt x="1621" y="1117"/>
                    <a:pt x="1507" y="547"/>
                  </a:cubicBezTo>
                  <a:cubicBezTo>
                    <a:pt x="1365" y="246"/>
                    <a:pt x="1101" y="0"/>
                    <a:pt x="8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4"/>
            <p:cNvSpPr/>
            <p:nvPr/>
          </p:nvSpPr>
          <p:spPr>
            <a:xfrm>
              <a:off x="6898691" y="5012034"/>
              <a:ext cx="31937" cy="29493"/>
            </a:xfrm>
            <a:custGeom>
              <a:avLst/>
              <a:gdLst/>
              <a:ahLst/>
              <a:cxnLst/>
              <a:rect l="l" t="t" r="r" b="b"/>
              <a:pathLst>
                <a:path w="1531" h="1414" extrusionOk="0">
                  <a:moveTo>
                    <a:pt x="857" y="1"/>
                  </a:moveTo>
                  <a:cubicBezTo>
                    <a:pt x="802" y="1"/>
                    <a:pt x="745" y="6"/>
                    <a:pt x="686" y="18"/>
                  </a:cubicBezTo>
                  <a:cubicBezTo>
                    <a:pt x="206" y="201"/>
                    <a:pt x="1" y="589"/>
                    <a:pt x="115" y="954"/>
                  </a:cubicBezTo>
                  <a:cubicBezTo>
                    <a:pt x="249" y="1239"/>
                    <a:pt x="543" y="1413"/>
                    <a:pt x="835" y="1413"/>
                  </a:cubicBezTo>
                  <a:cubicBezTo>
                    <a:pt x="940" y="1413"/>
                    <a:pt x="1045" y="1391"/>
                    <a:pt x="1142" y="1342"/>
                  </a:cubicBezTo>
                  <a:cubicBezTo>
                    <a:pt x="1348" y="1160"/>
                    <a:pt x="1530" y="863"/>
                    <a:pt x="1530" y="589"/>
                  </a:cubicBezTo>
                  <a:cubicBezTo>
                    <a:pt x="1451" y="252"/>
                    <a:pt x="1216" y="1"/>
                    <a:pt x="8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4"/>
            <p:cNvSpPr/>
            <p:nvPr/>
          </p:nvSpPr>
          <p:spPr>
            <a:xfrm>
              <a:off x="7085346" y="5012034"/>
              <a:ext cx="33835" cy="29493"/>
            </a:xfrm>
            <a:custGeom>
              <a:avLst/>
              <a:gdLst/>
              <a:ahLst/>
              <a:cxnLst/>
              <a:rect l="l" t="t" r="r" b="b"/>
              <a:pathLst>
                <a:path w="1622" h="1414" extrusionOk="0">
                  <a:moveTo>
                    <a:pt x="872" y="1"/>
                  </a:moveTo>
                  <a:cubicBezTo>
                    <a:pt x="807" y="1"/>
                    <a:pt x="737" y="6"/>
                    <a:pt x="662" y="18"/>
                  </a:cubicBezTo>
                  <a:cubicBezTo>
                    <a:pt x="297" y="201"/>
                    <a:pt x="0" y="589"/>
                    <a:pt x="183" y="954"/>
                  </a:cubicBezTo>
                  <a:cubicBezTo>
                    <a:pt x="334" y="1239"/>
                    <a:pt x="633" y="1413"/>
                    <a:pt x="925" y="1413"/>
                  </a:cubicBezTo>
                  <a:cubicBezTo>
                    <a:pt x="1031" y="1413"/>
                    <a:pt x="1136" y="1391"/>
                    <a:pt x="1233" y="1342"/>
                  </a:cubicBezTo>
                  <a:cubicBezTo>
                    <a:pt x="1438" y="1160"/>
                    <a:pt x="1621" y="863"/>
                    <a:pt x="1530" y="589"/>
                  </a:cubicBezTo>
                  <a:cubicBezTo>
                    <a:pt x="1530" y="252"/>
                    <a:pt x="1306" y="1"/>
                    <a:pt x="8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4"/>
            <p:cNvSpPr/>
            <p:nvPr/>
          </p:nvSpPr>
          <p:spPr>
            <a:xfrm>
              <a:off x="7273900" y="5012054"/>
              <a:ext cx="33585" cy="28992"/>
            </a:xfrm>
            <a:custGeom>
              <a:avLst/>
              <a:gdLst/>
              <a:ahLst/>
              <a:cxnLst/>
              <a:rect l="l" t="t" r="r" b="b"/>
              <a:pathLst>
                <a:path w="1610" h="1390" extrusionOk="0">
                  <a:moveTo>
                    <a:pt x="1018" y="0"/>
                  </a:moveTo>
                  <a:cubicBezTo>
                    <a:pt x="963" y="0"/>
                    <a:pt x="905" y="6"/>
                    <a:pt x="845" y="17"/>
                  </a:cubicBezTo>
                  <a:cubicBezTo>
                    <a:pt x="571" y="17"/>
                    <a:pt x="183" y="200"/>
                    <a:pt x="183" y="383"/>
                  </a:cubicBezTo>
                  <a:cubicBezTo>
                    <a:pt x="0" y="771"/>
                    <a:pt x="183" y="1250"/>
                    <a:pt x="662" y="1341"/>
                  </a:cubicBezTo>
                  <a:cubicBezTo>
                    <a:pt x="750" y="1375"/>
                    <a:pt x="830" y="1390"/>
                    <a:pt x="905" y="1390"/>
                  </a:cubicBezTo>
                  <a:cubicBezTo>
                    <a:pt x="1236" y="1390"/>
                    <a:pt x="1436" y="1088"/>
                    <a:pt x="1530" y="771"/>
                  </a:cubicBezTo>
                  <a:cubicBezTo>
                    <a:pt x="1609" y="272"/>
                    <a:pt x="1393" y="0"/>
                    <a:pt x="10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4"/>
            <p:cNvSpPr/>
            <p:nvPr/>
          </p:nvSpPr>
          <p:spPr>
            <a:xfrm>
              <a:off x="7462453" y="5011241"/>
              <a:ext cx="31436" cy="29159"/>
            </a:xfrm>
            <a:custGeom>
              <a:avLst/>
              <a:gdLst/>
              <a:ahLst/>
              <a:cxnLst/>
              <a:rect l="l" t="t" r="r" b="b"/>
              <a:pathLst>
                <a:path w="1507" h="1398" extrusionOk="0">
                  <a:moveTo>
                    <a:pt x="945" y="0"/>
                  </a:moveTo>
                  <a:cubicBezTo>
                    <a:pt x="863" y="0"/>
                    <a:pt x="769" y="18"/>
                    <a:pt x="662" y="56"/>
                  </a:cubicBezTo>
                  <a:cubicBezTo>
                    <a:pt x="479" y="56"/>
                    <a:pt x="183" y="330"/>
                    <a:pt x="91" y="536"/>
                  </a:cubicBezTo>
                  <a:cubicBezTo>
                    <a:pt x="0" y="992"/>
                    <a:pt x="274" y="1380"/>
                    <a:pt x="753" y="1380"/>
                  </a:cubicBezTo>
                  <a:cubicBezTo>
                    <a:pt x="815" y="1392"/>
                    <a:pt x="873" y="1398"/>
                    <a:pt x="928" y="1398"/>
                  </a:cubicBezTo>
                  <a:cubicBezTo>
                    <a:pt x="1299" y="1398"/>
                    <a:pt x="1507" y="1136"/>
                    <a:pt x="1507" y="718"/>
                  </a:cubicBezTo>
                  <a:cubicBezTo>
                    <a:pt x="1432" y="329"/>
                    <a:pt x="1298" y="0"/>
                    <a:pt x="9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a:off x="7648608" y="5011012"/>
              <a:ext cx="33835" cy="29034"/>
            </a:xfrm>
            <a:custGeom>
              <a:avLst/>
              <a:gdLst/>
              <a:ahLst/>
              <a:cxnLst/>
              <a:rect l="l" t="t" r="r" b="b"/>
              <a:pathLst>
                <a:path w="1622" h="1392" extrusionOk="0">
                  <a:moveTo>
                    <a:pt x="880" y="0"/>
                  </a:moveTo>
                  <a:cubicBezTo>
                    <a:pt x="783" y="0"/>
                    <a:pt x="679" y="21"/>
                    <a:pt x="571" y="67"/>
                  </a:cubicBezTo>
                  <a:cubicBezTo>
                    <a:pt x="206" y="159"/>
                    <a:pt x="1" y="638"/>
                    <a:pt x="298" y="1117"/>
                  </a:cubicBezTo>
                  <a:cubicBezTo>
                    <a:pt x="389" y="1300"/>
                    <a:pt x="686" y="1391"/>
                    <a:pt x="959" y="1391"/>
                  </a:cubicBezTo>
                  <a:cubicBezTo>
                    <a:pt x="1347" y="1391"/>
                    <a:pt x="1621" y="1117"/>
                    <a:pt x="1621" y="547"/>
                  </a:cubicBezTo>
                  <a:cubicBezTo>
                    <a:pt x="1480" y="246"/>
                    <a:pt x="1215" y="0"/>
                    <a:pt x="8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 name="Google Shape;67;p4"/>
          <p:cNvSpPr/>
          <p:nvPr/>
        </p:nvSpPr>
        <p:spPr>
          <a:xfrm>
            <a:off x="7446750" y="4775225"/>
            <a:ext cx="628785" cy="171475"/>
          </a:xfrm>
          <a:custGeom>
            <a:avLst/>
            <a:gdLst/>
            <a:ahLst/>
            <a:cxnLst/>
            <a:rect l="l" t="t" r="r" b="b"/>
            <a:pathLst>
              <a:path w="9560" h="2607" extrusionOk="0">
                <a:moveTo>
                  <a:pt x="6988" y="1"/>
                </a:moveTo>
                <a:cubicBezTo>
                  <a:pt x="6936" y="1"/>
                  <a:pt x="6884" y="17"/>
                  <a:pt x="6840" y="51"/>
                </a:cubicBezTo>
                <a:cubicBezTo>
                  <a:pt x="6758" y="110"/>
                  <a:pt x="6639" y="370"/>
                  <a:pt x="6522" y="718"/>
                </a:cubicBezTo>
                <a:cubicBezTo>
                  <a:pt x="6461" y="592"/>
                  <a:pt x="6403" y="503"/>
                  <a:pt x="6358" y="466"/>
                </a:cubicBezTo>
                <a:cubicBezTo>
                  <a:pt x="6314" y="432"/>
                  <a:pt x="6262" y="415"/>
                  <a:pt x="6210" y="415"/>
                </a:cubicBezTo>
                <a:cubicBezTo>
                  <a:pt x="6158" y="415"/>
                  <a:pt x="6106" y="432"/>
                  <a:pt x="6061" y="466"/>
                </a:cubicBezTo>
                <a:cubicBezTo>
                  <a:pt x="5965" y="547"/>
                  <a:pt x="5810" y="896"/>
                  <a:pt x="5677" y="1355"/>
                </a:cubicBezTo>
                <a:cubicBezTo>
                  <a:pt x="5640" y="1303"/>
                  <a:pt x="5609" y="1266"/>
                  <a:pt x="5581" y="1252"/>
                </a:cubicBezTo>
                <a:cubicBezTo>
                  <a:pt x="5536" y="1225"/>
                  <a:pt x="5484" y="1212"/>
                  <a:pt x="5432" y="1212"/>
                </a:cubicBezTo>
                <a:cubicBezTo>
                  <a:pt x="5380" y="1212"/>
                  <a:pt x="5328" y="1225"/>
                  <a:pt x="5284" y="1252"/>
                </a:cubicBezTo>
                <a:cubicBezTo>
                  <a:pt x="5209" y="1296"/>
                  <a:pt x="5106" y="1474"/>
                  <a:pt x="5003" y="1710"/>
                </a:cubicBezTo>
                <a:cubicBezTo>
                  <a:pt x="4928" y="1570"/>
                  <a:pt x="4854" y="1474"/>
                  <a:pt x="4802" y="1444"/>
                </a:cubicBezTo>
                <a:cubicBezTo>
                  <a:pt x="4758" y="1414"/>
                  <a:pt x="4706" y="1400"/>
                  <a:pt x="4653" y="1400"/>
                </a:cubicBezTo>
                <a:cubicBezTo>
                  <a:pt x="4601" y="1400"/>
                  <a:pt x="4549" y="1414"/>
                  <a:pt x="4505" y="1444"/>
                </a:cubicBezTo>
                <a:cubicBezTo>
                  <a:pt x="4402" y="1509"/>
                  <a:pt x="4217" y="1865"/>
                  <a:pt x="4076" y="2295"/>
                </a:cubicBezTo>
                <a:cubicBezTo>
                  <a:pt x="4039" y="2237"/>
                  <a:pt x="4009" y="2199"/>
                  <a:pt x="3987" y="2176"/>
                </a:cubicBezTo>
                <a:cubicBezTo>
                  <a:pt x="3957" y="2159"/>
                  <a:pt x="3922" y="2150"/>
                  <a:pt x="3887" y="2150"/>
                </a:cubicBezTo>
                <a:cubicBezTo>
                  <a:pt x="3852" y="2150"/>
                  <a:pt x="3817" y="2159"/>
                  <a:pt x="3787" y="2176"/>
                </a:cubicBezTo>
                <a:cubicBezTo>
                  <a:pt x="3749" y="2199"/>
                  <a:pt x="3714" y="2265"/>
                  <a:pt x="3669" y="2347"/>
                </a:cubicBezTo>
                <a:cubicBezTo>
                  <a:pt x="3616" y="1814"/>
                  <a:pt x="3358" y="1214"/>
                  <a:pt x="3239" y="1132"/>
                </a:cubicBezTo>
                <a:cubicBezTo>
                  <a:pt x="3209" y="1110"/>
                  <a:pt x="3174" y="1099"/>
                  <a:pt x="3139" y="1099"/>
                </a:cubicBezTo>
                <a:cubicBezTo>
                  <a:pt x="3104" y="1099"/>
                  <a:pt x="3068" y="1110"/>
                  <a:pt x="3038" y="1132"/>
                </a:cubicBezTo>
                <a:cubicBezTo>
                  <a:pt x="2972" y="1177"/>
                  <a:pt x="2869" y="1392"/>
                  <a:pt x="2780" y="1659"/>
                </a:cubicBezTo>
                <a:cubicBezTo>
                  <a:pt x="2623" y="1044"/>
                  <a:pt x="2364" y="496"/>
                  <a:pt x="2223" y="398"/>
                </a:cubicBezTo>
                <a:cubicBezTo>
                  <a:pt x="2175" y="365"/>
                  <a:pt x="2120" y="349"/>
                  <a:pt x="2065" y="349"/>
                </a:cubicBezTo>
                <a:cubicBezTo>
                  <a:pt x="2010" y="349"/>
                  <a:pt x="1957" y="365"/>
                  <a:pt x="1912" y="398"/>
                </a:cubicBezTo>
                <a:cubicBezTo>
                  <a:pt x="1779" y="487"/>
                  <a:pt x="1556" y="962"/>
                  <a:pt x="1409" y="1533"/>
                </a:cubicBezTo>
                <a:cubicBezTo>
                  <a:pt x="1409" y="1525"/>
                  <a:pt x="1402" y="1525"/>
                  <a:pt x="1402" y="1525"/>
                </a:cubicBezTo>
                <a:cubicBezTo>
                  <a:pt x="1353" y="1495"/>
                  <a:pt x="1297" y="1480"/>
                  <a:pt x="1242" y="1480"/>
                </a:cubicBezTo>
                <a:cubicBezTo>
                  <a:pt x="1186" y="1480"/>
                  <a:pt x="1131" y="1495"/>
                  <a:pt x="1082" y="1525"/>
                </a:cubicBezTo>
                <a:cubicBezTo>
                  <a:pt x="957" y="1591"/>
                  <a:pt x="749" y="1954"/>
                  <a:pt x="601" y="2392"/>
                </a:cubicBezTo>
                <a:cubicBezTo>
                  <a:pt x="548" y="2288"/>
                  <a:pt x="497" y="2214"/>
                  <a:pt x="459" y="2185"/>
                </a:cubicBezTo>
                <a:cubicBezTo>
                  <a:pt x="426" y="2163"/>
                  <a:pt x="386" y="2152"/>
                  <a:pt x="345" y="2152"/>
                </a:cubicBezTo>
                <a:cubicBezTo>
                  <a:pt x="304" y="2152"/>
                  <a:pt x="264" y="2163"/>
                  <a:pt x="230" y="2185"/>
                </a:cubicBezTo>
                <a:cubicBezTo>
                  <a:pt x="171" y="2230"/>
                  <a:pt x="82" y="2384"/>
                  <a:pt x="0" y="2607"/>
                </a:cubicBezTo>
                <a:lnTo>
                  <a:pt x="9559" y="2607"/>
                </a:lnTo>
                <a:lnTo>
                  <a:pt x="9559" y="1954"/>
                </a:lnTo>
                <a:cubicBezTo>
                  <a:pt x="9419" y="1465"/>
                  <a:pt x="9241" y="1074"/>
                  <a:pt x="9138" y="992"/>
                </a:cubicBezTo>
                <a:cubicBezTo>
                  <a:pt x="9093" y="958"/>
                  <a:pt x="9041" y="941"/>
                  <a:pt x="8989" y="941"/>
                </a:cubicBezTo>
                <a:cubicBezTo>
                  <a:pt x="8937" y="941"/>
                  <a:pt x="8885" y="958"/>
                  <a:pt x="8841" y="992"/>
                </a:cubicBezTo>
                <a:cubicBezTo>
                  <a:pt x="8752" y="1058"/>
                  <a:pt x="8618" y="1341"/>
                  <a:pt x="8499" y="1710"/>
                </a:cubicBezTo>
                <a:cubicBezTo>
                  <a:pt x="8441" y="1570"/>
                  <a:pt x="8382" y="1474"/>
                  <a:pt x="8337" y="1444"/>
                </a:cubicBezTo>
                <a:cubicBezTo>
                  <a:pt x="8300" y="1414"/>
                  <a:pt x="8256" y="1400"/>
                  <a:pt x="8211" y="1400"/>
                </a:cubicBezTo>
                <a:cubicBezTo>
                  <a:pt x="8167" y="1400"/>
                  <a:pt x="8122" y="1414"/>
                  <a:pt x="8085" y="1444"/>
                </a:cubicBezTo>
                <a:cubicBezTo>
                  <a:pt x="8055" y="1465"/>
                  <a:pt x="8026" y="1509"/>
                  <a:pt x="7989" y="1577"/>
                </a:cubicBezTo>
                <a:cubicBezTo>
                  <a:pt x="7877" y="1273"/>
                  <a:pt x="7759" y="1051"/>
                  <a:pt x="7685" y="992"/>
                </a:cubicBezTo>
                <a:cubicBezTo>
                  <a:pt x="7647" y="962"/>
                  <a:pt x="7596" y="947"/>
                  <a:pt x="7544" y="947"/>
                </a:cubicBezTo>
                <a:cubicBezTo>
                  <a:pt x="7411" y="487"/>
                  <a:pt x="7240" y="124"/>
                  <a:pt x="7137" y="51"/>
                </a:cubicBezTo>
                <a:cubicBezTo>
                  <a:pt x="7093" y="17"/>
                  <a:pt x="7041" y="1"/>
                  <a:pt x="6988" y="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07"/>
        <p:cNvGrpSpPr/>
        <p:nvPr/>
      </p:nvGrpSpPr>
      <p:grpSpPr>
        <a:xfrm>
          <a:off x="0" y="0"/>
          <a:ext cx="0" cy="0"/>
          <a:chOff x="0" y="0"/>
          <a:chExt cx="0" cy="0"/>
        </a:xfrm>
      </p:grpSpPr>
      <p:sp>
        <p:nvSpPr>
          <p:cNvPr id="508" name="Google Shape;508;p11"/>
          <p:cNvSpPr txBox="1">
            <a:spLocks noGrp="1"/>
          </p:cNvSpPr>
          <p:nvPr>
            <p:ph type="title" hasCustomPrompt="1"/>
          </p:nvPr>
        </p:nvSpPr>
        <p:spPr>
          <a:xfrm>
            <a:off x="1284000" y="539500"/>
            <a:ext cx="6576000" cy="8529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67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09" name="Google Shape;509;p11"/>
          <p:cNvSpPr txBox="1">
            <a:spLocks noGrp="1"/>
          </p:cNvSpPr>
          <p:nvPr>
            <p:ph type="subTitle" idx="1"/>
          </p:nvPr>
        </p:nvSpPr>
        <p:spPr>
          <a:xfrm>
            <a:off x="1284000" y="148162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atin typeface="Kumbh Sans"/>
                <a:ea typeface="Kumbh Sans"/>
                <a:cs typeface="Kumbh Sans"/>
                <a:sym typeface="Kumbh Sans"/>
              </a:defRPr>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grpSp>
        <p:nvGrpSpPr>
          <p:cNvPr id="510" name="Google Shape;510;p11"/>
          <p:cNvGrpSpPr/>
          <p:nvPr/>
        </p:nvGrpSpPr>
        <p:grpSpPr>
          <a:xfrm>
            <a:off x="3197149" y="4734913"/>
            <a:ext cx="2749703" cy="122913"/>
            <a:chOff x="5024149" y="4918613"/>
            <a:chExt cx="2749703" cy="122913"/>
          </a:xfrm>
        </p:grpSpPr>
        <p:sp>
          <p:nvSpPr>
            <p:cNvPr id="511" name="Google Shape;511;p11"/>
            <p:cNvSpPr/>
            <p:nvPr/>
          </p:nvSpPr>
          <p:spPr>
            <a:xfrm>
              <a:off x="5121294" y="4919510"/>
              <a:ext cx="27619" cy="26802"/>
            </a:xfrm>
            <a:custGeom>
              <a:avLst/>
              <a:gdLst/>
              <a:ahLst/>
              <a:cxnLst/>
              <a:rect l="l" t="t" r="r" b="b"/>
              <a:pathLst>
                <a:path w="1324" h="1285" extrusionOk="0">
                  <a:moveTo>
                    <a:pt x="690" y="1"/>
                  </a:moveTo>
                  <a:cubicBezTo>
                    <a:pt x="379" y="1"/>
                    <a:pt x="134" y="175"/>
                    <a:pt x="0" y="460"/>
                  </a:cubicBezTo>
                  <a:cubicBezTo>
                    <a:pt x="0" y="643"/>
                    <a:pt x="183" y="1031"/>
                    <a:pt x="297" y="1213"/>
                  </a:cubicBezTo>
                  <a:cubicBezTo>
                    <a:pt x="418" y="1262"/>
                    <a:pt x="528" y="1284"/>
                    <a:pt x="629" y="1284"/>
                  </a:cubicBezTo>
                  <a:cubicBezTo>
                    <a:pt x="909" y="1284"/>
                    <a:pt x="1123" y="1110"/>
                    <a:pt x="1324" y="825"/>
                  </a:cubicBezTo>
                  <a:cubicBezTo>
                    <a:pt x="1233" y="551"/>
                    <a:pt x="1141" y="163"/>
                    <a:pt x="1050" y="72"/>
                  </a:cubicBezTo>
                  <a:cubicBezTo>
                    <a:pt x="923" y="24"/>
                    <a:pt x="802" y="1"/>
                    <a:pt x="6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1"/>
            <p:cNvSpPr/>
            <p:nvPr/>
          </p:nvSpPr>
          <p:spPr>
            <a:xfrm>
              <a:off x="5307928" y="4919510"/>
              <a:ext cx="27639" cy="26802"/>
            </a:xfrm>
            <a:custGeom>
              <a:avLst/>
              <a:gdLst/>
              <a:ahLst/>
              <a:cxnLst/>
              <a:rect l="l" t="t" r="r" b="b"/>
              <a:pathLst>
                <a:path w="1325" h="1285" extrusionOk="0">
                  <a:moveTo>
                    <a:pt x="731" y="1"/>
                  </a:moveTo>
                  <a:cubicBezTo>
                    <a:pt x="435" y="1"/>
                    <a:pt x="159" y="175"/>
                    <a:pt x="92" y="460"/>
                  </a:cubicBezTo>
                  <a:cubicBezTo>
                    <a:pt x="1" y="643"/>
                    <a:pt x="183" y="1031"/>
                    <a:pt x="366" y="1213"/>
                  </a:cubicBezTo>
                  <a:cubicBezTo>
                    <a:pt x="469" y="1262"/>
                    <a:pt x="572" y="1284"/>
                    <a:pt x="671" y="1284"/>
                  </a:cubicBezTo>
                  <a:cubicBezTo>
                    <a:pt x="945" y="1284"/>
                    <a:pt x="1190" y="1110"/>
                    <a:pt x="1324" y="825"/>
                  </a:cubicBezTo>
                  <a:cubicBezTo>
                    <a:pt x="1233" y="551"/>
                    <a:pt x="1233" y="163"/>
                    <a:pt x="1051" y="72"/>
                  </a:cubicBezTo>
                  <a:cubicBezTo>
                    <a:pt x="948" y="24"/>
                    <a:pt x="838" y="1"/>
                    <a:pt x="7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1"/>
            <p:cNvSpPr/>
            <p:nvPr/>
          </p:nvSpPr>
          <p:spPr>
            <a:xfrm>
              <a:off x="5496482" y="4919823"/>
              <a:ext cx="25720" cy="27365"/>
            </a:xfrm>
            <a:custGeom>
              <a:avLst/>
              <a:gdLst/>
              <a:ahLst/>
              <a:cxnLst/>
              <a:rect l="l" t="t" r="r" b="b"/>
              <a:pathLst>
                <a:path w="1233" h="1312" extrusionOk="0">
                  <a:moveTo>
                    <a:pt x="656" y="0"/>
                  </a:moveTo>
                  <a:cubicBezTo>
                    <a:pt x="565" y="0"/>
                    <a:pt x="467" y="18"/>
                    <a:pt x="366" y="57"/>
                  </a:cubicBezTo>
                  <a:cubicBezTo>
                    <a:pt x="183" y="57"/>
                    <a:pt x="92" y="445"/>
                    <a:pt x="0" y="628"/>
                  </a:cubicBezTo>
                  <a:cubicBezTo>
                    <a:pt x="77" y="1106"/>
                    <a:pt x="346" y="1312"/>
                    <a:pt x="660" y="1312"/>
                  </a:cubicBezTo>
                  <a:cubicBezTo>
                    <a:pt x="720" y="1312"/>
                    <a:pt x="782" y="1304"/>
                    <a:pt x="845" y="1290"/>
                  </a:cubicBezTo>
                  <a:cubicBezTo>
                    <a:pt x="1028" y="1198"/>
                    <a:pt x="1233" y="810"/>
                    <a:pt x="1233" y="628"/>
                  </a:cubicBezTo>
                  <a:cubicBezTo>
                    <a:pt x="1233" y="250"/>
                    <a:pt x="992" y="0"/>
                    <a:pt x="6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1"/>
            <p:cNvSpPr/>
            <p:nvPr/>
          </p:nvSpPr>
          <p:spPr>
            <a:xfrm>
              <a:off x="5680738" y="4920490"/>
              <a:ext cx="33835" cy="26239"/>
            </a:xfrm>
            <a:custGeom>
              <a:avLst/>
              <a:gdLst/>
              <a:ahLst/>
              <a:cxnLst/>
              <a:rect l="l" t="t" r="r" b="b"/>
              <a:pathLst>
                <a:path w="1622" h="1258" extrusionOk="0">
                  <a:moveTo>
                    <a:pt x="743" y="1"/>
                  </a:moveTo>
                  <a:cubicBezTo>
                    <a:pt x="538" y="1"/>
                    <a:pt x="277" y="154"/>
                    <a:pt x="183" y="322"/>
                  </a:cubicBezTo>
                  <a:cubicBezTo>
                    <a:pt x="1" y="778"/>
                    <a:pt x="298" y="1166"/>
                    <a:pt x="754" y="1258"/>
                  </a:cubicBezTo>
                  <a:cubicBezTo>
                    <a:pt x="959" y="1166"/>
                    <a:pt x="1325" y="1075"/>
                    <a:pt x="1439" y="892"/>
                  </a:cubicBezTo>
                  <a:cubicBezTo>
                    <a:pt x="1621" y="413"/>
                    <a:pt x="1325" y="25"/>
                    <a:pt x="868" y="25"/>
                  </a:cubicBezTo>
                  <a:cubicBezTo>
                    <a:pt x="831" y="8"/>
                    <a:pt x="788" y="1"/>
                    <a:pt x="7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1"/>
            <p:cNvSpPr/>
            <p:nvPr/>
          </p:nvSpPr>
          <p:spPr>
            <a:xfrm>
              <a:off x="5871190" y="4919823"/>
              <a:ext cx="27639" cy="27365"/>
            </a:xfrm>
            <a:custGeom>
              <a:avLst/>
              <a:gdLst/>
              <a:ahLst/>
              <a:cxnLst/>
              <a:rect l="l" t="t" r="r" b="b"/>
              <a:pathLst>
                <a:path w="1325" h="1312" extrusionOk="0">
                  <a:moveTo>
                    <a:pt x="677" y="0"/>
                  </a:moveTo>
                  <a:cubicBezTo>
                    <a:pt x="587" y="0"/>
                    <a:pt x="491" y="18"/>
                    <a:pt x="389" y="57"/>
                  </a:cubicBezTo>
                  <a:cubicBezTo>
                    <a:pt x="184" y="57"/>
                    <a:pt x="92" y="445"/>
                    <a:pt x="1" y="628"/>
                  </a:cubicBezTo>
                  <a:cubicBezTo>
                    <a:pt x="77" y="1106"/>
                    <a:pt x="363" y="1312"/>
                    <a:pt x="682" y="1312"/>
                  </a:cubicBezTo>
                  <a:cubicBezTo>
                    <a:pt x="743" y="1312"/>
                    <a:pt x="806" y="1304"/>
                    <a:pt x="868" y="1290"/>
                  </a:cubicBezTo>
                  <a:cubicBezTo>
                    <a:pt x="1051" y="1198"/>
                    <a:pt x="1325" y="810"/>
                    <a:pt x="1233" y="628"/>
                  </a:cubicBezTo>
                  <a:cubicBezTo>
                    <a:pt x="1233" y="250"/>
                    <a:pt x="1007" y="0"/>
                    <a:pt x="6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1"/>
            <p:cNvSpPr/>
            <p:nvPr/>
          </p:nvSpPr>
          <p:spPr>
            <a:xfrm>
              <a:off x="6055947" y="4920490"/>
              <a:ext cx="33334" cy="26239"/>
            </a:xfrm>
            <a:custGeom>
              <a:avLst/>
              <a:gdLst/>
              <a:ahLst/>
              <a:cxnLst/>
              <a:rect l="l" t="t" r="r" b="b"/>
              <a:pathLst>
                <a:path w="1598" h="1258" extrusionOk="0">
                  <a:moveTo>
                    <a:pt x="728" y="1"/>
                  </a:moveTo>
                  <a:cubicBezTo>
                    <a:pt x="531" y="1"/>
                    <a:pt x="257" y="154"/>
                    <a:pt x="183" y="322"/>
                  </a:cubicBezTo>
                  <a:cubicBezTo>
                    <a:pt x="0" y="778"/>
                    <a:pt x="274" y="1166"/>
                    <a:pt x="753" y="1258"/>
                  </a:cubicBezTo>
                  <a:cubicBezTo>
                    <a:pt x="936" y="1166"/>
                    <a:pt x="1324" y="1075"/>
                    <a:pt x="1415" y="892"/>
                  </a:cubicBezTo>
                  <a:cubicBezTo>
                    <a:pt x="1598" y="413"/>
                    <a:pt x="1324" y="25"/>
                    <a:pt x="845" y="25"/>
                  </a:cubicBezTo>
                  <a:cubicBezTo>
                    <a:pt x="811" y="8"/>
                    <a:pt x="771" y="1"/>
                    <a:pt x="7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1"/>
            <p:cNvSpPr/>
            <p:nvPr/>
          </p:nvSpPr>
          <p:spPr>
            <a:xfrm>
              <a:off x="6244021" y="4919093"/>
              <a:ext cx="31916" cy="27636"/>
            </a:xfrm>
            <a:custGeom>
              <a:avLst/>
              <a:gdLst/>
              <a:ahLst/>
              <a:cxnLst/>
              <a:rect l="l" t="t" r="r" b="b"/>
              <a:pathLst>
                <a:path w="1530" h="1325" extrusionOk="0">
                  <a:moveTo>
                    <a:pt x="571" y="1"/>
                  </a:moveTo>
                  <a:cubicBezTo>
                    <a:pt x="206" y="183"/>
                    <a:pt x="0" y="571"/>
                    <a:pt x="206" y="959"/>
                  </a:cubicBezTo>
                  <a:cubicBezTo>
                    <a:pt x="297" y="1142"/>
                    <a:pt x="685" y="1325"/>
                    <a:pt x="867" y="1325"/>
                  </a:cubicBezTo>
                  <a:cubicBezTo>
                    <a:pt x="1347" y="1142"/>
                    <a:pt x="1529" y="754"/>
                    <a:pt x="1256" y="389"/>
                  </a:cubicBezTo>
                  <a:cubicBezTo>
                    <a:pt x="1141" y="183"/>
                    <a:pt x="867" y="92"/>
                    <a:pt x="5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11"/>
            <p:cNvSpPr/>
            <p:nvPr/>
          </p:nvSpPr>
          <p:spPr>
            <a:xfrm>
              <a:off x="6434473" y="4919823"/>
              <a:ext cx="26200" cy="27365"/>
            </a:xfrm>
            <a:custGeom>
              <a:avLst/>
              <a:gdLst/>
              <a:ahLst/>
              <a:cxnLst/>
              <a:rect l="l" t="t" r="r" b="b"/>
              <a:pathLst>
                <a:path w="1256" h="1312" extrusionOk="0">
                  <a:moveTo>
                    <a:pt x="679" y="0"/>
                  </a:moveTo>
                  <a:cubicBezTo>
                    <a:pt x="588" y="0"/>
                    <a:pt x="490" y="18"/>
                    <a:pt x="388" y="57"/>
                  </a:cubicBezTo>
                  <a:cubicBezTo>
                    <a:pt x="206" y="57"/>
                    <a:pt x="114" y="445"/>
                    <a:pt x="0" y="628"/>
                  </a:cubicBezTo>
                  <a:cubicBezTo>
                    <a:pt x="0" y="1106"/>
                    <a:pt x="273" y="1312"/>
                    <a:pt x="644" y="1312"/>
                  </a:cubicBezTo>
                  <a:cubicBezTo>
                    <a:pt x="715" y="1312"/>
                    <a:pt x="790" y="1304"/>
                    <a:pt x="868" y="1290"/>
                  </a:cubicBezTo>
                  <a:cubicBezTo>
                    <a:pt x="1050" y="1198"/>
                    <a:pt x="1256" y="810"/>
                    <a:pt x="1256" y="628"/>
                  </a:cubicBezTo>
                  <a:cubicBezTo>
                    <a:pt x="1256" y="250"/>
                    <a:pt x="1015" y="0"/>
                    <a:pt x="67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11"/>
            <p:cNvSpPr/>
            <p:nvPr/>
          </p:nvSpPr>
          <p:spPr>
            <a:xfrm>
              <a:off x="6621107" y="4919176"/>
              <a:ext cx="27640" cy="26406"/>
            </a:xfrm>
            <a:custGeom>
              <a:avLst/>
              <a:gdLst/>
              <a:ahLst/>
              <a:cxnLst/>
              <a:rect l="l" t="t" r="r" b="b"/>
              <a:pathLst>
                <a:path w="1325" h="1266" extrusionOk="0">
                  <a:moveTo>
                    <a:pt x="702" y="1"/>
                  </a:moveTo>
                  <a:cubicBezTo>
                    <a:pt x="577" y="1"/>
                    <a:pt x="440" y="31"/>
                    <a:pt x="298" y="88"/>
                  </a:cubicBezTo>
                  <a:cubicBezTo>
                    <a:pt x="183" y="179"/>
                    <a:pt x="1" y="567"/>
                    <a:pt x="1" y="750"/>
                  </a:cubicBezTo>
                  <a:cubicBezTo>
                    <a:pt x="125" y="1077"/>
                    <a:pt x="346" y="1266"/>
                    <a:pt x="596" y="1266"/>
                  </a:cubicBezTo>
                  <a:cubicBezTo>
                    <a:pt x="713" y="1266"/>
                    <a:pt x="836" y="1225"/>
                    <a:pt x="959" y="1138"/>
                  </a:cubicBezTo>
                  <a:cubicBezTo>
                    <a:pt x="1142" y="1047"/>
                    <a:pt x="1233" y="659"/>
                    <a:pt x="1325" y="476"/>
                  </a:cubicBezTo>
                  <a:cubicBezTo>
                    <a:pt x="1199" y="147"/>
                    <a:pt x="977" y="1"/>
                    <a:pt x="7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11"/>
            <p:cNvSpPr/>
            <p:nvPr/>
          </p:nvSpPr>
          <p:spPr>
            <a:xfrm>
              <a:off x="6807762" y="4919176"/>
              <a:ext cx="27640" cy="26406"/>
            </a:xfrm>
            <a:custGeom>
              <a:avLst/>
              <a:gdLst/>
              <a:ahLst/>
              <a:cxnLst/>
              <a:rect l="l" t="t" r="r" b="b"/>
              <a:pathLst>
                <a:path w="1325" h="1266" extrusionOk="0">
                  <a:moveTo>
                    <a:pt x="723" y="1"/>
                  </a:moveTo>
                  <a:cubicBezTo>
                    <a:pt x="608" y="1"/>
                    <a:pt x="487" y="31"/>
                    <a:pt x="366" y="88"/>
                  </a:cubicBezTo>
                  <a:cubicBezTo>
                    <a:pt x="183" y="179"/>
                    <a:pt x="0" y="567"/>
                    <a:pt x="92" y="750"/>
                  </a:cubicBezTo>
                  <a:cubicBezTo>
                    <a:pt x="154" y="1077"/>
                    <a:pt x="397" y="1266"/>
                    <a:pt x="668" y="1266"/>
                  </a:cubicBezTo>
                  <a:cubicBezTo>
                    <a:pt x="795" y="1266"/>
                    <a:pt x="927" y="1225"/>
                    <a:pt x="1050" y="1138"/>
                  </a:cubicBezTo>
                  <a:cubicBezTo>
                    <a:pt x="1233" y="1047"/>
                    <a:pt x="1233" y="659"/>
                    <a:pt x="1324" y="476"/>
                  </a:cubicBezTo>
                  <a:cubicBezTo>
                    <a:pt x="1199" y="147"/>
                    <a:pt x="976" y="1"/>
                    <a:pt x="7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11"/>
            <p:cNvSpPr/>
            <p:nvPr/>
          </p:nvSpPr>
          <p:spPr>
            <a:xfrm>
              <a:off x="6998214" y="4918613"/>
              <a:ext cx="25720" cy="27407"/>
            </a:xfrm>
            <a:custGeom>
              <a:avLst/>
              <a:gdLst/>
              <a:ahLst/>
              <a:cxnLst/>
              <a:rect l="l" t="t" r="r" b="b"/>
              <a:pathLst>
                <a:path w="1233" h="1314" extrusionOk="0">
                  <a:moveTo>
                    <a:pt x="617" y="1"/>
                  </a:moveTo>
                  <a:cubicBezTo>
                    <a:pt x="255" y="1"/>
                    <a:pt x="0" y="194"/>
                    <a:pt x="0" y="594"/>
                  </a:cubicBezTo>
                  <a:cubicBezTo>
                    <a:pt x="0" y="777"/>
                    <a:pt x="183" y="1256"/>
                    <a:pt x="366" y="1256"/>
                  </a:cubicBezTo>
                  <a:cubicBezTo>
                    <a:pt x="448" y="1295"/>
                    <a:pt x="530" y="1313"/>
                    <a:pt x="610" y="1313"/>
                  </a:cubicBezTo>
                  <a:cubicBezTo>
                    <a:pt x="905" y="1313"/>
                    <a:pt x="1161" y="1063"/>
                    <a:pt x="1233" y="686"/>
                  </a:cubicBezTo>
                  <a:cubicBezTo>
                    <a:pt x="1142" y="503"/>
                    <a:pt x="1050" y="115"/>
                    <a:pt x="845" y="24"/>
                  </a:cubicBezTo>
                  <a:cubicBezTo>
                    <a:pt x="766" y="9"/>
                    <a:pt x="689" y="1"/>
                    <a:pt x="6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1"/>
            <p:cNvSpPr/>
            <p:nvPr/>
          </p:nvSpPr>
          <p:spPr>
            <a:xfrm>
              <a:off x="7182470" y="4920490"/>
              <a:ext cx="31937" cy="26239"/>
            </a:xfrm>
            <a:custGeom>
              <a:avLst/>
              <a:gdLst/>
              <a:ahLst/>
              <a:cxnLst/>
              <a:rect l="l" t="t" r="r" b="b"/>
              <a:pathLst>
                <a:path w="1531" h="1258" extrusionOk="0">
                  <a:moveTo>
                    <a:pt x="651" y="1"/>
                  </a:moveTo>
                  <a:cubicBezTo>
                    <a:pt x="447" y="1"/>
                    <a:pt x="185" y="154"/>
                    <a:pt x="92" y="322"/>
                  </a:cubicBezTo>
                  <a:cubicBezTo>
                    <a:pt x="1" y="778"/>
                    <a:pt x="206" y="1166"/>
                    <a:pt x="663" y="1258"/>
                  </a:cubicBezTo>
                  <a:cubicBezTo>
                    <a:pt x="959" y="1166"/>
                    <a:pt x="1348" y="1075"/>
                    <a:pt x="1348" y="892"/>
                  </a:cubicBezTo>
                  <a:cubicBezTo>
                    <a:pt x="1530" y="413"/>
                    <a:pt x="1233" y="25"/>
                    <a:pt x="777" y="25"/>
                  </a:cubicBezTo>
                  <a:cubicBezTo>
                    <a:pt x="740" y="8"/>
                    <a:pt x="697" y="1"/>
                    <a:pt x="6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1"/>
            <p:cNvSpPr/>
            <p:nvPr/>
          </p:nvSpPr>
          <p:spPr>
            <a:xfrm>
              <a:off x="7372922" y="4918613"/>
              <a:ext cx="25741" cy="27407"/>
            </a:xfrm>
            <a:custGeom>
              <a:avLst/>
              <a:gdLst/>
              <a:ahLst/>
              <a:cxnLst/>
              <a:rect l="l" t="t" r="r" b="b"/>
              <a:pathLst>
                <a:path w="1234" h="1314" extrusionOk="0">
                  <a:moveTo>
                    <a:pt x="671" y="1"/>
                  </a:moveTo>
                  <a:cubicBezTo>
                    <a:pt x="335" y="1"/>
                    <a:pt x="1" y="194"/>
                    <a:pt x="1" y="594"/>
                  </a:cubicBezTo>
                  <a:cubicBezTo>
                    <a:pt x="1" y="777"/>
                    <a:pt x="206" y="1256"/>
                    <a:pt x="389" y="1256"/>
                  </a:cubicBezTo>
                  <a:cubicBezTo>
                    <a:pt x="471" y="1295"/>
                    <a:pt x="553" y="1313"/>
                    <a:pt x="631" y="1313"/>
                  </a:cubicBezTo>
                  <a:cubicBezTo>
                    <a:pt x="920" y="1313"/>
                    <a:pt x="1162" y="1063"/>
                    <a:pt x="1234" y="686"/>
                  </a:cubicBezTo>
                  <a:cubicBezTo>
                    <a:pt x="1142" y="503"/>
                    <a:pt x="1051" y="115"/>
                    <a:pt x="868" y="24"/>
                  </a:cubicBezTo>
                  <a:cubicBezTo>
                    <a:pt x="804" y="9"/>
                    <a:pt x="737" y="1"/>
                    <a:pt x="6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11"/>
            <p:cNvSpPr/>
            <p:nvPr/>
          </p:nvSpPr>
          <p:spPr>
            <a:xfrm>
              <a:off x="7559578" y="4918613"/>
              <a:ext cx="27640" cy="27407"/>
            </a:xfrm>
            <a:custGeom>
              <a:avLst/>
              <a:gdLst/>
              <a:ahLst/>
              <a:cxnLst/>
              <a:rect l="l" t="t" r="r" b="b"/>
              <a:pathLst>
                <a:path w="1325" h="1314" extrusionOk="0">
                  <a:moveTo>
                    <a:pt x="730" y="1"/>
                  </a:moveTo>
                  <a:cubicBezTo>
                    <a:pt x="359" y="1"/>
                    <a:pt x="77" y="194"/>
                    <a:pt x="0" y="594"/>
                  </a:cubicBezTo>
                  <a:cubicBezTo>
                    <a:pt x="0" y="777"/>
                    <a:pt x="183" y="1256"/>
                    <a:pt x="388" y="1256"/>
                  </a:cubicBezTo>
                  <a:cubicBezTo>
                    <a:pt x="485" y="1295"/>
                    <a:pt x="575" y="1313"/>
                    <a:pt x="658" y="1313"/>
                  </a:cubicBezTo>
                  <a:cubicBezTo>
                    <a:pt x="966" y="1313"/>
                    <a:pt x="1181" y="1063"/>
                    <a:pt x="1324" y="686"/>
                  </a:cubicBezTo>
                  <a:cubicBezTo>
                    <a:pt x="1233" y="503"/>
                    <a:pt x="1142" y="115"/>
                    <a:pt x="959" y="24"/>
                  </a:cubicBezTo>
                  <a:cubicBezTo>
                    <a:pt x="880" y="9"/>
                    <a:pt x="803" y="1"/>
                    <a:pt x="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11"/>
            <p:cNvSpPr/>
            <p:nvPr/>
          </p:nvSpPr>
          <p:spPr>
            <a:xfrm>
              <a:off x="7748131" y="4918634"/>
              <a:ext cx="25720" cy="27386"/>
            </a:xfrm>
            <a:custGeom>
              <a:avLst/>
              <a:gdLst/>
              <a:ahLst/>
              <a:cxnLst/>
              <a:rect l="l" t="t" r="r" b="b"/>
              <a:pathLst>
                <a:path w="1233" h="1313" extrusionOk="0">
                  <a:moveTo>
                    <a:pt x="552" y="0"/>
                  </a:moveTo>
                  <a:cubicBezTo>
                    <a:pt x="491" y="0"/>
                    <a:pt x="428" y="8"/>
                    <a:pt x="365" y="23"/>
                  </a:cubicBezTo>
                  <a:cubicBezTo>
                    <a:pt x="183" y="114"/>
                    <a:pt x="0" y="502"/>
                    <a:pt x="0" y="685"/>
                  </a:cubicBezTo>
                  <a:cubicBezTo>
                    <a:pt x="0" y="1062"/>
                    <a:pt x="227" y="1312"/>
                    <a:pt x="557" y="1312"/>
                  </a:cubicBezTo>
                  <a:cubicBezTo>
                    <a:pt x="646" y="1312"/>
                    <a:pt x="743" y="1294"/>
                    <a:pt x="845" y="1255"/>
                  </a:cubicBezTo>
                  <a:cubicBezTo>
                    <a:pt x="1050" y="1255"/>
                    <a:pt x="1142" y="867"/>
                    <a:pt x="1233" y="685"/>
                  </a:cubicBezTo>
                  <a:cubicBezTo>
                    <a:pt x="1156" y="206"/>
                    <a:pt x="871" y="0"/>
                    <a:pt x="5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11"/>
            <p:cNvSpPr/>
            <p:nvPr/>
          </p:nvSpPr>
          <p:spPr>
            <a:xfrm>
              <a:off x="5024149" y="5012054"/>
              <a:ext cx="31916" cy="28992"/>
            </a:xfrm>
            <a:custGeom>
              <a:avLst/>
              <a:gdLst/>
              <a:ahLst/>
              <a:cxnLst/>
              <a:rect l="l" t="t" r="r" b="b"/>
              <a:pathLst>
                <a:path w="1530" h="1390" extrusionOk="0">
                  <a:moveTo>
                    <a:pt x="927" y="0"/>
                  </a:moveTo>
                  <a:cubicBezTo>
                    <a:pt x="872" y="0"/>
                    <a:pt x="815" y="6"/>
                    <a:pt x="754" y="17"/>
                  </a:cubicBezTo>
                  <a:cubicBezTo>
                    <a:pt x="571" y="17"/>
                    <a:pt x="183" y="200"/>
                    <a:pt x="92" y="383"/>
                  </a:cubicBezTo>
                  <a:cubicBezTo>
                    <a:pt x="1" y="771"/>
                    <a:pt x="183" y="1250"/>
                    <a:pt x="571" y="1341"/>
                  </a:cubicBezTo>
                  <a:cubicBezTo>
                    <a:pt x="676" y="1375"/>
                    <a:pt x="767" y="1390"/>
                    <a:pt x="848" y="1390"/>
                  </a:cubicBezTo>
                  <a:cubicBezTo>
                    <a:pt x="1209" y="1390"/>
                    <a:pt x="1362" y="1088"/>
                    <a:pt x="1530" y="771"/>
                  </a:cubicBezTo>
                  <a:cubicBezTo>
                    <a:pt x="1530" y="272"/>
                    <a:pt x="1304" y="0"/>
                    <a:pt x="9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1"/>
            <p:cNvSpPr/>
            <p:nvPr/>
          </p:nvSpPr>
          <p:spPr>
            <a:xfrm>
              <a:off x="5212953" y="5012034"/>
              <a:ext cx="33585" cy="29451"/>
            </a:xfrm>
            <a:custGeom>
              <a:avLst/>
              <a:gdLst/>
              <a:ahLst/>
              <a:cxnLst/>
              <a:rect l="l" t="t" r="r" b="b"/>
              <a:pathLst>
                <a:path w="1610" h="1412" extrusionOk="0">
                  <a:moveTo>
                    <a:pt x="628" y="1"/>
                  </a:moveTo>
                  <a:cubicBezTo>
                    <a:pt x="198" y="1"/>
                    <a:pt x="0" y="263"/>
                    <a:pt x="80" y="680"/>
                  </a:cubicBezTo>
                  <a:cubicBezTo>
                    <a:pt x="80" y="954"/>
                    <a:pt x="262" y="1342"/>
                    <a:pt x="468" y="1342"/>
                  </a:cubicBezTo>
                  <a:cubicBezTo>
                    <a:pt x="561" y="1389"/>
                    <a:pt x="662" y="1412"/>
                    <a:pt x="763" y="1412"/>
                  </a:cubicBezTo>
                  <a:cubicBezTo>
                    <a:pt x="1053" y="1412"/>
                    <a:pt x="1336" y="1219"/>
                    <a:pt x="1404" y="863"/>
                  </a:cubicBezTo>
                  <a:cubicBezTo>
                    <a:pt x="1609" y="384"/>
                    <a:pt x="1221" y="110"/>
                    <a:pt x="833" y="18"/>
                  </a:cubicBezTo>
                  <a:cubicBezTo>
                    <a:pt x="760" y="7"/>
                    <a:pt x="691" y="1"/>
                    <a:pt x="6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11"/>
            <p:cNvSpPr/>
            <p:nvPr/>
          </p:nvSpPr>
          <p:spPr>
            <a:xfrm>
              <a:off x="5398878" y="5011241"/>
              <a:ext cx="31916" cy="29159"/>
            </a:xfrm>
            <a:custGeom>
              <a:avLst/>
              <a:gdLst/>
              <a:ahLst/>
              <a:cxnLst/>
              <a:rect l="l" t="t" r="r" b="b"/>
              <a:pathLst>
                <a:path w="1530" h="1398" extrusionOk="0">
                  <a:moveTo>
                    <a:pt x="968" y="0"/>
                  </a:moveTo>
                  <a:cubicBezTo>
                    <a:pt x="886" y="0"/>
                    <a:pt x="792" y="18"/>
                    <a:pt x="685" y="56"/>
                  </a:cubicBezTo>
                  <a:cubicBezTo>
                    <a:pt x="480" y="56"/>
                    <a:pt x="206" y="330"/>
                    <a:pt x="114" y="536"/>
                  </a:cubicBezTo>
                  <a:cubicBezTo>
                    <a:pt x="0" y="992"/>
                    <a:pt x="297" y="1380"/>
                    <a:pt x="776" y="1380"/>
                  </a:cubicBezTo>
                  <a:cubicBezTo>
                    <a:pt x="838" y="1392"/>
                    <a:pt x="896" y="1398"/>
                    <a:pt x="951" y="1398"/>
                  </a:cubicBezTo>
                  <a:cubicBezTo>
                    <a:pt x="1322" y="1398"/>
                    <a:pt x="1530" y="1136"/>
                    <a:pt x="1530" y="718"/>
                  </a:cubicBezTo>
                  <a:cubicBezTo>
                    <a:pt x="1455" y="329"/>
                    <a:pt x="1321" y="0"/>
                    <a:pt x="9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11"/>
            <p:cNvSpPr/>
            <p:nvPr/>
          </p:nvSpPr>
          <p:spPr>
            <a:xfrm>
              <a:off x="5585512" y="5012409"/>
              <a:ext cx="35733" cy="28846"/>
            </a:xfrm>
            <a:custGeom>
              <a:avLst/>
              <a:gdLst/>
              <a:ahLst/>
              <a:cxnLst/>
              <a:rect l="l" t="t" r="r" b="b"/>
              <a:pathLst>
                <a:path w="1713" h="1383" extrusionOk="0">
                  <a:moveTo>
                    <a:pt x="959" y="0"/>
                  </a:moveTo>
                  <a:cubicBezTo>
                    <a:pt x="663" y="0"/>
                    <a:pt x="297" y="183"/>
                    <a:pt x="297" y="366"/>
                  </a:cubicBezTo>
                  <a:cubicBezTo>
                    <a:pt x="1" y="754"/>
                    <a:pt x="183" y="1233"/>
                    <a:pt x="663" y="1324"/>
                  </a:cubicBezTo>
                  <a:cubicBezTo>
                    <a:pt x="747" y="1364"/>
                    <a:pt x="832" y="1382"/>
                    <a:pt x="914" y="1382"/>
                  </a:cubicBezTo>
                  <a:cubicBezTo>
                    <a:pt x="1210" y="1382"/>
                    <a:pt x="1478" y="1148"/>
                    <a:pt x="1621" y="845"/>
                  </a:cubicBezTo>
                  <a:cubicBezTo>
                    <a:pt x="1713" y="274"/>
                    <a:pt x="1325" y="0"/>
                    <a:pt x="9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1"/>
            <p:cNvSpPr/>
            <p:nvPr/>
          </p:nvSpPr>
          <p:spPr>
            <a:xfrm>
              <a:off x="5774066" y="5012054"/>
              <a:ext cx="31916" cy="28992"/>
            </a:xfrm>
            <a:custGeom>
              <a:avLst/>
              <a:gdLst/>
              <a:ahLst/>
              <a:cxnLst/>
              <a:rect l="l" t="t" r="r" b="b"/>
              <a:pathLst>
                <a:path w="1530" h="1390" extrusionOk="0">
                  <a:moveTo>
                    <a:pt x="927" y="0"/>
                  </a:moveTo>
                  <a:cubicBezTo>
                    <a:pt x="872" y="0"/>
                    <a:pt x="814" y="6"/>
                    <a:pt x="754" y="17"/>
                  </a:cubicBezTo>
                  <a:cubicBezTo>
                    <a:pt x="571" y="17"/>
                    <a:pt x="183" y="200"/>
                    <a:pt x="92" y="383"/>
                  </a:cubicBezTo>
                  <a:cubicBezTo>
                    <a:pt x="1" y="771"/>
                    <a:pt x="183" y="1250"/>
                    <a:pt x="662" y="1341"/>
                  </a:cubicBezTo>
                  <a:cubicBezTo>
                    <a:pt x="750" y="1375"/>
                    <a:pt x="831" y="1390"/>
                    <a:pt x="905" y="1390"/>
                  </a:cubicBezTo>
                  <a:cubicBezTo>
                    <a:pt x="1237" y="1390"/>
                    <a:pt x="1437" y="1088"/>
                    <a:pt x="1530" y="771"/>
                  </a:cubicBezTo>
                  <a:cubicBezTo>
                    <a:pt x="1530" y="272"/>
                    <a:pt x="1303" y="0"/>
                    <a:pt x="9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1"/>
            <p:cNvSpPr/>
            <p:nvPr/>
          </p:nvSpPr>
          <p:spPr>
            <a:xfrm>
              <a:off x="5960721" y="5011241"/>
              <a:ext cx="33334" cy="29159"/>
            </a:xfrm>
            <a:custGeom>
              <a:avLst/>
              <a:gdLst/>
              <a:ahLst/>
              <a:cxnLst/>
              <a:rect l="l" t="t" r="r" b="b"/>
              <a:pathLst>
                <a:path w="1598" h="1398" extrusionOk="0">
                  <a:moveTo>
                    <a:pt x="1036" y="0"/>
                  </a:moveTo>
                  <a:cubicBezTo>
                    <a:pt x="954" y="0"/>
                    <a:pt x="861" y="18"/>
                    <a:pt x="753" y="56"/>
                  </a:cubicBezTo>
                  <a:cubicBezTo>
                    <a:pt x="571" y="56"/>
                    <a:pt x="274" y="330"/>
                    <a:pt x="183" y="536"/>
                  </a:cubicBezTo>
                  <a:cubicBezTo>
                    <a:pt x="0" y="992"/>
                    <a:pt x="365" y="1380"/>
                    <a:pt x="753" y="1380"/>
                  </a:cubicBezTo>
                  <a:cubicBezTo>
                    <a:pt x="827" y="1392"/>
                    <a:pt x="894" y="1398"/>
                    <a:pt x="955" y="1398"/>
                  </a:cubicBezTo>
                  <a:cubicBezTo>
                    <a:pt x="1369" y="1398"/>
                    <a:pt x="1518" y="1136"/>
                    <a:pt x="1598" y="718"/>
                  </a:cubicBezTo>
                  <a:cubicBezTo>
                    <a:pt x="1524" y="329"/>
                    <a:pt x="1389" y="0"/>
                    <a:pt x="10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1"/>
            <p:cNvSpPr/>
            <p:nvPr/>
          </p:nvSpPr>
          <p:spPr>
            <a:xfrm>
              <a:off x="6148795" y="5012054"/>
              <a:ext cx="31916" cy="28992"/>
            </a:xfrm>
            <a:custGeom>
              <a:avLst/>
              <a:gdLst/>
              <a:ahLst/>
              <a:cxnLst/>
              <a:rect l="l" t="t" r="r" b="b"/>
              <a:pathLst>
                <a:path w="1530" h="1390" extrusionOk="0">
                  <a:moveTo>
                    <a:pt x="948" y="0"/>
                  </a:moveTo>
                  <a:cubicBezTo>
                    <a:pt x="894" y="0"/>
                    <a:pt x="837" y="6"/>
                    <a:pt x="776" y="17"/>
                  </a:cubicBezTo>
                  <a:cubicBezTo>
                    <a:pt x="571" y="17"/>
                    <a:pt x="206" y="200"/>
                    <a:pt x="114" y="383"/>
                  </a:cubicBezTo>
                  <a:cubicBezTo>
                    <a:pt x="0" y="771"/>
                    <a:pt x="206" y="1250"/>
                    <a:pt x="685" y="1341"/>
                  </a:cubicBezTo>
                  <a:cubicBezTo>
                    <a:pt x="768" y="1375"/>
                    <a:pt x="846" y="1390"/>
                    <a:pt x="919" y="1390"/>
                  </a:cubicBezTo>
                  <a:cubicBezTo>
                    <a:pt x="1243" y="1390"/>
                    <a:pt x="1455" y="1088"/>
                    <a:pt x="1529" y="771"/>
                  </a:cubicBezTo>
                  <a:cubicBezTo>
                    <a:pt x="1529" y="272"/>
                    <a:pt x="1320" y="0"/>
                    <a:pt x="9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11"/>
            <p:cNvSpPr/>
            <p:nvPr/>
          </p:nvSpPr>
          <p:spPr>
            <a:xfrm>
              <a:off x="6335429" y="5011241"/>
              <a:ext cx="33835" cy="29159"/>
            </a:xfrm>
            <a:custGeom>
              <a:avLst/>
              <a:gdLst/>
              <a:ahLst/>
              <a:cxnLst/>
              <a:rect l="l" t="t" r="r" b="b"/>
              <a:pathLst>
                <a:path w="1622" h="1398" extrusionOk="0">
                  <a:moveTo>
                    <a:pt x="1039" y="0"/>
                  </a:moveTo>
                  <a:cubicBezTo>
                    <a:pt x="956" y="0"/>
                    <a:pt x="861" y="18"/>
                    <a:pt x="754" y="56"/>
                  </a:cubicBezTo>
                  <a:cubicBezTo>
                    <a:pt x="571" y="56"/>
                    <a:pt x="297" y="330"/>
                    <a:pt x="183" y="536"/>
                  </a:cubicBezTo>
                  <a:cubicBezTo>
                    <a:pt x="1" y="992"/>
                    <a:pt x="389" y="1380"/>
                    <a:pt x="868" y="1380"/>
                  </a:cubicBezTo>
                  <a:cubicBezTo>
                    <a:pt x="927" y="1392"/>
                    <a:pt x="981" y="1398"/>
                    <a:pt x="1032" y="1398"/>
                  </a:cubicBezTo>
                  <a:cubicBezTo>
                    <a:pt x="1375" y="1398"/>
                    <a:pt x="1542" y="1136"/>
                    <a:pt x="1621" y="718"/>
                  </a:cubicBezTo>
                  <a:cubicBezTo>
                    <a:pt x="1547" y="329"/>
                    <a:pt x="1398" y="0"/>
                    <a:pt x="10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1"/>
            <p:cNvSpPr/>
            <p:nvPr/>
          </p:nvSpPr>
          <p:spPr>
            <a:xfrm>
              <a:off x="6523983" y="5011241"/>
              <a:ext cx="31916" cy="29159"/>
            </a:xfrm>
            <a:custGeom>
              <a:avLst/>
              <a:gdLst/>
              <a:ahLst/>
              <a:cxnLst/>
              <a:rect l="l" t="t" r="r" b="b"/>
              <a:pathLst>
                <a:path w="1530" h="1398" extrusionOk="0">
                  <a:moveTo>
                    <a:pt x="994" y="0"/>
                  </a:moveTo>
                  <a:cubicBezTo>
                    <a:pt x="923" y="0"/>
                    <a:pt x="844" y="18"/>
                    <a:pt x="754" y="56"/>
                  </a:cubicBezTo>
                  <a:cubicBezTo>
                    <a:pt x="480" y="56"/>
                    <a:pt x="183" y="330"/>
                    <a:pt x="183" y="536"/>
                  </a:cubicBezTo>
                  <a:cubicBezTo>
                    <a:pt x="0" y="992"/>
                    <a:pt x="274" y="1380"/>
                    <a:pt x="754" y="1380"/>
                  </a:cubicBezTo>
                  <a:cubicBezTo>
                    <a:pt x="815" y="1392"/>
                    <a:pt x="874" y="1398"/>
                    <a:pt x="929" y="1398"/>
                  </a:cubicBezTo>
                  <a:cubicBezTo>
                    <a:pt x="1304" y="1398"/>
                    <a:pt x="1530" y="1136"/>
                    <a:pt x="1530" y="718"/>
                  </a:cubicBezTo>
                  <a:cubicBezTo>
                    <a:pt x="1437" y="329"/>
                    <a:pt x="1299" y="0"/>
                    <a:pt x="99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11"/>
            <p:cNvSpPr/>
            <p:nvPr/>
          </p:nvSpPr>
          <p:spPr>
            <a:xfrm>
              <a:off x="6712536" y="5011012"/>
              <a:ext cx="33814" cy="29034"/>
            </a:xfrm>
            <a:custGeom>
              <a:avLst/>
              <a:gdLst/>
              <a:ahLst/>
              <a:cxnLst/>
              <a:rect l="l" t="t" r="r" b="b"/>
              <a:pathLst>
                <a:path w="1621" h="1392" extrusionOk="0">
                  <a:moveTo>
                    <a:pt x="819" y="0"/>
                  </a:moveTo>
                  <a:cubicBezTo>
                    <a:pt x="737" y="0"/>
                    <a:pt x="653" y="21"/>
                    <a:pt x="571" y="67"/>
                  </a:cubicBezTo>
                  <a:cubicBezTo>
                    <a:pt x="92" y="159"/>
                    <a:pt x="0" y="638"/>
                    <a:pt x="183" y="1117"/>
                  </a:cubicBezTo>
                  <a:cubicBezTo>
                    <a:pt x="274" y="1300"/>
                    <a:pt x="662" y="1391"/>
                    <a:pt x="845" y="1391"/>
                  </a:cubicBezTo>
                  <a:cubicBezTo>
                    <a:pt x="1324" y="1391"/>
                    <a:pt x="1621" y="1117"/>
                    <a:pt x="1507" y="547"/>
                  </a:cubicBezTo>
                  <a:cubicBezTo>
                    <a:pt x="1365" y="246"/>
                    <a:pt x="1101" y="0"/>
                    <a:pt x="8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1"/>
            <p:cNvSpPr/>
            <p:nvPr/>
          </p:nvSpPr>
          <p:spPr>
            <a:xfrm>
              <a:off x="6898691" y="5012034"/>
              <a:ext cx="31937" cy="29493"/>
            </a:xfrm>
            <a:custGeom>
              <a:avLst/>
              <a:gdLst/>
              <a:ahLst/>
              <a:cxnLst/>
              <a:rect l="l" t="t" r="r" b="b"/>
              <a:pathLst>
                <a:path w="1531" h="1414" extrusionOk="0">
                  <a:moveTo>
                    <a:pt x="857" y="1"/>
                  </a:moveTo>
                  <a:cubicBezTo>
                    <a:pt x="802" y="1"/>
                    <a:pt x="745" y="6"/>
                    <a:pt x="686" y="18"/>
                  </a:cubicBezTo>
                  <a:cubicBezTo>
                    <a:pt x="206" y="201"/>
                    <a:pt x="1" y="589"/>
                    <a:pt x="115" y="954"/>
                  </a:cubicBezTo>
                  <a:cubicBezTo>
                    <a:pt x="249" y="1239"/>
                    <a:pt x="543" y="1413"/>
                    <a:pt x="835" y="1413"/>
                  </a:cubicBezTo>
                  <a:cubicBezTo>
                    <a:pt x="940" y="1413"/>
                    <a:pt x="1045" y="1391"/>
                    <a:pt x="1142" y="1342"/>
                  </a:cubicBezTo>
                  <a:cubicBezTo>
                    <a:pt x="1348" y="1160"/>
                    <a:pt x="1530" y="863"/>
                    <a:pt x="1530" y="589"/>
                  </a:cubicBezTo>
                  <a:cubicBezTo>
                    <a:pt x="1451" y="252"/>
                    <a:pt x="1216" y="1"/>
                    <a:pt x="8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1"/>
            <p:cNvSpPr/>
            <p:nvPr/>
          </p:nvSpPr>
          <p:spPr>
            <a:xfrm>
              <a:off x="7085346" y="5012034"/>
              <a:ext cx="33835" cy="29493"/>
            </a:xfrm>
            <a:custGeom>
              <a:avLst/>
              <a:gdLst/>
              <a:ahLst/>
              <a:cxnLst/>
              <a:rect l="l" t="t" r="r" b="b"/>
              <a:pathLst>
                <a:path w="1622" h="1414" extrusionOk="0">
                  <a:moveTo>
                    <a:pt x="872" y="1"/>
                  </a:moveTo>
                  <a:cubicBezTo>
                    <a:pt x="807" y="1"/>
                    <a:pt x="737" y="6"/>
                    <a:pt x="662" y="18"/>
                  </a:cubicBezTo>
                  <a:cubicBezTo>
                    <a:pt x="297" y="201"/>
                    <a:pt x="0" y="589"/>
                    <a:pt x="183" y="954"/>
                  </a:cubicBezTo>
                  <a:cubicBezTo>
                    <a:pt x="334" y="1239"/>
                    <a:pt x="633" y="1413"/>
                    <a:pt x="925" y="1413"/>
                  </a:cubicBezTo>
                  <a:cubicBezTo>
                    <a:pt x="1031" y="1413"/>
                    <a:pt x="1136" y="1391"/>
                    <a:pt x="1233" y="1342"/>
                  </a:cubicBezTo>
                  <a:cubicBezTo>
                    <a:pt x="1438" y="1160"/>
                    <a:pt x="1621" y="863"/>
                    <a:pt x="1530" y="589"/>
                  </a:cubicBezTo>
                  <a:cubicBezTo>
                    <a:pt x="1530" y="252"/>
                    <a:pt x="1306" y="1"/>
                    <a:pt x="8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11"/>
            <p:cNvSpPr/>
            <p:nvPr/>
          </p:nvSpPr>
          <p:spPr>
            <a:xfrm>
              <a:off x="7273900" y="5012054"/>
              <a:ext cx="33585" cy="28992"/>
            </a:xfrm>
            <a:custGeom>
              <a:avLst/>
              <a:gdLst/>
              <a:ahLst/>
              <a:cxnLst/>
              <a:rect l="l" t="t" r="r" b="b"/>
              <a:pathLst>
                <a:path w="1610" h="1390" extrusionOk="0">
                  <a:moveTo>
                    <a:pt x="1018" y="0"/>
                  </a:moveTo>
                  <a:cubicBezTo>
                    <a:pt x="963" y="0"/>
                    <a:pt x="905" y="6"/>
                    <a:pt x="845" y="17"/>
                  </a:cubicBezTo>
                  <a:cubicBezTo>
                    <a:pt x="571" y="17"/>
                    <a:pt x="183" y="200"/>
                    <a:pt x="183" y="383"/>
                  </a:cubicBezTo>
                  <a:cubicBezTo>
                    <a:pt x="0" y="771"/>
                    <a:pt x="183" y="1250"/>
                    <a:pt x="662" y="1341"/>
                  </a:cubicBezTo>
                  <a:cubicBezTo>
                    <a:pt x="750" y="1375"/>
                    <a:pt x="830" y="1390"/>
                    <a:pt x="905" y="1390"/>
                  </a:cubicBezTo>
                  <a:cubicBezTo>
                    <a:pt x="1236" y="1390"/>
                    <a:pt x="1436" y="1088"/>
                    <a:pt x="1530" y="771"/>
                  </a:cubicBezTo>
                  <a:cubicBezTo>
                    <a:pt x="1609" y="272"/>
                    <a:pt x="1393" y="0"/>
                    <a:pt x="10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1"/>
            <p:cNvSpPr/>
            <p:nvPr/>
          </p:nvSpPr>
          <p:spPr>
            <a:xfrm>
              <a:off x="7462453" y="5011241"/>
              <a:ext cx="31436" cy="29159"/>
            </a:xfrm>
            <a:custGeom>
              <a:avLst/>
              <a:gdLst/>
              <a:ahLst/>
              <a:cxnLst/>
              <a:rect l="l" t="t" r="r" b="b"/>
              <a:pathLst>
                <a:path w="1507" h="1398" extrusionOk="0">
                  <a:moveTo>
                    <a:pt x="945" y="0"/>
                  </a:moveTo>
                  <a:cubicBezTo>
                    <a:pt x="863" y="0"/>
                    <a:pt x="769" y="18"/>
                    <a:pt x="662" y="56"/>
                  </a:cubicBezTo>
                  <a:cubicBezTo>
                    <a:pt x="479" y="56"/>
                    <a:pt x="183" y="330"/>
                    <a:pt x="91" y="536"/>
                  </a:cubicBezTo>
                  <a:cubicBezTo>
                    <a:pt x="0" y="992"/>
                    <a:pt x="274" y="1380"/>
                    <a:pt x="753" y="1380"/>
                  </a:cubicBezTo>
                  <a:cubicBezTo>
                    <a:pt x="815" y="1392"/>
                    <a:pt x="873" y="1398"/>
                    <a:pt x="928" y="1398"/>
                  </a:cubicBezTo>
                  <a:cubicBezTo>
                    <a:pt x="1299" y="1398"/>
                    <a:pt x="1507" y="1136"/>
                    <a:pt x="1507" y="718"/>
                  </a:cubicBezTo>
                  <a:cubicBezTo>
                    <a:pt x="1432" y="329"/>
                    <a:pt x="1298" y="0"/>
                    <a:pt x="9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11"/>
            <p:cNvSpPr/>
            <p:nvPr/>
          </p:nvSpPr>
          <p:spPr>
            <a:xfrm>
              <a:off x="7648608" y="5011012"/>
              <a:ext cx="33835" cy="29034"/>
            </a:xfrm>
            <a:custGeom>
              <a:avLst/>
              <a:gdLst/>
              <a:ahLst/>
              <a:cxnLst/>
              <a:rect l="l" t="t" r="r" b="b"/>
              <a:pathLst>
                <a:path w="1622" h="1392" extrusionOk="0">
                  <a:moveTo>
                    <a:pt x="880" y="0"/>
                  </a:moveTo>
                  <a:cubicBezTo>
                    <a:pt x="783" y="0"/>
                    <a:pt x="679" y="21"/>
                    <a:pt x="571" y="67"/>
                  </a:cubicBezTo>
                  <a:cubicBezTo>
                    <a:pt x="206" y="159"/>
                    <a:pt x="1" y="638"/>
                    <a:pt x="298" y="1117"/>
                  </a:cubicBezTo>
                  <a:cubicBezTo>
                    <a:pt x="389" y="1300"/>
                    <a:pt x="686" y="1391"/>
                    <a:pt x="959" y="1391"/>
                  </a:cubicBezTo>
                  <a:cubicBezTo>
                    <a:pt x="1347" y="1391"/>
                    <a:pt x="1621" y="1117"/>
                    <a:pt x="1621" y="547"/>
                  </a:cubicBezTo>
                  <a:cubicBezTo>
                    <a:pt x="1480" y="246"/>
                    <a:pt x="1215" y="0"/>
                    <a:pt x="8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1"/>
        </a:solidFill>
        <a:effectLst/>
      </p:bgPr>
    </p:bg>
    <p:spTree>
      <p:nvGrpSpPr>
        <p:cNvPr id="1" name="Shape 54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711"/>
        <p:cNvGrpSpPr/>
        <p:nvPr/>
      </p:nvGrpSpPr>
      <p:grpSpPr>
        <a:xfrm>
          <a:off x="0" y="0"/>
          <a:ext cx="0" cy="0"/>
          <a:chOff x="0" y="0"/>
          <a:chExt cx="0" cy="0"/>
        </a:xfrm>
      </p:grpSpPr>
      <p:sp>
        <p:nvSpPr>
          <p:cNvPr id="712" name="Google Shape;712;p16"/>
          <p:cNvSpPr txBox="1">
            <a:spLocks noGrp="1"/>
          </p:cNvSpPr>
          <p:nvPr>
            <p:ph type="title"/>
          </p:nvPr>
        </p:nvSpPr>
        <p:spPr>
          <a:xfrm>
            <a:off x="720000" y="1287450"/>
            <a:ext cx="3773400" cy="608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13" name="Google Shape;713;p16"/>
          <p:cNvSpPr txBox="1">
            <a:spLocks noGrp="1"/>
          </p:cNvSpPr>
          <p:nvPr>
            <p:ph type="subTitle" idx="1"/>
          </p:nvPr>
        </p:nvSpPr>
        <p:spPr>
          <a:xfrm>
            <a:off x="720000" y="1893775"/>
            <a:ext cx="2979900" cy="1030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atin typeface="Kumbh Sans"/>
                <a:ea typeface="Kumbh Sans"/>
                <a:cs typeface="Kumbh Sans"/>
                <a:sym typeface="Kumbh Sans"/>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14" name="Google Shape;714;p16"/>
          <p:cNvSpPr/>
          <p:nvPr/>
        </p:nvSpPr>
        <p:spPr>
          <a:xfrm flipH="1">
            <a:off x="-94100" y="4938650"/>
            <a:ext cx="2061900" cy="461700"/>
          </a:xfrm>
          <a:prstGeom prst="round2DiagRect">
            <a:avLst>
              <a:gd name="adj1" fmla="val 16667"/>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5" name="Google Shape;715;p16"/>
          <p:cNvGrpSpPr/>
          <p:nvPr/>
        </p:nvGrpSpPr>
        <p:grpSpPr>
          <a:xfrm>
            <a:off x="2096449" y="4938638"/>
            <a:ext cx="2749703" cy="122913"/>
            <a:chOff x="5024149" y="4918613"/>
            <a:chExt cx="2749703" cy="122913"/>
          </a:xfrm>
        </p:grpSpPr>
        <p:sp>
          <p:nvSpPr>
            <p:cNvPr id="716" name="Google Shape;716;p16"/>
            <p:cNvSpPr/>
            <p:nvPr/>
          </p:nvSpPr>
          <p:spPr>
            <a:xfrm>
              <a:off x="5121294" y="4919510"/>
              <a:ext cx="27619" cy="26802"/>
            </a:xfrm>
            <a:custGeom>
              <a:avLst/>
              <a:gdLst/>
              <a:ahLst/>
              <a:cxnLst/>
              <a:rect l="l" t="t" r="r" b="b"/>
              <a:pathLst>
                <a:path w="1324" h="1285" extrusionOk="0">
                  <a:moveTo>
                    <a:pt x="690" y="1"/>
                  </a:moveTo>
                  <a:cubicBezTo>
                    <a:pt x="379" y="1"/>
                    <a:pt x="134" y="175"/>
                    <a:pt x="0" y="460"/>
                  </a:cubicBezTo>
                  <a:cubicBezTo>
                    <a:pt x="0" y="643"/>
                    <a:pt x="183" y="1031"/>
                    <a:pt x="297" y="1213"/>
                  </a:cubicBezTo>
                  <a:cubicBezTo>
                    <a:pt x="418" y="1262"/>
                    <a:pt x="528" y="1284"/>
                    <a:pt x="629" y="1284"/>
                  </a:cubicBezTo>
                  <a:cubicBezTo>
                    <a:pt x="909" y="1284"/>
                    <a:pt x="1123" y="1110"/>
                    <a:pt x="1324" y="825"/>
                  </a:cubicBezTo>
                  <a:cubicBezTo>
                    <a:pt x="1233" y="551"/>
                    <a:pt x="1141" y="163"/>
                    <a:pt x="1050" y="72"/>
                  </a:cubicBezTo>
                  <a:cubicBezTo>
                    <a:pt x="923" y="24"/>
                    <a:pt x="802" y="1"/>
                    <a:pt x="6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6"/>
            <p:cNvSpPr/>
            <p:nvPr/>
          </p:nvSpPr>
          <p:spPr>
            <a:xfrm>
              <a:off x="5307928" y="4919510"/>
              <a:ext cx="27639" cy="26802"/>
            </a:xfrm>
            <a:custGeom>
              <a:avLst/>
              <a:gdLst/>
              <a:ahLst/>
              <a:cxnLst/>
              <a:rect l="l" t="t" r="r" b="b"/>
              <a:pathLst>
                <a:path w="1325" h="1285" extrusionOk="0">
                  <a:moveTo>
                    <a:pt x="731" y="1"/>
                  </a:moveTo>
                  <a:cubicBezTo>
                    <a:pt x="435" y="1"/>
                    <a:pt x="159" y="175"/>
                    <a:pt x="92" y="460"/>
                  </a:cubicBezTo>
                  <a:cubicBezTo>
                    <a:pt x="1" y="643"/>
                    <a:pt x="183" y="1031"/>
                    <a:pt x="366" y="1213"/>
                  </a:cubicBezTo>
                  <a:cubicBezTo>
                    <a:pt x="469" y="1262"/>
                    <a:pt x="572" y="1284"/>
                    <a:pt x="671" y="1284"/>
                  </a:cubicBezTo>
                  <a:cubicBezTo>
                    <a:pt x="945" y="1284"/>
                    <a:pt x="1190" y="1110"/>
                    <a:pt x="1324" y="825"/>
                  </a:cubicBezTo>
                  <a:cubicBezTo>
                    <a:pt x="1233" y="551"/>
                    <a:pt x="1233" y="163"/>
                    <a:pt x="1051" y="72"/>
                  </a:cubicBezTo>
                  <a:cubicBezTo>
                    <a:pt x="948" y="24"/>
                    <a:pt x="838" y="1"/>
                    <a:pt x="7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6"/>
            <p:cNvSpPr/>
            <p:nvPr/>
          </p:nvSpPr>
          <p:spPr>
            <a:xfrm>
              <a:off x="5496482" y="4919823"/>
              <a:ext cx="25720" cy="27365"/>
            </a:xfrm>
            <a:custGeom>
              <a:avLst/>
              <a:gdLst/>
              <a:ahLst/>
              <a:cxnLst/>
              <a:rect l="l" t="t" r="r" b="b"/>
              <a:pathLst>
                <a:path w="1233" h="1312" extrusionOk="0">
                  <a:moveTo>
                    <a:pt x="656" y="0"/>
                  </a:moveTo>
                  <a:cubicBezTo>
                    <a:pt x="565" y="0"/>
                    <a:pt x="467" y="18"/>
                    <a:pt x="366" y="57"/>
                  </a:cubicBezTo>
                  <a:cubicBezTo>
                    <a:pt x="183" y="57"/>
                    <a:pt x="92" y="445"/>
                    <a:pt x="0" y="628"/>
                  </a:cubicBezTo>
                  <a:cubicBezTo>
                    <a:pt x="77" y="1106"/>
                    <a:pt x="346" y="1312"/>
                    <a:pt x="660" y="1312"/>
                  </a:cubicBezTo>
                  <a:cubicBezTo>
                    <a:pt x="720" y="1312"/>
                    <a:pt x="782" y="1304"/>
                    <a:pt x="845" y="1290"/>
                  </a:cubicBezTo>
                  <a:cubicBezTo>
                    <a:pt x="1028" y="1198"/>
                    <a:pt x="1233" y="810"/>
                    <a:pt x="1233" y="628"/>
                  </a:cubicBezTo>
                  <a:cubicBezTo>
                    <a:pt x="1233" y="250"/>
                    <a:pt x="992" y="0"/>
                    <a:pt x="6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16"/>
            <p:cNvSpPr/>
            <p:nvPr/>
          </p:nvSpPr>
          <p:spPr>
            <a:xfrm>
              <a:off x="5680738" y="4920490"/>
              <a:ext cx="33835" cy="26239"/>
            </a:xfrm>
            <a:custGeom>
              <a:avLst/>
              <a:gdLst/>
              <a:ahLst/>
              <a:cxnLst/>
              <a:rect l="l" t="t" r="r" b="b"/>
              <a:pathLst>
                <a:path w="1622" h="1258" extrusionOk="0">
                  <a:moveTo>
                    <a:pt x="743" y="1"/>
                  </a:moveTo>
                  <a:cubicBezTo>
                    <a:pt x="538" y="1"/>
                    <a:pt x="277" y="154"/>
                    <a:pt x="183" y="322"/>
                  </a:cubicBezTo>
                  <a:cubicBezTo>
                    <a:pt x="1" y="778"/>
                    <a:pt x="298" y="1166"/>
                    <a:pt x="754" y="1258"/>
                  </a:cubicBezTo>
                  <a:cubicBezTo>
                    <a:pt x="959" y="1166"/>
                    <a:pt x="1325" y="1075"/>
                    <a:pt x="1439" y="892"/>
                  </a:cubicBezTo>
                  <a:cubicBezTo>
                    <a:pt x="1621" y="413"/>
                    <a:pt x="1325" y="25"/>
                    <a:pt x="868" y="25"/>
                  </a:cubicBezTo>
                  <a:cubicBezTo>
                    <a:pt x="831" y="8"/>
                    <a:pt x="788" y="1"/>
                    <a:pt x="7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16"/>
            <p:cNvSpPr/>
            <p:nvPr/>
          </p:nvSpPr>
          <p:spPr>
            <a:xfrm>
              <a:off x="5871190" y="4919823"/>
              <a:ext cx="27639" cy="27365"/>
            </a:xfrm>
            <a:custGeom>
              <a:avLst/>
              <a:gdLst/>
              <a:ahLst/>
              <a:cxnLst/>
              <a:rect l="l" t="t" r="r" b="b"/>
              <a:pathLst>
                <a:path w="1325" h="1312" extrusionOk="0">
                  <a:moveTo>
                    <a:pt x="677" y="0"/>
                  </a:moveTo>
                  <a:cubicBezTo>
                    <a:pt x="587" y="0"/>
                    <a:pt x="491" y="18"/>
                    <a:pt x="389" y="57"/>
                  </a:cubicBezTo>
                  <a:cubicBezTo>
                    <a:pt x="184" y="57"/>
                    <a:pt x="92" y="445"/>
                    <a:pt x="1" y="628"/>
                  </a:cubicBezTo>
                  <a:cubicBezTo>
                    <a:pt x="77" y="1106"/>
                    <a:pt x="363" y="1312"/>
                    <a:pt x="682" y="1312"/>
                  </a:cubicBezTo>
                  <a:cubicBezTo>
                    <a:pt x="743" y="1312"/>
                    <a:pt x="806" y="1304"/>
                    <a:pt x="868" y="1290"/>
                  </a:cubicBezTo>
                  <a:cubicBezTo>
                    <a:pt x="1051" y="1198"/>
                    <a:pt x="1325" y="810"/>
                    <a:pt x="1233" y="628"/>
                  </a:cubicBezTo>
                  <a:cubicBezTo>
                    <a:pt x="1233" y="250"/>
                    <a:pt x="1007" y="0"/>
                    <a:pt x="6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16"/>
            <p:cNvSpPr/>
            <p:nvPr/>
          </p:nvSpPr>
          <p:spPr>
            <a:xfrm>
              <a:off x="6055947" y="4920490"/>
              <a:ext cx="33334" cy="26239"/>
            </a:xfrm>
            <a:custGeom>
              <a:avLst/>
              <a:gdLst/>
              <a:ahLst/>
              <a:cxnLst/>
              <a:rect l="l" t="t" r="r" b="b"/>
              <a:pathLst>
                <a:path w="1598" h="1258" extrusionOk="0">
                  <a:moveTo>
                    <a:pt x="728" y="1"/>
                  </a:moveTo>
                  <a:cubicBezTo>
                    <a:pt x="531" y="1"/>
                    <a:pt x="257" y="154"/>
                    <a:pt x="183" y="322"/>
                  </a:cubicBezTo>
                  <a:cubicBezTo>
                    <a:pt x="0" y="778"/>
                    <a:pt x="274" y="1166"/>
                    <a:pt x="753" y="1258"/>
                  </a:cubicBezTo>
                  <a:cubicBezTo>
                    <a:pt x="936" y="1166"/>
                    <a:pt x="1324" y="1075"/>
                    <a:pt x="1415" y="892"/>
                  </a:cubicBezTo>
                  <a:cubicBezTo>
                    <a:pt x="1598" y="413"/>
                    <a:pt x="1324" y="25"/>
                    <a:pt x="845" y="25"/>
                  </a:cubicBezTo>
                  <a:cubicBezTo>
                    <a:pt x="811" y="8"/>
                    <a:pt x="771" y="1"/>
                    <a:pt x="7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6"/>
            <p:cNvSpPr/>
            <p:nvPr/>
          </p:nvSpPr>
          <p:spPr>
            <a:xfrm>
              <a:off x="6244021" y="4919093"/>
              <a:ext cx="31916" cy="27636"/>
            </a:xfrm>
            <a:custGeom>
              <a:avLst/>
              <a:gdLst/>
              <a:ahLst/>
              <a:cxnLst/>
              <a:rect l="l" t="t" r="r" b="b"/>
              <a:pathLst>
                <a:path w="1530" h="1325" extrusionOk="0">
                  <a:moveTo>
                    <a:pt x="571" y="1"/>
                  </a:moveTo>
                  <a:cubicBezTo>
                    <a:pt x="206" y="183"/>
                    <a:pt x="0" y="571"/>
                    <a:pt x="206" y="959"/>
                  </a:cubicBezTo>
                  <a:cubicBezTo>
                    <a:pt x="297" y="1142"/>
                    <a:pt x="685" y="1325"/>
                    <a:pt x="867" y="1325"/>
                  </a:cubicBezTo>
                  <a:cubicBezTo>
                    <a:pt x="1347" y="1142"/>
                    <a:pt x="1529" y="754"/>
                    <a:pt x="1256" y="389"/>
                  </a:cubicBezTo>
                  <a:cubicBezTo>
                    <a:pt x="1141" y="183"/>
                    <a:pt x="867" y="92"/>
                    <a:pt x="5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6"/>
            <p:cNvSpPr/>
            <p:nvPr/>
          </p:nvSpPr>
          <p:spPr>
            <a:xfrm>
              <a:off x="6434473" y="4919823"/>
              <a:ext cx="26200" cy="27365"/>
            </a:xfrm>
            <a:custGeom>
              <a:avLst/>
              <a:gdLst/>
              <a:ahLst/>
              <a:cxnLst/>
              <a:rect l="l" t="t" r="r" b="b"/>
              <a:pathLst>
                <a:path w="1256" h="1312" extrusionOk="0">
                  <a:moveTo>
                    <a:pt x="679" y="0"/>
                  </a:moveTo>
                  <a:cubicBezTo>
                    <a:pt x="588" y="0"/>
                    <a:pt x="490" y="18"/>
                    <a:pt x="388" y="57"/>
                  </a:cubicBezTo>
                  <a:cubicBezTo>
                    <a:pt x="206" y="57"/>
                    <a:pt x="114" y="445"/>
                    <a:pt x="0" y="628"/>
                  </a:cubicBezTo>
                  <a:cubicBezTo>
                    <a:pt x="0" y="1106"/>
                    <a:pt x="273" y="1312"/>
                    <a:pt x="644" y="1312"/>
                  </a:cubicBezTo>
                  <a:cubicBezTo>
                    <a:pt x="715" y="1312"/>
                    <a:pt x="790" y="1304"/>
                    <a:pt x="868" y="1290"/>
                  </a:cubicBezTo>
                  <a:cubicBezTo>
                    <a:pt x="1050" y="1198"/>
                    <a:pt x="1256" y="810"/>
                    <a:pt x="1256" y="628"/>
                  </a:cubicBezTo>
                  <a:cubicBezTo>
                    <a:pt x="1256" y="250"/>
                    <a:pt x="1015" y="0"/>
                    <a:pt x="67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6"/>
            <p:cNvSpPr/>
            <p:nvPr/>
          </p:nvSpPr>
          <p:spPr>
            <a:xfrm>
              <a:off x="6621107" y="4919176"/>
              <a:ext cx="27640" cy="26406"/>
            </a:xfrm>
            <a:custGeom>
              <a:avLst/>
              <a:gdLst/>
              <a:ahLst/>
              <a:cxnLst/>
              <a:rect l="l" t="t" r="r" b="b"/>
              <a:pathLst>
                <a:path w="1325" h="1266" extrusionOk="0">
                  <a:moveTo>
                    <a:pt x="702" y="1"/>
                  </a:moveTo>
                  <a:cubicBezTo>
                    <a:pt x="577" y="1"/>
                    <a:pt x="440" y="31"/>
                    <a:pt x="298" y="88"/>
                  </a:cubicBezTo>
                  <a:cubicBezTo>
                    <a:pt x="183" y="179"/>
                    <a:pt x="1" y="567"/>
                    <a:pt x="1" y="750"/>
                  </a:cubicBezTo>
                  <a:cubicBezTo>
                    <a:pt x="125" y="1077"/>
                    <a:pt x="346" y="1266"/>
                    <a:pt x="596" y="1266"/>
                  </a:cubicBezTo>
                  <a:cubicBezTo>
                    <a:pt x="713" y="1266"/>
                    <a:pt x="836" y="1225"/>
                    <a:pt x="959" y="1138"/>
                  </a:cubicBezTo>
                  <a:cubicBezTo>
                    <a:pt x="1142" y="1047"/>
                    <a:pt x="1233" y="659"/>
                    <a:pt x="1325" y="476"/>
                  </a:cubicBezTo>
                  <a:cubicBezTo>
                    <a:pt x="1199" y="147"/>
                    <a:pt x="977" y="1"/>
                    <a:pt x="7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6"/>
            <p:cNvSpPr/>
            <p:nvPr/>
          </p:nvSpPr>
          <p:spPr>
            <a:xfrm>
              <a:off x="6807762" y="4919176"/>
              <a:ext cx="27640" cy="26406"/>
            </a:xfrm>
            <a:custGeom>
              <a:avLst/>
              <a:gdLst/>
              <a:ahLst/>
              <a:cxnLst/>
              <a:rect l="l" t="t" r="r" b="b"/>
              <a:pathLst>
                <a:path w="1325" h="1266" extrusionOk="0">
                  <a:moveTo>
                    <a:pt x="723" y="1"/>
                  </a:moveTo>
                  <a:cubicBezTo>
                    <a:pt x="608" y="1"/>
                    <a:pt x="487" y="31"/>
                    <a:pt x="366" y="88"/>
                  </a:cubicBezTo>
                  <a:cubicBezTo>
                    <a:pt x="183" y="179"/>
                    <a:pt x="0" y="567"/>
                    <a:pt x="92" y="750"/>
                  </a:cubicBezTo>
                  <a:cubicBezTo>
                    <a:pt x="154" y="1077"/>
                    <a:pt x="397" y="1266"/>
                    <a:pt x="668" y="1266"/>
                  </a:cubicBezTo>
                  <a:cubicBezTo>
                    <a:pt x="795" y="1266"/>
                    <a:pt x="927" y="1225"/>
                    <a:pt x="1050" y="1138"/>
                  </a:cubicBezTo>
                  <a:cubicBezTo>
                    <a:pt x="1233" y="1047"/>
                    <a:pt x="1233" y="659"/>
                    <a:pt x="1324" y="476"/>
                  </a:cubicBezTo>
                  <a:cubicBezTo>
                    <a:pt x="1199" y="147"/>
                    <a:pt x="976" y="1"/>
                    <a:pt x="7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6"/>
            <p:cNvSpPr/>
            <p:nvPr/>
          </p:nvSpPr>
          <p:spPr>
            <a:xfrm>
              <a:off x="6998214" y="4918613"/>
              <a:ext cx="25720" cy="27407"/>
            </a:xfrm>
            <a:custGeom>
              <a:avLst/>
              <a:gdLst/>
              <a:ahLst/>
              <a:cxnLst/>
              <a:rect l="l" t="t" r="r" b="b"/>
              <a:pathLst>
                <a:path w="1233" h="1314" extrusionOk="0">
                  <a:moveTo>
                    <a:pt x="617" y="1"/>
                  </a:moveTo>
                  <a:cubicBezTo>
                    <a:pt x="255" y="1"/>
                    <a:pt x="0" y="194"/>
                    <a:pt x="0" y="594"/>
                  </a:cubicBezTo>
                  <a:cubicBezTo>
                    <a:pt x="0" y="777"/>
                    <a:pt x="183" y="1256"/>
                    <a:pt x="366" y="1256"/>
                  </a:cubicBezTo>
                  <a:cubicBezTo>
                    <a:pt x="448" y="1295"/>
                    <a:pt x="530" y="1313"/>
                    <a:pt x="610" y="1313"/>
                  </a:cubicBezTo>
                  <a:cubicBezTo>
                    <a:pt x="905" y="1313"/>
                    <a:pt x="1161" y="1063"/>
                    <a:pt x="1233" y="686"/>
                  </a:cubicBezTo>
                  <a:cubicBezTo>
                    <a:pt x="1142" y="503"/>
                    <a:pt x="1050" y="115"/>
                    <a:pt x="845" y="24"/>
                  </a:cubicBezTo>
                  <a:cubicBezTo>
                    <a:pt x="766" y="9"/>
                    <a:pt x="689" y="1"/>
                    <a:pt x="6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16"/>
            <p:cNvSpPr/>
            <p:nvPr/>
          </p:nvSpPr>
          <p:spPr>
            <a:xfrm>
              <a:off x="7182470" y="4920490"/>
              <a:ext cx="31937" cy="26239"/>
            </a:xfrm>
            <a:custGeom>
              <a:avLst/>
              <a:gdLst/>
              <a:ahLst/>
              <a:cxnLst/>
              <a:rect l="l" t="t" r="r" b="b"/>
              <a:pathLst>
                <a:path w="1531" h="1258" extrusionOk="0">
                  <a:moveTo>
                    <a:pt x="651" y="1"/>
                  </a:moveTo>
                  <a:cubicBezTo>
                    <a:pt x="447" y="1"/>
                    <a:pt x="185" y="154"/>
                    <a:pt x="92" y="322"/>
                  </a:cubicBezTo>
                  <a:cubicBezTo>
                    <a:pt x="1" y="778"/>
                    <a:pt x="206" y="1166"/>
                    <a:pt x="663" y="1258"/>
                  </a:cubicBezTo>
                  <a:cubicBezTo>
                    <a:pt x="959" y="1166"/>
                    <a:pt x="1348" y="1075"/>
                    <a:pt x="1348" y="892"/>
                  </a:cubicBezTo>
                  <a:cubicBezTo>
                    <a:pt x="1530" y="413"/>
                    <a:pt x="1233" y="25"/>
                    <a:pt x="777" y="25"/>
                  </a:cubicBezTo>
                  <a:cubicBezTo>
                    <a:pt x="740" y="8"/>
                    <a:pt x="697" y="1"/>
                    <a:pt x="6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16"/>
            <p:cNvSpPr/>
            <p:nvPr/>
          </p:nvSpPr>
          <p:spPr>
            <a:xfrm>
              <a:off x="7372922" y="4918613"/>
              <a:ext cx="25741" cy="27407"/>
            </a:xfrm>
            <a:custGeom>
              <a:avLst/>
              <a:gdLst/>
              <a:ahLst/>
              <a:cxnLst/>
              <a:rect l="l" t="t" r="r" b="b"/>
              <a:pathLst>
                <a:path w="1234" h="1314" extrusionOk="0">
                  <a:moveTo>
                    <a:pt x="671" y="1"/>
                  </a:moveTo>
                  <a:cubicBezTo>
                    <a:pt x="335" y="1"/>
                    <a:pt x="1" y="194"/>
                    <a:pt x="1" y="594"/>
                  </a:cubicBezTo>
                  <a:cubicBezTo>
                    <a:pt x="1" y="777"/>
                    <a:pt x="206" y="1256"/>
                    <a:pt x="389" y="1256"/>
                  </a:cubicBezTo>
                  <a:cubicBezTo>
                    <a:pt x="471" y="1295"/>
                    <a:pt x="553" y="1313"/>
                    <a:pt x="631" y="1313"/>
                  </a:cubicBezTo>
                  <a:cubicBezTo>
                    <a:pt x="920" y="1313"/>
                    <a:pt x="1162" y="1063"/>
                    <a:pt x="1234" y="686"/>
                  </a:cubicBezTo>
                  <a:cubicBezTo>
                    <a:pt x="1142" y="503"/>
                    <a:pt x="1051" y="115"/>
                    <a:pt x="868" y="24"/>
                  </a:cubicBezTo>
                  <a:cubicBezTo>
                    <a:pt x="804" y="9"/>
                    <a:pt x="737" y="1"/>
                    <a:pt x="6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16"/>
            <p:cNvSpPr/>
            <p:nvPr/>
          </p:nvSpPr>
          <p:spPr>
            <a:xfrm>
              <a:off x="7559578" y="4918613"/>
              <a:ext cx="27640" cy="27407"/>
            </a:xfrm>
            <a:custGeom>
              <a:avLst/>
              <a:gdLst/>
              <a:ahLst/>
              <a:cxnLst/>
              <a:rect l="l" t="t" r="r" b="b"/>
              <a:pathLst>
                <a:path w="1325" h="1314" extrusionOk="0">
                  <a:moveTo>
                    <a:pt x="730" y="1"/>
                  </a:moveTo>
                  <a:cubicBezTo>
                    <a:pt x="359" y="1"/>
                    <a:pt x="77" y="194"/>
                    <a:pt x="0" y="594"/>
                  </a:cubicBezTo>
                  <a:cubicBezTo>
                    <a:pt x="0" y="777"/>
                    <a:pt x="183" y="1256"/>
                    <a:pt x="388" y="1256"/>
                  </a:cubicBezTo>
                  <a:cubicBezTo>
                    <a:pt x="485" y="1295"/>
                    <a:pt x="575" y="1313"/>
                    <a:pt x="658" y="1313"/>
                  </a:cubicBezTo>
                  <a:cubicBezTo>
                    <a:pt x="966" y="1313"/>
                    <a:pt x="1181" y="1063"/>
                    <a:pt x="1324" y="686"/>
                  </a:cubicBezTo>
                  <a:cubicBezTo>
                    <a:pt x="1233" y="503"/>
                    <a:pt x="1142" y="115"/>
                    <a:pt x="959" y="24"/>
                  </a:cubicBezTo>
                  <a:cubicBezTo>
                    <a:pt x="880" y="9"/>
                    <a:pt x="803" y="1"/>
                    <a:pt x="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16"/>
            <p:cNvSpPr/>
            <p:nvPr/>
          </p:nvSpPr>
          <p:spPr>
            <a:xfrm>
              <a:off x="7748131" y="4918634"/>
              <a:ext cx="25720" cy="27386"/>
            </a:xfrm>
            <a:custGeom>
              <a:avLst/>
              <a:gdLst/>
              <a:ahLst/>
              <a:cxnLst/>
              <a:rect l="l" t="t" r="r" b="b"/>
              <a:pathLst>
                <a:path w="1233" h="1313" extrusionOk="0">
                  <a:moveTo>
                    <a:pt x="552" y="0"/>
                  </a:moveTo>
                  <a:cubicBezTo>
                    <a:pt x="491" y="0"/>
                    <a:pt x="428" y="8"/>
                    <a:pt x="365" y="23"/>
                  </a:cubicBezTo>
                  <a:cubicBezTo>
                    <a:pt x="183" y="114"/>
                    <a:pt x="0" y="502"/>
                    <a:pt x="0" y="685"/>
                  </a:cubicBezTo>
                  <a:cubicBezTo>
                    <a:pt x="0" y="1062"/>
                    <a:pt x="227" y="1312"/>
                    <a:pt x="557" y="1312"/>
                  </a:cubicBezTo>
                  <a:cubicBezTo>
                    <a:pt x="646" y="1312"/>
                    <a:pt x="743" y="1294"/>
                    <a:pt x="845" y="1255"/>
                  </a:cubicBezTo>
                  <a:cubicBezTo>
                    <a:pt x="1050" y="1255"/>
                    <a:pt x="1142" y="867"/>
                    <a:pt x="1233" y="685"/>
                  </a:cubicBezTo>
                  <a:cubicBezTo>
                    <a:pt x="1156" y="206"/>
                    <a:pt x="871" y="0"/>
                    <a:pt x="5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6"/>
            <p:cNvSpPr/>
            <p:nvPr/>
          </p:nvSpPr>
          <p:spPr>
            <a:xfrm>
              <a:off x="5024149" y="5012054"/>
              <a:ext cx="31916" cy="28992"/>
            </a:xfrm>
            <a:custGeom>
              <a:avLst/>
              <a:gdLst/>
              <a:ahLst/>
              <a:cxnLst/>
              <a:rect l="l" t="t" r="r" b="b"/>
              <a:pathLst>
                <a:path w="1530" h="1390" extrusionOk="0">
                  <a:moveTo>
                    <a:pt x="927" y="0"/>
                  </a:moveTo>
                  <a:cubicBezTo>
                    <a:pt x="872" y="0"/>
                    <a:pt x="815" y="6"/>
                    <a:pt x="754" y="17"/>
                  </a:cubicBezTo>
                  <a:cubicBezTo>
                    <a:pt x="571" y="17"/>
                    <a:pt x="183" y="200"/>
                    <a:pt x="92" y="383"/>
                  </a:cubicBezTo>
                  <a:cubicBezTo>
                    <a:pt x="1" y="771"/>
                    <a:pt x="183" y="1250"/>
                    <a:pt x="571" y="1341"/>
                  </a:cubicBezTo>
                  <a:cubicBezTo>
                    <a:pt x="676" y="1375"/>
                    <a:pt x="767" y="1390"/>
                    <a:pt x="848" y="1390"/>
                  </a:cubicBezTo>
                  <a:cubicBezTo>
                    <a:pt x="1209" y="1390"/>
                    <a:pt x="1362" y="1088"/>
                    <a:pt x="1530" y="771"/>
                  </a:cubicBezTo>
                  <a:cubicBezTo>
                    <a:pt x="1530" y="272"/>
                    <a:pt x="1304" y="0"/>
                    <a:pt x="9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6"/>
            <p:cNvSpPr/>
            <p:nvPr/>
          </p:nvSpPr>
          <p:spPr>
            <a:xfrm>
              <a:off x="5212953" y="5012034"/>
              <a:ext cx="33585" cy="29451"/>
            </a:xfrm>
            <a:custGeom>
              <a:avLst/>
              <a:gdLst/>
              <a:ahLst/>
              <a:cxnLst/>
              <a:rect l="l" t="t" r="r" b="b"/>
              <a:pathLst>
                <a:path w="1610" h="1412" extrusionOk="0">
                  <a:moveTo>
                    <a:pt x="628" y="1"/>
                  </a:moveTo>
                  <a:cubicBezTo>
                    <a:pt x="198" y="1"/>
                    <a:pt x="0" y="263"/>
                    <a:pt x="80" y="680"/>
                  </a:cubicBezTo>
                  <a:cubicBezTo>
                    <a:pt x="80" y="954"/>
                    <a:pt x="262" y="1342"/>
                    <a:pt x="468" y="1342"/>
                  </a:cubicBezTo>
                  <a:cubicBezTo>
                    <a:pt x="561" y="1389"/>
                    <a:pt x="662" y="1412"/>
                    <a:pt x="763" y="1412"/>
                  </a:cubicBezTo>
                  <a:cubicBezTo>
                    <a:pt x="1053" y="1412"/>
                    <a:pt x="1336" y="1219"/>
                    <a:pt x="1404" y="863"/>
                  </a:cubicBezTo>
                  <a:cubicBezTo>
                    <a:pt x="1609" y="384"/>
                    <a:pt x="1221" y="110"/>
                    <a:pt x="833" y="18"/>
                  </a:cubicBezTo>
                  <a:cubicBezTo>
                    <a:pt x="760" y="7"/>
                    <a:pt x="691" y="1"/>
                    <a:pt x="6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6"/>
            <p:cNvSpPr/>
            <p:nvPr/>
          </p:nvSpPr>
          <p:spPr>
            <a:xfrm>
              <a:off x="5398878" y="5011241"/>
              <a:ext cx="31916" cy="29159"/>
            </a:xfrm>
            <a:custGeom>
              <a:avLst/>
              <a:gdLst/>
              <a:ahLst/>
              <a:cxnLst/>
              <a:rect l="l" t="t" r="r" b="b"/>
              <a:pathLst>
                <a:path w="1530" h="1398" extrusionOk="0">
                  <a:moveTo>
                    <a:pt x="968" y="0"/>
                  </a:moveTo>
                  <a:cubicBezTo>
                    <a:pt x="886" y="0"/>
                    <a:pt x="792" y="18"/>
                    <a:pt x="685" y="56"/>
                  </a:cubicBezTo>
                  <a:cubicBezTo>
                    <a:pt x="480" y="56"/>
                    <a:pt x="206" y="330"/>
                    <a:pt x="114" y="536"/>
                  </a:cubicBezTo>
                  <a:cubicBezTo>
                    <a:pt x="0" y="992"/>
                    <a:pt x="297" y="1380"/>
                    <a:pt x="776" y="1380"/>
                  </a:cubicBezTo>
                  <a:cubicBezTo>
                    <a:pt x="838" y="1392"/>
                    <a:pt x="896" y="1398"/>
                    <a:pt x="951" y="1398"/>
                  </a:cubicBezTo>
                  <a:cubicBezTo>
                    <a:pt x="1322" y="1398"/>
                    <a:pt x="1530" y="1136"/>
                    <a:pt x="1530" y="718"/>
                  </a:cubicBezTo>
                  <a:cubicBezTo>
                    <a:pt x="1455" y="329"/>
                    <a:pt x="1321" y="0"/>
                    <a:pt x="9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6"/>
            <p:cNvSpPr/>
            <p:nvPr/>
          </p:nvSpPr>
          <p:spPr>
            <a:xfrm>
              <a:off x="5585512" y="5012409"/>
              <a:ext cx="35733" cy="28846"/>
            </a:xfrm>
            <a:custGeom>
              <a:avLst/>
              <a:gdLst/>
              <a:ahLst/>
              <a:cxnLst/>
              <a:rect l="l" t="t" r="r" b="b"/>
              <a:pathLst>
                <a:path w="1713" h="1383" extrusionOk="0">
                  <a:moveTo>
                    <a:pt x="959" y="0"/>
                  </a:moveTo>
                  <a:cubicBezTo>
                    <a:pt x="663" y="0"/>
                    <a:pt x="297" y="183"/>
                    <a:pt x="297" y="366"/>
                  </a:cubicBezTo>
                  <a:cubicBezTo>
                    <a:pt x="1" y="754"/>
                    <a:pt x="183" y="1233"/>
                    <a:pt x="663" y="1324"/>
                  </a:cubicBezTo>
                  <a:cubicBezTo>
                    <a:pt x="747" y="1364"/>
                    <a:pt x="832" y="1382"/>
                    <a:pt x="914" y="1382"/>
                  </a:cubicBezTo>
                  <a:cubicBezTo>
                    <a:pt x="1210" y="1382"/>
                    <a:pt x="1478" y="1148"/>
                    <a:pt x="1621" y="845"/>
                  </a:cubicBezTo>
                  <a:cubicBezTo>
                    <a:pt x="1713" y="274"/>
                    <a:pt x="1325" y="0"/>
                    <a:pt x="9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16"/>
            <p:cNvSpPr/>
            <p:nvPr/>
          </p:nvSpPr>
          <p:spPr>
            <a:xfrm>
              <a:off x="5774066" y="5012054"/>
              <a:ext cx="31916" cy="28992"/>
            </a:xfrm>
            <a:custGeom>
              <a:avLst/>
              <a:gdLst/>
              <a:ahLst/>
              <a:cxnLst/>
              <a:rect l="l" t="t" r="r" b="b"/>
              <a:pathLst>
                <a:path w="1530" h="1390" extrusionOk="0">
                  <a:moveTo>
                    <a:pt x="927" y="0"/>
                  </a:moveTo>
                  <a:cubicBezTo>
                    <a:pt x="872" y="0"/>
                    <a:pt x="814" y="6"/>
                    <a:pt x="754" y="17"/>
                  </a:cubicBezTo>
                  <a:cubicBezTo>
                    <a:pt x="571" y="17"/>
                    <a:pt x="183" y="200"/>
                    <a:pt x="92" y="383"/>
                  </a:cubicBezTo>
                  <a:cubicBezTo>
                    <a:pt x="1" y="771"/>
                    <a:pt x="183" y="1250"/>
                    <a:pt x="662" y="1341"/>
                  </a:cubicBezTo>
                  <a:cubicBezTo>
                    <a:pt x="750" y="1375"/>
                    <a:pt x="831" y="1390"/>
                    <a:pt x="905" y="1390"/>
                  </a:cubicBezTo>
                  <a:cubicBezTo>
                    <a:pt x="1237" y="1390"/>
                    <a:pt x="1437" y="1088"/>
                    <a:pt x="1530" y="771"/>
                  </a:cubicBezTo>
                  <a:cubicBezTo>
                    <a:pt x="1530" y="272"/>
                    <a:pt x="1303" y="0"/>
                    <a:pt x="9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16"/>
            <p:cNvSpPr/>
            <p:nvPr/>
          </p:nvSpPr>
          <p:spPr>
            <a:xfrm>
              <a:off x="5960721" y="5011241"/>
              <a:ext cx="33334" cy="29159"/>
            </a:xfrm>
            <a:custGeom>
              <a:avLst/>
              <a:gdLst/>
              <a:ahLst/>
              <a:cxnLst/>
              <a:rect l="l" t="t" r="r" b="b"/>
              <a:pathLst>
                <a:path w="1598" h="1398" extrusionOk="0">
                  <a:moveTo>
                    <a:pt x="1036" y="0"/>
                  </a:moveTo>
                  <a:cubicBezTo>
                    <a:pt x="954" y="0"/>
                    <a:pt x="861" y="18"/>
                    <a:pt x="753" y="56"/>
                  </a:cubicBezTo>
                  <a:cubicBezTo>
                    <a:pt x="571" y="56"/>
                    <a:pt x="274" y="330"/>
                    <a:pt x="183" y="536"/>
                  </a:cubicBezTo>
                  <a:cubicBezTo>
                    <a:pt x="0" y="992"/>
                    <a:pt x="365" y="1380"/>
                    <a:pt x="753" y="1380"/>
                  </a:cubicBezTo>
                  <a:cubicBezTo>
                    <a:pt x="827" y="1392"/>
                    <a:pt x="894" y="1398"/>
                    <a:pt x="955" y="1398"/>
                  </a:cubicBezTo>
                  <a:cubicBezTo>
                    <a:pt x="1369" y="1398"/>
                    <a:pt x="1518" y="1136"/>
                    <a:pt x="1598" y="718"/>
                  </a:cubicBezTo>
                  <a:cubicBezTo>
                    <a:pt x="1524" y="329"/>
                    <a:pt x="1389" y="0"/>
                    <a:pt x="10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16"/>
            <p:cNvSpPr/>
            <p:nvPr/>
          </p:nvSpPr>
          <p:spPr>
            <a:xfrm>
              <a:off x="6148795" y="5012054"/>
              <a:ext cx="31916" cy="28992"/>
            </a:xfrm>
            <a:custGeom>
              <a:avLst/>
              <a:gdLst/>
              <a:ahLst/>
              <a:cxnLst/>
              <a:rect l="l" t="t" r="r" b="b"/>
              <a:pathLst>
                <a:path w="1530" h="1390" extrusionOk="0">
                  <a:moveTo>
                    <a:pt x="948" y="0"/>
                  </a:moveTo>
                  <a:cubicBezTo>
                    <a:pt x="894" y="0"/>
                    <a:pt x="837" y="6"/>
                    <a:pt x="776" y="17"/>
                  </a:cubicBezTo>
                  <a:cubicBezTo>
                    <a:pt x="571" y="17"/>
                    <a:pt x="206" y="200"/>
                    <a:pt x="114" y="383"/>
                  </a:cubicBezTo>
                  <a:cubicBezTo>
                    <a:pt x="0" y="771"/>
                    <a:pt x="206" y="1250"/>
                    <a:pt x="685" y="1341"/>
                  </a:cubicBezTo>
                  <a:cubicBezTo>
                    <a:pt x="768" y="1375"/>
                    <a:pt x="846" y="1390"/>
                    <a:pt x="919" y="1390"/>
                  </a:cubicBezTo>
                  <a:cubicBezTo>
                    <a:pt x="1243" y="1390"/>
                    <a:pt x="1455" y="1088"/>
                    <a:pt x="1529" y="771"/>
                  </a:cubicBezTo>
                  <a:cubicBezTo>
                    <a:pt x="1529" y="272"/>
                    <a:pt x="1320" y="0"/>
                    <a:pt x="9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16"/>
            <p:cNvSpPr/>
            <p:nvPr/>
          </p:nvSpPr>
          <p:spPr>
            <a:xfrm>
              <a:off x="6335429" y="5011241"/>
              <a:ext cx="33835" cy="29159"/>
            </a:xfrm>
            <a:custGeom>
              <a:avLst/>
              <a:gdLst/>
              <a:ahLst/>
              <a:cxnLst/>
              <a:rect l="l" t="t" r="r" b="b"/>
              <a:pathLst>
                <a:path w="1622" h="1398" extrusionOk="0">
                  <a:moveTo>
                    <a:pt x="1039" y="0"/>
                  </a:moveTo>
                  <a:cubicBezTo>
                    <a:pt x="956" y="0"/>
                    <a:pt x="861" y="18"/>
                    <a:pt x="754" y="56"/>
                  </a:cubicBezTo>
                  <a:cubicBezTo>
                    <a:pt x="571" y="56"/>
                    <a:pt x="297" y="330"/>
                    <a:pt x="183" y="536"/>
                  </a:cubicBezTo>
                  <a:cubicBezTo>
                    <a:pt x="1" y="992"/>
                    <a:pt x="389" y="1380"/>
                    <a:pt x="868" y="1380"/>
                  </a:cubicBezTo>
                  <a:cubicBezTo>
                    <a:pt x="927" y="1392"/>
                    <a:pt x="981" y="1398"/>
                    <a:pt x="1032" y="1398"/>
                  </a:cubicBezTo>
                  <a:cubicBezTo>
                    <a:pt x="1375" y="1398"/>
                    <a:pt x="1542" y="1136"/>
                    <a:pt x="1621" y="718"/>
                  </a:cubicBezTo>
                  <a:cubicBezTo>
                    <a:pt x="1547" y="329"/>
                    <a:pt x="1398" y="0"/>
                    <a:pt x="10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6"/>
            <p:cNvSpPr/>
            <p:nvPr/>
          </p:nvSpPr>
          <p:spPr>
            <a:xfrm>
              <a:off x="6523983" y="5011241"/>
              <a:ext cx="31916" cy="29159"/>
            </a:xfrm>
            <a:custGeom>
              <a:avLst/>
              <a:gdLst/>
              <a:ahLst/>
              <a:cxnLst/>
              <a:rect l="l" t="t" r="r" b="b"/>
              <a:pathLst>
                <a:path w="1530" h="1398" extrusionOk="0">
                  <a:moveTo>
                    <a:pt x="994" y="0"/>
                  </a:moveTo>
                  <a:cubicBezTo>
                    <a:pt x="923" y="0"/>
                    <a:pt x="844" y="18"/>
                    <a:pt x="754" y="56"/>
                  </a:cubicBezTo>
                  <a:cubicBezTo>
                    <a:pt x="480" y="56"/>
                    <a:pt x="183" y="330"/>
                    <a:pt x="183" y="536"/>
                  </a:cubicBezTo>
                  <a:cubicBezTo>
                    <a:pt x="0" y="992"/>
                    <a:pt x="274" y="1380"/>
                    <a:pt x="754" y="1380"/>
                  </a:cubicBezTo>
                  <a:cubicBezTo>
                    <a:pt x="815" y="1392"/>
                    <a:pt x="874" y="1398"/>
                    <a:pt x="929" y="1398"/>
                  </a:cubicBezTo>
                  <a:cubicBezTo>
                    <a:pt x="1304" y="1398"/>
                    <a:pt x="1530" y="1136"/>
                    <a:pt x="1530" y="718"/>
                  </a:cubicBezTo>
                  <a:cubicBezTo>
                    <a:pt x="1437" y="329"/>
                    <a:pt x="1299" y="0"/>
                    <a:pt x="99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6"/>
            <p:cNvSpPr/>
            <p:nvPr/>
          </p:nvSpPr>
          <p:spPr>
            <a:xfrm>
              <a:off x="6712536" y="5011012"/>
              <a:ext cx="33814" cy="29034"/>
            </a:xfrm>
            <a:custGeom>
              <a:avLst/>
              <a:gdLst/>
              <a:ahLst/>
              <a:cxnLst/>
              <a:rect l="l" t="t" r="r" b="b"/>
              <a:pathLst>
                <a:path w="1621" h="1392" extrusionOk="0">
                  <a:moveTo>
                    <a:pt x="819" y="0"/>
                  </a:moveTo>
                  <a:cubicBezTo>
                    <a:pt x="737" y="0"/>
                    <a:pt x="653" y="21"/>
                    <a:pt x="571" y="67"/>
                  </a:cubicBezTo>
                  <a:cubicBezTo>
                    <a:pt x="92" y="159"/>
                    <a:pt x="0" y="638"/>
                    <a:pt x="183" y="1117"/>
                  </a:cubicBezTo>
                  <a:cubicBezTo>
                    <a:pt x="274" y="1300"/>
                    <a:pt x="662" y="1391"/>
                    <a:pt x="845" y="1391"/>
                  </a:cubicBezTo>
                  <a:cubicBezTo>
                    <a:pt x="1324" y="1391"/>
                    <a:pt x="1621" y="1117"/>
                    <a:pt x="1507" y="547"/>
                  </a:cubicBezTo>
                  <a:cubicBezTo>
                    <a:pt x="1365" y="246"/>
                    <a:pt x="1101" y="0"/>
                    <a:pt x="8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16"/>
            <p:cNvSpPr/>
            <p:nvPr/>
          </p:nvSpPr>
          <p:spPr>
            <a:xfrm>
              <a:off x="6898691" y="5012034"/>
              <a:ext cx="31937" cy="29493"/>
            </a:xfrm>
            <a:custGeom>
              <a:avLst/>
              <a:gdLst/>
              <a:ahLst/>
              <a:cxnLst/>
              <a:rect l="l" t="t" r="r" b="b"/>
              <a:pathLst>
                <a:path w="1531" h="1414" extrusionOk="0">
                  <a:moveTo>
                    <a:pt x="857" y="1"/>
                  </a:moveTo>
                  <a:cubicBezTo>
                    <a:pt x="802" y="1"/>
                    <a:pt x="745" y="6"/>
                    <a:pt x="686" y="18"/>
                  </a:cubicBezTo>
                  <a:cubicBezTo>
                    <a:pt x="206" y="201"/>
                    <a:pt x="1" y="589"/>
                    <a:pt x="115" y="954"/>
                  </a:cubicBezTo>
                  <a:cubicBezTo>
                    <a:pt x="249" y="1239"/>
                    <a:pt x="543" y="1413"/>
                    <a:pt x="835" y="1413"/>
                  </a:cubicBezTo>
                  <a:cubicBezTo>
                    <a:pt x="940" y="1413"/>
                    <a:pt x="1045" y="1391"/>
                    <a:pt x="1142" y="1342"/>
                  </a:cubicBezTo>
                  <a:cubicBezTo>
                    <a:pt x="1348" y="1160"/>
                    <a:pt x="1530" y="863"/>
                    <a:pt x="1530" y="589"/>
                  </a:cubicBezTo>
                  <a:cubicBezTo>
                    <a:pt x="1451" y="252"/>
                    <a:pt x="1216" y="1"/>
                    <a:pt x="8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16"/>
            <p:cNvSpPr/>
            <p:nvPr/>
          </p:nvSpPr>
          <p:spPr>
            <a:xfrm>
              <a:off x="7085346" y="5012034"/>
              <a:ext cx="33835" cy="29493"/>
            </a:xfrm>
            <a:custGeom>
              <a:avLst/>
              <a:gdLst/>
              <a:ahLst/>
              <a:cxnLst/>
              <a:rect l="l" t="t" r="r" b="b"/>
              <a:pathLst>
                <a:path w="1622" h="1414" extrusionOk="0">
                  <a:moveTo>
                    <a:pt x="872" y="1"/>
                  </a:moveTo>
                  <a:cubicBezTo>
                    <a:pt x="807" y="1"/>
                    <a:pt x="737" y="6"/>
                    <a:pt x="662" y="18"/>
                  </a:cubicBezTo>
                  <a:cubicBezTo>
                    <a:pt x="297" y="201"/>
                    <a:pt x="0" y="589"/>
                    <a:pt x="183" y="954"/>
                  </a:cubicBezTo>
                  <a:cubicBezTo>
                    <a:pt x="334" y="1239"/>
                    <a:pt x="633" y="1413"/>
                    <a:pt x="925" y="1413"/>
                  </a:cubicBezTo>
                  <a:cubicBezTo>
                    <a:pt x="1031" y="1413"/>
                    <a:pt x="1136" y="1391"/>
                    <a:pt x="1233" y="1342"/>
                  </a:cubicBezTo>
                  <a:cubicBezTo>
                    <a:pt x="1438" y="1160"/>
                    <a:pt x="1621" y="863"/>
                    <a:pt x="1530" y="589"/>
                  </a:cubicBezTo>
                  <a:cubicBezTo>
                    <a:pt x="1530" y="252"/>
                    <a:pt x="1306" y="1"/>
                    <a:pt x="8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6"/>
            <p:cNvSpPr/>
            <p:nvPr/>
          </p:nvSpPr>
          <p:spPr>
            <a:xfrm>
              <a:off x="7273900" y="5012054"/>
              <a:ext cx="33585" cy="28992"/>
            </a:xfrm>
            <a:custGeom>
              <a:avLst/>
              <a:gdLst/>
              <a:ahLst/>
              <a:cxnLst/>
              <a:rect l="l" t="t" r="r" b="b"/>
              <a:pathLst>
                <a:path w="1610" h="1390" extrusionOk="0">
                  <a:moveTo>
                    <a:pt x="1018" y="0"/>
                  </a:moveTo>
                  <a:cubicBezTo>
                    <a:pt x="963" y="0"/>
                    <a:pt x="905" y="6"/>
                    <a:pt x="845" y="17"/>
                  </a:cubicBezTo>
                  <a:cubicBezTo>
                    <a:pt x="571" y="17"/>
                    <a:pt x="183" y="200"/>
                    <a:pt x="183" y="383"/>
                  </a:cubicBezTo>
                  <a:cubicBezTo>
                    <a:pt x="0" y="771"/>
                    <a:pt x="183" y="1250"/>
                    <a:pt x="662" y="1341"/>
                  </a:cubicBezTo>
                  <a:cubicBezTo>
                    <a:pt x="750" y="1375"/>
                    <a:pt x="830" y="1390"/>
                    <a:pt x="905" y="1390"/>
                  </a:cubicBezTo>
                  <a:cubicBezTo>
                    <a:pt x="1236" y="1390"/>
                    <a:pt x="1436" y="1088"/>
                    <a:pt x="1530" y="771"/>
                  </a:cubicBezTo>
                  <a:cubicBezTo>
                    <a:pt x="1609" y="272"/>
                    <a:pt x="1393" y="0"/>
                    <a:pt x="10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16"/>
            <p:cNvSpPr/>
            <p:nvPr/>
          </p:nvSpPr>
          <p:spPr>
            <a:xfrm>
              <a:off x="7462453" y="5011241"/>
              <a:ext cx="31436" cy="29159"/>
            </a:xfrm>
            <a:custGeom>
              <a:avLst/>
              <a:gdLst/>
              <a:ahLst/>
              <a:cxnLst/>
              <a:rect l="l" t="t" r="r" b="b"/>
              <a:pathLst>
                <a:path w="1507" h="1398" extrusionOk="0">
                  <a:moveTo>
                    <a:pt x="945" y="0"/>
                  </a:moveTo>
                  <a:cubicBezTo>
                    <a:pt x="863" y="0"/>
                    <a:pt x="769" y="18"/>
                    <a:pt x="662" y="56"/>
                  </a:cubicBezTo>
                  <a:cubicBezTo>
                    <a:pt x="479" y="56"/>
                    <a:pt x="183" y="330"/>
                    <a:pt x="91" y="536"/>
                  </a:cubicBezTo>
                  <a:cubicBezTo>
                    <a:pt x="0" y="992"/>
                    <a:pt x="274" y="1380"/>
                    <a:pt x="753" y="1380"/>
                  </a:cubicBezTo>
                  <a:cubicBezTo>
                    <a:pt x="815" y="1392"/>
                    <a:pt x="873" y="1398"/>
                    <a:pt x="928" y="1398"/>
                  </a:cubicBezTo>
                  <a:cubicBezTo>
                    <a:pt x="1299" y="1398"/>
                    <a:pt x="1507" y="1136"/>
                    <a:pt x="1507" y="718"/>
                  </a:cubicBezTo>
                  <a:cubicBezTo>
                    <a:pt x="1432" y="329"/>
                    <a:pt x="1298" y="0"/>
                    <a:pt x="9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16"/>
            <p:cNvSpPr/>
            <p:nvPr/>
          </p:nvSpPr>
          <p:spPr>
            <a:xfrm>
              <a:off x="7648608" y="5011012"/>
              <a:ext cx="33835" cy="29034"/>
            </a:xfrm>
            <a:custGeom>
              <a:avLst/>
              <a:gdLst/>
              <a:ahLst/>
              <a:cxnLst/>
              <a:rect l="l" t="t" r="r" b="b"/>
              <a:pathLst>
                <a:path w="1622" h="1392" extrusionOk="0">
                  <a:moveTo>
                    <a:pt x="880" y="0"/>
                  </a:moveTo>
                  <a:cubicBezTo>
                    <a:pt x="783" y="0"/>
                    <a:pt x="679" y="21"/>
                    <a:pt x="571" y="67"/>
                  </a:cubicBezTo>
                  <a:cubicBezTo>
                    <a:pt x="206" y="159"/>
                    <a:pt x="1" y="638"/>
                    <a:pt x="298" y="1117"/>
                  </a:cubicBezTo>
                  <a:cubicBezTo>
                    <a:pt x="389" y="1300"/>
                    <a:pt x="686" y="1391"/>
                    <a:pt x="959" y="1391"/>
                  </a:cubicBezTo>
                  <a:cubicBezTo>
                    <a:pt x="1347" y="1391"/>
                    <a:pt x="1621" y="1117"/>
                    <a:pt x="1621" y="547"/>
                  </a:cubicBezTo>
                  <a:cubicBezTo>
                    <a:pt x="1480" y="246"/>
                    <a:pt x="1215" y="0"/>
                    <a:pt x="8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6" name="Google Shape;746;p16"/>
          <p:cNvSpPr/>
          <p:nvPr/>
        </p:nvSpPr>
        <p:spPr>
          <a:xfrm>
            <a:off x="174100" y="4640920"/>
            <a:ext cx="548665" cy="305245"/>
          </a:xfrm>
          <a:custGeom>
            <a:avLst/>
            <a:gdLst/>
            <a:ahLst/>
            <a:cxnLst/>
            <a:rect l="l" t="t" r="r" b="b"/>
            <a:pathLst>
              <a:path w="14412" h="8018" extrusionOk="0">
                <a:moveTo>
                  <a:pt x="8469" y="0"/>
                </a:moveTo>
                <a:cubicBezTo>
                  <a:pt x="8269" y="0"/>
                  <a:pt x="8106" y="171"/>
                  <a:pt x="8106" y="370"/>
                </a:cubicBezTo>
                <a:lnTo>
                  <a:pt x="8106" y="1675"/>
                </a:lnTo>
                <a:cubicBezTo>
                  <a:pt x="8106" y="1875"/>
                  <a:pt x="7935" y="2038"/>
                  <a:pt x="7736" y="2038"/>
                </a:cubicBezTo>
                <a:cubicBezTo>
                  <a:pt x="7542" y="2038"/>
                  <a:pt x="7387" y="1891"/>
                  <a:pt x="7371" y="1704"/>
                </a:cubicBezTo>
                <a:lnTo>
                  <a:pt x="7371" y="1037"/>
                </a:lnTo>
                <a:cubicBezTo>
                  <a:pt x="7371" y="838"/>
                  <a:pt x="7210" y="667"/>
                  <a:pt x="7009" y="667"/>
                </a:cubicBezTo>
                <a:cubicBezTo>
                  <a:pt x="6802" y="667"/>
                  <a:pt x="6639" y="838"/>
                  <a:pt x="6639" y="1037"/>
                </a:cubicBezTo>
                <a:lnTo>
                  <a:pt x="6639" y="1809"/>
                </a:lnTo>
                <a:cubicBezTo>
                  <a:pt x="6639" y="2015"/>
                  <a:pt x="6475" y="2179"/>
                  <a:pt x="6276" y="2179"/>
                </a:cubicBezTo>
                <a:cubicBezTo>
                  <a:pt x="6068" y="2179"/>
                  <a:pt x="5904" y="2015"/>
                  <a:pt x="5904" y="1809"/>
                </a:cubicBezTo>
                <a:lnTo>
                  <a:pt x="5904" y="601"/>
                </a:lnTo>
                <a:cubicBezTo>
                  <a:pt x="5904" y="393"/>
                  <a:pt x="5742" y="230"/>
                  <a:pt x="5534" y="230"/>
                </a:cubicBezTo>
                <a:cubicBezTo>
                  <a:pt x="5408" y="230"/>
                  <a:pt x="5298" y="297"/>
                  <a:pt x="5237" y="393"/>
                </a:cubicBezTo>
                <a:cubicBezTo>
                  <a:pt x="5193" y="452"/>
                  <a:pt x="5172" y="519"/>
                  <a:pt x="5172" y="601"/>
                </a:cubicBezTo>
                <a:lnTo>
                  <a:pt x="5172" y="993"/>
                </a:lnTo>
                <a:cubicBezTo>
                  <a:pt x="5172" y="1179"/>
                  <a:pt x="5015" y="1334"/>
                  <a:pt x="4830" y="1334"/>
                </a:cubicBezTo>
                <a:lnTo>
                  <a:pt x="4802" y="1334"/>
                </a:lnTo>
                <a:cubicBezTo>
                  <a:pt x="4631" y="1334"/>
                  <a:pt x="4490" y="1201"/>
                  <a:pt x="4467" y="1037"/>
                </a:cubicBezTo>
                <a:lnTo>
                  <a:pt x="288" y="6959"/>
                </a:lnTo>
                <a:cubicBezTo>
                  <a:pt x="0" y="7366"/>
                  <a:pt x="237" y="7982"/>
                  <a:pt x="711" y="8010"/>
                </a:cubicBezTo>
                <a:cubicBezTo>
                  <a:pt x="726" y="8017"/>
                  <a:pt x="740" y="8017"/>
                  <a:pt x="756" y="8017"/>
                </a:cubicBezTo>
                <a:lnTo>
                  <a:pt x="13656" y="8017"/>
                </a:lnTo>
                <a:cubicBezTo>
                  <a:pt x="13670" y="8017"/>
                  <a:pt x="13685" y="8017"/>
                  <a:pt x="13701" y="8010"/>
                </a:cubicBezTo>
                <a:cubicBezTo>
                  <a:pt x="14174" y="7982"/>
                  <a:pt x="14412" y="7366"/>
                  <a:pt x="14122" y="6959"/>
                </a:cubicBezTo>
                <a:lnTo>
                  <a:pt x="9550" y="527"/>
                </a:lnTo>
                <a:lnTo>
                  <a:pt x="9550" y="1341"/>
                </a:lnTo>
                <a:cubicBezTo>
                  <a:pt x="9550" y="1526"/>
                  <a:pt x="9395" y="1683"/>
                  <a:pt x="9210" y="1683"/>
                </a:cubicBezTo>
                <a:lnTo>
                  <a:pt x="9180" y="1683"/>
                </a:lnTo>
                <a:cubicBezTo>
                  <a:pt x="8988" y="1683"/>
                  <a:pt x="8839" y="1526"/>
                  <a:pt x="8839" y="1341"/>
                </a:cubicBezTo>
                <a:lnTo>
                  <a:pt x="8839" y="393"/>
                </a:lnTo>
                <a:lnTo>
                  <a:pt x="8839" y="370"/>
                </a:lnTo>
                <a:cubicBezTo>
                  <a:pt x="8839" y="171"/>
                  <a:pt x="8670" y="0"/>
                  <a:pt x="84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16"/>
          <p:cNvSpPr/>
          <p:nvPr/>
        </p:nvSpPr>
        <p:spPr>
          <a:xfrm>
            <a:off x="337911" y="4573766"/>
            <a:ext cx="199753" cy="150110"/>
          </a:xfrm>
          <a:custGeom>
            <a:avLst/>
            <a:gdLst/>
            <a:ahLst/>
            <a:cxnLst/>
            <a:rect l="l" t="t" r="r" b="b"/>
            <a:pathLst>
              <a:path w="5247" h="3943" extrusionOk="0">
                <a:moveTo>
                  <a:pt x="2891" y="0"/>
                </a:moveTo>
                <a:cubicBezTo>
                  <a:pt x="2418" y="0"/>
                  <a:pt x="1973" y="238"/>
                  <a:pt x="1683" y="646"/>
                </a:cubicBezTo>
                <a:lnTo>
                  <a:pt x="890" y="1771"/>
                </a:lnTo>
                <a:lnTo>
                  <a:pt x="890" y="1764"/>
                </a:lnTo>
                <a:lnTo>
                  <a:pt x="165" y="2804"/>
                </a:lnTo>
                <a:lnTo>
                  <a:pt x="165" y="2804"/>
                </a:lnTo>
                <a:cubicBezTo>
                  <a:pt x="165" y="2803"/>
                  <a:pt x="164" y="2802"/>
                  <a:pt x="164" y="2801"/>
                </a:cubicBezTo>
                <a:lnTo>
                  <a:pt x="1" y="3039"/>
                </a:lnTo>
                <a:lnTo>
                  <a:pt x="1" y="3039"/>
                </a:lnTo>
                <a:lnTo>
                  <a:pt x="165" y="2804"/>
                </a:lnTo>
                <a:lnTo>
                  <a:pt x="165" y="2804"/>
                </a:lnTo>
                <a:cubicBezTo>
                  <a:pt x="189" y="2966"/>
                  <a:pt x="329" y="3091"/>
                  <a:pt x="499" y="3091"/>
                </a:cubicBezTo>
                <a:lnTo>
                  <a:pt x="534" y="3091"/>
                </a:lnTo>
                <a:cubicBezTo>
                  <a:pt x="721" y="3091"/>
                  <a:pt x="876" y="2943"/>
                  <a:pt x="876" y="2749"/>
                </a:cubicBezTo>
                <a:lnTo>
                  <a:pt x="876" y="2356"/>
                </a:lnTo>
                <a:cubicBezTo>
                  <a:pt x="876" y="2283"/>
                  <a:pt x="899" y="2209"/>
                  <a:pt x="934" y="2157"/>
                </a:cubicBezTo>
                <a:cubicBezTo>
                  <a:pt x="943" y="2143"/>
                  <a:pt x="957" y="2127"/>
                  <a:pt x="965" y="2120"/>
                </a:cubicBezTo>
                <a:cubicBezTo>
                  <a:pt x="972" y="2113"/>
                  <a:pt x="972" y="2106"/>
                  <a:pt x="979" y="2099"/>
                </a:cubicBezTo>
                <a:cubicBezTo>
                  <a:pt x="988" y="2090"/>
                  <a:pt x="1002" y="2083"/>
                  <a:pt x="1009" y="2075"/>
                </a:cubicBezTo>
                <a:cubicBezTo>
                  <a:pt x="1023" y="2068"/>
                  <a:pt x="1032" y="2054"/>
                  <a:pt x="1046" y="2045"/>
                </a:cubicBezTo>
                <a:cubicBezTo>
                  <a:pt x="1053" y="2045"/>
                  <a:pt x="1061" y="2038"/>
                  <a:pt x="1068" y="2038"/>
                </a:cubicBezTo>
                <a:cubicBezTo>
                  <a:pt x="1091" y="2024"/>
                  <a:pt x="1121" y="2017"/>
                  <a:pt x="1142" y="2010"/>
                </a:cubicBezTo>
                <a:cubicBezTo>
                  <a:pt x="1173" y="2001"/>
                  <a:pt x="1201" y="1994"/>
                  <a:pt x="1231" y="1994"/>
                </a:cubicBezTo>
                <a:cubicBezTo>
                  <a:pt x="1439" y="1994"/>
                  <a:pt x="1601" y="2157"/>
                  <a:pt x="1601" y="2365"/>
                </a:cubicBezTo>
                <a:lnTo>
                  <a:pt x="1601" y="3573"/>
                </a:lnTo>
                <a:cubicBezTo>
                  <a:pt x="1601" y="3779"/>
                  <a:pt x="1765" y="3943"/>
                  <a:pt x="1973" y="3943"/>
                </a:cubicBezTo>
                <a:cubicBezTo>
                  <a:pt x="2172" y="3943"/>
                  <a:pt x="2336" y="3779"/>
                  <a:pt x="2336" y="3573"/>
                </a:cubicBezTo>
                <a:lnTo>
                  <a:pt x="2336" y="2801"/>
                </a:lnTo>
                <a:cubicBezTo>
                  <a:pt x="2336" y="2602"/>
                  <a:pt x="2499" y="2431"/>
                  <a:pt x="2706" y="2431"/>
                </a:cubicBezTo>
                <a:cubicBezTo>
                  <a:pt x="2907" y="2431"/>
                  <a:pt x="3068" y="2602"/>
                  <a:pt x="3068" y="2801"/>
                </a:cubicBezTo>
                <a:lnTo>
                  <a:pt x="3068" y="3468"/>
                </a:lnTo>
                <a:cubicBezTo>
                  <a:pt x="3084" y="3655"/>
                  <a:pt x="3239" y="3802"/>
                  <a:pt x="3433" y="3802"/>
                </a:cubicBezTo>
                <a:cubicBezTo>
                  <a:pt x="3632" y="3802"/>
                  <a:pt x="3803" y="3639"/>
                  <a:pt x="3803" y="3439"/>
                </a:cubicBezTo>
                <a:lnTo>
                  <a:pt x="3803" y="2134"/>
                </a:lnTo>
                <a:cubicBezTo>
                  <a:pt x="3803" y="1935"/>
                  <a:pt x="3966" y="1764"/>
                  <a:pt x="4166" y="1764"/>
                </a:cubicBezTo>
                <a:cubicBezTo>
                  <a:pt x="4367" y="1764"/>
                  <a:pt x="4536" y="1935"/>
                  <a:pt x="4536" y="2134"/>
                </a:cubicBezTo>
                <a:lnTo>
                  <a:pt x="4536" y="2157"/>
                </a:lnTo>
                <a:lnTo>
                  <a:pt x="4536" y="3105"/>
                </a:lnTo>
                <a:cubicBezTo>
                  <a:pt x="4536" y="3290"/>
                  <a:pt x="4685" y="3447"/>
                  <a:pt x="4870" y="3447"/>
                </a:cubicBezTo>
                <a:lnTo>
                  <a:pt x="4907" y="3447"/>
                </a:lnTo>
                <a:cubicBezTo>
                  <a:pt x="5092" y="3447"/>
                  <a:pt x="5247" y="3290"/>
                  <a:pt x="5247" y="3105"/>
                </a:cubicBezTo>
                <a:lnTo>
                  <a:pt x="5247" y="2291"/>
                </a:lnTo>
                <a:lnTo>
                  <a:pt x="4062" y="631"/>
                </a:lnTo>
                <a:cubicBezTo>
                  <a:pt x="3780" y="231"/>
                  <a:pt x="3351" y="0"/>
                  <a:pt x="2891" y="0"/>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8" name="Google Shape;748;p16"/>
          <p:cNvGrpSpPr/>
          <p:nvPr/>
        </p:nvGrpSpPr>
        <p:grpSpPr>
          <a:xfrm>
            <a:off x="1617565" y="4633387"/>
            <a:ext cx="274020" cy="305248"/>
            <a:chOff x="6354733" y="3914449"/>
            <a:chExt cx="375627" cy="418435"/>
          </a:xfrm>
        </p:grpSpPr>
        <p:sp>
          <p:nvSpPr>
            <p:cNvPr id="749" name="Google Shape;749;p16"/>
            <p:cNvSpPr/>
            <p:nvPr/>
          </p:nvSpPr>
          <p:spPr>
            <a:xfrm>
              <a:off x="6354733" y="3914449"/>
              <a:ext cx="375627" cy="365115"/>
            </a:xfrm>
            <a:custGeom>
              <a:avLst/>
              <a:gdLst/>
              <a:ahLst/>
              <a:cxnLst/>
              <a:rect l="l" t="t" r="r" b="b"/>
              <a:pathLst>
                <a:path w="4431" h="4307" extrusionOk="0">
                  <a:moveTo>
                    <a:pt x="2149" y="0"/>
                  </a:moveTo>
                  <a:cubicBezTo>
                    <a:pt x="2071" y="0"/>
                    <a:pt x="1994" y="21"/>
                    <a:pt x="1927" y="61"/>
                  </a:cubicBezTo>
                  <a:cubicBezTo>
                    <a:pt x="1438" y="366"/>
                    <a:pt x="1" y="4306"/>
                    <a:pt x="2149" y="4306"/>
                  </a:cubicBezTo>
                  <a:cubicBezTo>
                    <a:pt x="4431" y="4306"/>
                    <a:pt x="2868" y="366"/>
                    <a:pt x="2371" y="61"/>
                  </a:cubicBezTo>
                  <a:cubicBezTo>
                    <a:pt x="2305" y="21"/>
                    <a:pt x="2227" y="0"/>
                    <a:pt x="2149" y="0"/>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16"/>
            <p:cNvSpPr/>
            <p:nvPr/>
          </p:nvSpPr>
          <p:spPr>
            <a:xfrm>
              <a:off x="6354733" y="3919536"/>
              <a:ext cx="182261" cy="360029"/>
            </a:xfrm>
            <a:custGeom>
              <a:avLst/>
              <a:gdLst/>
              <a:ahLst/>
              <a:cxnLst/>
              <a:rect l="l" t="t" r="r" b="b"/>
              <a:pathLst>
                <a:path w="2150" h="4247" extrusionOk="0">
                  <a:moveTo>
                    <a:pt x="1930" y="0"/>
                  </a:moveTo>
                  <a:lnTo>
                    <a:pt x="1930" y="0"/>
                  </a:lnTo>
                  <a:cubicBezTo>
                    <a:pt x="1929" y="0"/>
                    <a:pt x="1928" y="1"/>
                    <a:pt x="1927" y="1"/>
                  </a:cubicBezTo>
                  <a:cubicBezTo>
                    <a:pt x="1438" y="306"/>
                    <a:pt x="1" y="4246"/>
                    <a:pt x="2149" y="4246"/>
                  </a:cubicBezTo>
                  <a:cubicBezTo>
                    <a:pt x="2149" y="4246"/>
                    <a:pt x="1609" y="4202"/>
                    <a:pt x="1578" y="2662"/>
                  </a:cubicBezTo>
                  <a:cubicBezTo>
                    <a:pt x="1542" y="1142"/>
                    <a:pt x="1985" y="0"/>
                    <a:pt x="1930" y="0"/>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16"/>
            <p:cNvSpPr/>
            <p:nvPr/>
          </p:nvSpPr>
          <p:spPr>
            <a:xfrm>
              <a:off x="6531143" y="4080262"/>
              <a:ext cx="26449" cy="252622"/>
            </a:xfrm>
            <a:custGeom>
              <a:avLst/>
              <a:gdLst/>
              <a:ahLst/>
              <a:cxnLst/>
              <a:rect l="l" t="t" r="r" b="b"/>
              <a:pathLst>
                <a:path w="312" h="2980" extrusionOk="0">
                  <a:moveTo>
                    <a:pt x="159" y="1"/>
                  </a:moveTo>
                  <a:cubicBezTo>
                    <a:pt x="158" y="1"/>
                    <a:pt x="157" y="5"/>
                    <a:pt x="157" y="17"/>
                  </a:cubicBezTo>
                  <a:lnTo>
                    <a:pt x="1" y="2980"/>
                  </a:lnTo>
                  <a:lnTo>
                    <a:pt x="312" y="2980"/>
                  </a:lnTo>
                  <a:cubicBezTo>
                    <a:pt x="305" y="1714"/>
                    <a:pt x="187" y="17"/>
                    <a:pt x="164" y="17"/>
                  </a:cubicBezTo>
                  <a:cubicBezTo>
                    <a:pt x="164" y="17"/>
                    <a:pt x="161" y="1"/>
                    <a:pt x="159"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16"/>
            <p:cNvSpPr/>
            <p:nvPr/>
          </p:nvSpPr>
          <p:spPr>
            <a:xfrm>
              <a:off x="6473413" y="4169527"/>
              <a:ext cx="71124" cy="57900"/>
            </a:xfrm>
            <a:custGeom>
              <a:avLst/>
              <a:gdLst/>
              <a:ahLst/>
              <a:cxnLst/>
              <a:rect l="l" t="t" r="r" b="b"/>
              <a:pathLst>
                <a:path w="839" h="683" extrusionOk="0">
                  <a:moveTo>
                    <a:pt x="0" y="1"/>
                  </a:moveTo>
                  <a:lnTo>
                    <a:pt x="0" y="1"/>
                  </a:lnTo>
                  <a:cubicBezTo>
                    <a:pt x="404" y="662"/>
                    <a:pt x="782" y="682"/>
                    <a:pt x="826" y="682"/>
                  </a:cubicBezTo>
                  <a:cubicBezTo>
                    <a:pt x="829" y="682"/>
                    <a:pt x="831" y="682"/>
                    <a:pt x="831" y="682"/>
                  </a:cubicBezTo>
                  <a:lnTo>
                    <a:pt x="838" y="586"/>
                  </a:lnTo>
                  <a:lnTo>
                    <a:pt x="838" y="586"/>
                  </a:lnTo>
                  <a:cubicBezTo>
                    <a:pt x="838" y="586"/>
                    <a:pt x="830" y="592"/>
                    <a:pt x="807" y="592"/>
                  </a:cubicBezTo>
                  <a:cubicBezTo>
                    <a:pt x="757" y="592"/>
                    <a:pt x="639" y="564"/>
                    <a:pt x="386" y="387"/>
                  </a:cubicBezTo>
                  <a:cubicBezTo>
                    <a:pt x="164" y="230"/>
                    <a:pt x="1" y="1"/>
                    <a:pt x="0"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6"/>
            <p:cNvSpPr/>
            <p:nvPr/>
          </p:nvSpPr>
          <p:spPr>
            <a:xfrm>
              <a:off x="6544452" y="4153929"/>
              <a:ext cx="60951" cy="49083"/>
            </a:xfrm>
            <a:custGeom>
              <a:avLst/>
              <a:gdLst/>
              <a:ahLst/>
              <a:cxnLst/>
              <a:rect l="l" t="t" r="r" b="b"/>
              <a:pathLst>
                <a:path w="719" h="579" extrusionOk="0">
                  <a:moveTo>
                    <a:pt x="719" y="0"/>
                  </a:moveTo>
                  <a:lnTo>
                    <a:pt x="719" y="0"/>
                  </a:lnTo>
                  <a:cubicBezTo>
                    <a:pt x="718" y="0"/>
                    <a:pt x="578" y="192"/>
                    <a:pt x="393" y="325"/>
                  </a:cubicBezTo>
                  <a:cubicBezTo>
                    <a:pt x="185" y="471"/>
                    <a:pt x="81" y="496"/>
                    <a:pt x="34" y="496"/>
                  </a:cubicBezTo>
                  <a:cubicBezTo>
                    <a:pt x="9" y="496"/>
                    <a:pt x="0" y="489"/>
                    <a:pt x="0" y="489"/>
                  </a:cubicBezTo>
                  <a:lnTo>
                    <a:pt x="0" y="489"/>
                  </a:lnTo>
                  <a:lnTo>
                    <a:pt x="7" y="578"/>
                  </a:lnTo>
                  <a:cubicBezTo>
                    <a:pt x="7" y="578"/>
                    <a:pt x="8" y="578"/>
                    <a:pt x="9" y="578"/>
                  </a:cubicBezTo>
                  <a:cubicBezTo>
                    <a:pt x="39" y="578"/>
                    <a:pt x="366" y="565"/>
                    <a:pt x="719"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16"/>
            <p:cNvSpPr/>
            <p:nvPr/>
          </p:nvSpPr>
          <p:spPr>
            <a:xfrm>
              <a:off x="6495454" y="4118749"/>
              <a:ext cx="49083" cy="39589"/>
            </a:xfrm>
            <a:custGeom>
              <a:avLst/>
              <a:gdLst/>
              <a:ahLst/>
              <a:cxnLst/>
              <a:rect l="l" t="t" r="r" b="b"/>
              <a:pathLst>
                <a:path w="579" h="467" extrusionOk="0">
                  <a:moveTo>
                    <a:pt x="0" y="1"/>
                  </a:moveTo>
                  <a:lnTo>
                    <a:pt x="0" y="1"/>
                  </a:lnTo>
                  <a:cubicBezTo>
                    <a:pt x="295" y="460"/>
                    <a:pt x="562" y="467"/>
                    <a:pt x="577" y="467"/>
                  </a:cubicBezTo>
                  <a:cubicBezTo>
                    <a:pt x="578" y="467"/>
                    <a:pt x="578" y="467"/>
                    <a:pt x="578" y="467"/>
                  </a:cubicBezTo>
                  <a:lnTo>
                    <a:pt x="578" y="392"/>
                  </a:lnTo>
                  <a:cubicBezTo>
                    <a:pt x="578" y="392"/>
                    <a:pt x="572" y="397"/>
                    <a:pt x="555" y="397"/>
                  </a:cubicBezTo>
                  <a:cubicBezTo>
                    <a:pt x="521" y="397"/>
                    <a:pt x="440" y="377"/>
                    <a:pt x="267" y="259"/>
                  </a:cubicBezTo>
                  <a:cubicBezTo>
                    <a:pt x="119" y="155"/>
                    <a:pt x="0" y="1"/>
                    <a:pt x="0"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5" name="Google Shape;755;p16"/>
          <p:cNvGrpSpPr/>
          <p:nvPr/>
        </p:nvGrpSpPr>
        <p:grpSpPr>
          <a:xfrm>
            <a:off x="1450565" y="4633387"/>
            <a:ext cx="274020" cy="305248"/>
            <a:chOff x="6354733" y="3914449"/>
            <a:chExt cx="375627" cy="418435"/>
          </a:xfrm>
        </p:grpSpPr>
        <p:sp>
          <p:nvSpPr>
            <p:cNvPr id="756" name="Google Shape;756;p16"/>
            <p:cNvSpPr/>
            <p:nvPr/>
          </p:nvSpPr>
          <p:spPr>
            <a:xfrm>
              <a:off x="6354733" y="3914449"/>
              <a:ext cx="375627" cy="365115"/>
            </a:xfrm>
            <a:custGeom>
              <a:avLst/>
              <a:gdLst/>
              <a:ahLst/>
              <a:cxnLst/>
              <a:rect l="l" t="t" r="r" b="b"/>
              <a:pathLst>
                <a:path w="4431" h="4307" extrusionOk="0">
                  <a:moveTo>
                    <a:pt x="2149" y="0"/>
                  </a:moveTo>
                  <a:cubicBezTo>
                    <a:pt x="2071" y="0"/>
                    <a:pt x="1994" y="21"/>
                    <a:pt x="1927" y="61"/>
                  </a:cubicBezTo>
                  <a:cubicBezTo>
                    <a:pt x="1438" y="366"/>
                    <a:pt x="1" y="4306"/>
                    <a:pt x="2149" y="4306"/>
                  </a:cubicBezTo>
                  <a:cubicBezTo>
                    <a:pt x="4431" y="4306"/>
                    <a:pt x="2868" y="366"/>
                    <a:pt x="2371" y="61"/>
                  </a:cubicBezTo>
                  <a:cubicBezTo>
                    <a:pt x="2305" y="21"/>
                    <a:pt x="2227" y="0"/>
                    <a:pt x="2149" y="0"/>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16"/>
            <p:cNvSpPr/>
            <p:nvPr/>
          </p:nvSpPr>
          <p:spPr>
            <a:xfrm>
              <a:off x="6354733" y="3919536"/>
              <a:ext cx="182261" cy="360029"/>
            </a:xfrm>
            <a:custGeom>
              <a:avLst/>
              <a:gdLst/>
              <a:ahLst/>
              <a:cxnLst/>
              <a:rect l="l" t="t" r="r" b="b"/>
              <a:pathLst>
                <a:path w="2150" h="4247" extrusionOk="0">
                  <a:moveTo>
                    <a:pt x="1930" y="0"/>
                  </a:moveTo>
                  <a:lnTo>
                    <a:pt x="1930" y="0"/>
                  </a:lnTo>
                  <a:cubicBezTo>
                    <a:pt x="1929" y="0"/>
                    <a:pt x="1928" y="1"/>
                    <a:pt x="1927" y="1"/>
                  </a:cubicBezTo>
                  <a:cubicBezTo>
                    <a:pt x="1438" y="306"/>
                    <a:pt x="1" y="4246"/>
                    <a:pt x="2149" y="4246"/>
                  </a:cubicBezTo>
                  <a:cubicBezTo>
                    <a:pt x="2149" y="4246"/>
                    <a:pt x="1609" y="4202"/>
                    <a:pt x="1578" y="2662"/>
                  </a:cubicBezTo>
                  <a:cubicBezTo>
                    <a:pt x="1542" y="1142"/>
                    <a:pt x="1985" y="0"/>
                    <a:pt x="1930" y="0"/>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16"/>
            <p:cNvSpPr/>
            <p:nvPr/>
          </p:nvSpPr>
          <p:spPr>
            <a:xfrm>
              <a:off x="6531143" y="4080262"/>
              <a:ext cx="26449" cy="252622"/>
            </a:xfrm>
            <a:custGeom>
              <a:avLst/>
              <a:gdLst/>
              <a:ahLst/>
              <a:cxnLst/>
              <a:rect l="l" t="t" r="r" b="b"/>
              <a:pathLst>
                <a:path w="312" h="2980" extrusionOk="0">
                  <a:moveTo>
                    <a:pt x="159" y="1"/>
                  </a:moveTo>
                  <a:cubicBezTo>
                    <a:pt x="158" y="1"/>
                    <a:pt x="157" y="5"/>
                    <a:pt x="157" y="17"/>
                  </a:cubicBezTo>
                  <a:lnTo>
                    <a:pt x="1" y="2980"/>
                  </a:lnTo>
                  <a:lnTo>
                    <a:pt x="312" y="2980"/>
                  </a:lnTo>
                  <a:cubicBezTo>
                    <a:pt x="305" y="1714"/>
                    <a:pt x="187" y="17"/>
                    <a:pt x="164" y="17"/>
                  </a:cubicBezTo>
                  <a:cubicBezTo>
                    <a:pt x="164" y="17"/>
                    <a:pt x="161" y="1"/>
                    <a:pt x="159"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16"/>
            <p:cNvSpPr/>
            <p:nvPr/>
          </p:nvSpPr>
          <p:spPr>
            <a:xfrm>
              <a:off x="6473413" y="4169527"/>
              <a:ext cx="71124" cy="57900"/>
            </a:xfrm>
            <a:custGeom>
              <a:avLst/>
              <a:gdLst/>
              <a:ahLst/>
              <a:cxnLst/>
              <a:rect l="l" t="t" r="r" b="b"/>
              <a:pathLst>
                <a:path w="839" h="683" extrusionOk="0">
                  <a:moveTo>
                    <a:pt x="0" y="1"/>
                  </a:moveTo>
                  <a:lnTo>
                    <a:pt x="0" y="1"/>
                  </a:lnTo>
                  <a:cubicBezTo>
                    <a:pt x="404" y="662"/>
                    <a:pt x="782" y="682"/>
                    <a:pt x="826" y="682"/>
                  </a:cubicBezTo>
                  <a:cubicBezTo>
                    <a:pt x="829" y="682"/>
                    <a:pt x="831" y="682"/>
                    <a:pt x="831" y="682"/>
                  </a:cubicBezTo>
                  <a:lnTo>
                    <a:pt x="838" y="586"/>
                  </a:lnTo>
                  <a:lnTo>
                    <a:pt x="838" y="586"/>
                  </a:lnTo>
                  <a:cubicBezTo>
                    <a:pt x="838" y="586"/>
                    <a:pt x="830" y="592"/>
                    <a:pt x="807" y="592"/>
                  </a:cubicBezTo>
                  <a:cubicBezTo>
                    <a:pt x="757" y="592"/>
                    <a:pt x="639" y="564"/>
                    <a:pt x="386" y="387"/>
                  </a:cubicBezTo>
                  <a:cubicBezTo>
                    <a:pt x="164" y="230"/>
                    <a:pt x="1" y="1"/>
                    <a:pt x="0"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16"/>
            <p:cNvSpPr/>
            <p:nvPr/>
          </p:nvSpPr>
          <p:spPr>
            <a:xfrm>
              <a:off x="6544452" y="4153929"/>
              <a:ext cx="60951" cy="49083"/>
            </a:xfrm>
            <a:custGeom>
              <a:avLst/>
              <a:gdLst/>
              <a:ahLst/>
              <a:cxnLst/>
              <a:rect l="l" t="t" r="r" b="b"/>
              <a:pathLst>
                <a:path w="719" h="579" extrusionOk="0">
                  <a:moveTo>
                    <a:pt x="719" y="0"/>
                  </a:moveTo>
                  <a:lnTo>
                    <a:pt x="719" y="0"/>
                  </a:lnTo>
                  <a:cubicBezTo>
                    <a:pt x="718" y="0"/>
                    <a:pt x="578" y="192"/>
                    <a:pt x="393" y="325"/>
                  </a:cubicBezTo>
                  <a:cubicBezTo>
                    <a:pt x="185" y="471"/>
                    <a:pt x="81" y="496"/>
                    <a:pt x="34" y="496"/>
                  </a:cubicBezTo>
                  <a:cubicBezTo>
                    <a:pt x="9" y="496"/>
                    <a:pt x="0" y="489"/>
                    <a:pt x="0" y="489"/>
                  </a:cubicBezTo>
                  <a:lnTo>
                    <a:pt x="0" y="489"/>
                  </a:lnTo>
                  <a:lnTo>
                    <a:pt x="7" y="578"/>
                  </a:lnTo>
                  <a:cubicBezTo>
                    <a:pt x="7" y="578"/>
                    <a:pt x="8" y="578"/>
                    <a:pt x="9" y="578"/>
                  </a:cubicBezTo>
                  <a:cubicBezTo>
                    <a:pt x="39" y="578"/>
                    <a:pt x="366" y="565"/>
                    <a:pt x="719"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16"/>
            <p:cNvSpPr/>
            <p:nvPr/>
          </p:nvSpPr>
          <p:spPr>
            <a:xfrm>
              <a:off x="6495454" y="4118749"/>
              <a:ext cx="49083" cy="39589"/>
            </a:xfrm>
            <a:custGeom>
              <a:avLst/>
              <a:gdLst/>
              <a:ahLst/>
              <a:cxnLst/>
              <a:rect l="l" t="t" r="r" b="b"/>
              <a:pathLst>
                <a:path w="579" h="467" extrusionOk="0">
                  <a:moveTo>
                    <a:pt x="0" y="1"/>
                  </a:moveTo>
                  <a:lnTo>
                    <a:pt x="0" y="1"/>
                  </a:lnTo>
                  <a:cubicBezTo>
                    <a:pt x="295" y="460"/>
                    <a:pt x="562" y="467"/>
                    <a:pt x="577" y="467"/>
                  </a:cubicBezTo>
                  <a:cubicBezTo>
                    <a:pt x="578" y="467"/>
                    <a:pt x="578" y="467"/>
                    <a:pt x="578" y="467"/>
                  </a:cubicBezTo>
                  <a:lnTo>
                    <a:pt x="578" y="392"/>
                  </a:lnTo>
                  <a:cubicBezTo>
                    <a:pt x="578" y="392"/>
                    <a:pt x="572" y="397"/>
                    <a:pt x="555" y="397"/>
                  </a:cubicBezTo>
                  <a:cubicBezTo>
                    <a:pt x="521" y="397"/>
                    <a:pt x="440" y="377"/>
                    <a:pt x="267" y="259"/>
                  </a:cubicBezTo>
                  <a:cubicBezTo>
                    <a:pt x="119" y="155"/>
                    <a:pt x="0" y="1"/>
                    <a:pt x="0"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2" name="Google Shape;762;p16"/>
          <p:cNvSpPr/>
          <p:nvPr/>
        </p:nvSpPr>
        <p:spPr>
          <a:xfrm>
            <a:off x="568963" y="4743138"/>
            <a:ext cx="364948" cy="203036"/>
          </a:xfrm>
          <a:custGeom>
            <a:avLst/>
            <a:gdLst/>
            <a:ahLst/>
            <a:cxnLst/>
            <a:rect l="l" t="t" r="r" b="b"/>
            <a:pathLst>
              <a:path w="14412" h="8018" extrusionOk="0">
                <a:moveTo>
                  <a:pt x="8469" y="0"/>
                </a:moveTo>
                <a:cubicBezTo>
                  <a:pt x="8269" y="0"/>
                  <a:pt x="8106" y="171"/>
                  <a:pt x="8106" y="370"/>
                </a:cubicBezTo>
                <a:lnTo>
                  <a:pt x="8106" y="1675"/>
                </a:lnTo>
                <a:cubicBezTo>
                  <a:pt x="8106" y="1875"/>
                  <a:pt x="7935" y="2038"/>
                  <a:pt x="7736" y="2038"/>
                </a:cubicBezTo>
                <a:cubicBezTo>
                  <a:pt x="7542" y="2038"/>
                  <a:pt x="7387" y="1891"/>
                  <a:pt x="7371" y="1704"/>
                </a:cubicBezTo>
                <a:lnTo>
                  <a:pt x="7371" y="1037"/>
                </a:lnTo>
                <a:cubicBezTo>
                  <a:pt x="7371" y="838"/>
                  <a:pt x="7210" y="667"/>
                  <a:pt x="7009" y="667"/>
                </a:cubicBezTo>
                <a:cubicBezTo>
                  <a:pt x="6802" y="667"/>
                  <a:pt x="6639" y="838"/>
                  <a:pt x="6639" y="1037"/>
                </a:cubicBezTo>
                <a:lnTo>
                  <a:pt x="6639" y="1809"/>
                </a:lnTo>
                <a:cubicBezTo>
                  <a:pt x="6639" y="2015"/>
                  <a:pt x="6475" y="2179"/>
                  <a:pt x="6276" y="2179"/>
                </a:cubicBezTo>
                <a:cubicBezTo>
                  <a:pt x="6068" y="2179"/>
                  <a:pt x="5904" y="2015"/>
                  <a:pt x="5904" y="1809"/>
                </a:cubicBezTo>
                <a:lnTo>
                  <a:pt x="5904" y="601"/>
                </a:lnTo>
                <a:cubicBezTo>
                  <a:pt x="5904" y="393"/>
                  <a:pt x="5742" y="230"/>
                  <a:pt x="5534" y="230"/>
                </a:cubicBezTo>
                <a:cubicBezTo>
                  <a:pt x="5408" y="230"/>
                  <a:pt x="5298" y="297"/>
                  <a:pt x="5237" y="393"/>
                </a:cubicBezTo>
                <a:cubicBezTo>
                  <a:pt x="5193" y="452"/>
                  <a:pt x="5172" y="519"/>
                  <a:pt x="5172" y="601"/>
                </a:cubicBezTo>
                <a:lnTo>
                  <a:pt x="5172" y="993"/>
                </a:lnTo>
                <a:cubicBezTo>
                  <a:pt x="5172" y="1179"/>
                  <a:pt x="5015" y="1334"/>
                  <a:pt x="4830" y="1334"/>
                </a:cubicBezTo>
                <a:lnTo>
                  <a:pt x="4802" y="1334"/>
                </a:lnTo>
                <a:cubicBezTo>
                  <a:pt x="4631" y="1334"/>
                  <a:pt x="4490" y="1201"/>
                  <a:pt x="4467" y="1037"/>
                </a:cubicBezTo>
                <a:lnTo>
                  <a:pt x="288" y="6959"/>
                </a:lnTo>
                <a:cubicBezTo>
                  <a:pt x="0" y="7366"/>
                  <a:pt x="237" y="7982"/>
                  <a:pt x="711" y="8010"/>
                </a:cubicBezTo>
                <a:cubicBezTo>
                  <a:pt x="726" y="8017"/>
                  <a:pt x="740" y="8017"/>
                  <a:pt x="756" y="8017"/>
                </a:cubicBezTo>
                <a:lnTo>
                  <a:pt x="13656" y="8017"/>
                </a:lnTo>
                <a:cubicBezTo>
                  <a:pt x="13670" y="8017"/>
                  <a:pt x="13685" y="8017"/>
                  <a:pt x="13701" y="8010"/>
                </a:cubicBezTo>
                <a:cubicBezTo>
                  <a:pt x="14174" y="7982"/>
                  <a:pt x="14412" y="7366"/>
                  <a:pt x="14122" y="6959"/>
                </a:cubicBezTo>
                <a:lnTo>
                  <a:pt x="9550" y="527"/>
                </a:lnTo>
                <a:lnTo>
                  <a:pt x="9550" y="1341"/>
                </a:lnTo>
                <a:cubicBezTo>
                  <a:pt x="9550" y="1526"/>
                  <a:pt x="9395" y="1683"/>
                  <a:pt x="9210" y="1683"/>
                </a:cubicBezTo>
                <a:lnTo>
                  <a:pt x="9180" y="1683"/>
                </a:lnTo>
                <a:cubicBezTo>
                  <a:pt x="8988" y="1683"/>
                  <a:pt x="8839" y="1526"/>
                  <a:pt x="8839" y="1341"/>
                </a:cubicBezTo>
                <a:lnTo>
                  <a:pt x="8839" y="393"/>
                </a:lnTo>
                <a:lnTo>
                  <a:pt x="8839" y="370"/>
                </a:lnTo>
                <a:cubicBezTo>
                  <a:pt x="8839" y="171"/>
                  <a:pt x="8670" y="0"/>
                  <a:pt x="84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16"/>
          <p:cNvSpPr/>
          <p:nvPr/>
        </p:nvSpPr>
        <p:spPr>
          <a:xfrm>
            <a:off x="677923" y="4698471"/>
            <a:ext cx="132867" cy="99847"/>
          </a:xfrm>
          <a:custGeom>
            <a:avLst/>
            <a:gdLst/>
            <a:ahLst/>
            <a:cxnLst/>
            <a:rect l="l" t="t" r="r" b="b"/>
            <a:pathLst>
              <a:path w="5247" h="3943" extrusionOk="0">
                <a:moveTo>
                  <a:pt x="2891" y="0"/>
                </a:moveTo>
                <a:cubicBezTo>
                  <a:pt x="2418" y="0"/>
                  <a:pt x="1973" y="238"/>
                  <a:pt x="1683" y="646"/>
                </a:cubicBezTo>
                <a:lnTo>
                  <a:pt x="890" y="1771"/>
                </a:lnTo>
                <a:lnTo>
                  <a:pt x="890" y="1764"/>
                </a:lnTo>
                <a:lnTo>
                  <a:pt x="165" y="2804"/>
                </a:lnTo>
                <a:lnTo>
                  <a:pt x="165" y="2804"/>
                </a:lnTo>
                <a:cubicBezTo>
                  <a:pt x="165" y="2803"/>
                  <a:pt x="164" y="2802"/>
                  <a:pt x="164" y="2801"/>
                </a:cubicBezTo>
                <a:lnTo>
                  <a:pt x="1" y="3039"/>
                </a:lnTo>
                <a:lnTo>
                  <a:pt x="1" y="3039"/>
                </a:lnTo>
                <a:lnTo>
                  <a:pt x="165" y="2804"/>
                </a:lnTo>
                <a:lnTo>
                  <a:pt x="165" y="2804"/>
                </a:lnTo>
                <a:cubicBezTo>
                  <a:pt x="189" y="2966"/>
                  <a:pt x="329" y="3091"/>
                  <a:pt x="499" y="3091"/>
                </a:cubicBezTo>
                <a:lnTo>
                  <a:pt x="534" y="3091"/>
                </a:lnTo>
                <a:cubicBezTo>
                  <a:pt x="721" y="3091"/>
                  <a:pt x="876" y="2943"/>
                  <a:pt x="876" y="2749"/>
                </a:cubicBezTo>
                <a:lnTo>
                  <a:pt x="876" y="2356"/>
                </a:lnTo>
                <a:cubicBezTo>
                  <a:pt x="876" y="2283"/>
                  <a:pt x="899" y="2209"/>
                  <a:pt x="934" y="2157"/>
                </a:cubicBezTo>
                <a:cubicBezTo>
                  <a:pt x="943" y="2143"/>
                  <a:pt x="957" y="2127"/>
                  <a:pt x="965" y="2120"/>
                </a:cubicBezTo>
                <a:cubicBezTo>
                  <a:pt x="972" y="2113"/>
                  <a:pt x="972" y="2106"/>
                  <a:pt x="979" y="2099"/>
                </a:cubicBezTo>
                <a:cubicBezTo>
                  <a:pt x="988" y="2090"/>
                  <a:pt x="1002" y="2083"/>
                  <a:pt x="1009" y="2075"/>
                </a:cubicBezTo>
                <a:cubicBezTo>
                  <a:pt x="1023" y="2068"/>
                  <a:pt x="1032" y="2054"/>
                  <a:pt x="1046" y="2045"/>
                </a:cubicBezTo>
                <a:cubicBezTo>
                  <a:pt x="1053" y="2045"/>
                  <a:pt x="1061" y="2038"/>
                  <a:pt x="1068" y="2038"/>
                </a:cubicBezTo>
                <a:cubicBezTo>
                  <a:pt x="1091" y="2024"/>
                  <a:pt x="1121" y="2017"/>
                  <a:pt x="1142" y="2010"/>
                </a:cubicBezTo>
                <a:cubicBezTo>
                  <a:pt x="1173" y="2001"/>
                  <a:pt x="1201" y="1994"/>
                  <a:pt x="1231" y="1994"/>
                </a:cubicBezTo>
                <a:cubicBezTo>
                  <a:pt x="1439" y="1994"/>
                  <a:pt x="1601" y="2157"/>
                  <a:pt x="1601" y="2365"/>
                </a:cubicBezTo>
                <a:lnTo>
                  <a:pt x="1601" y="3573"/>
                </a:lnTo>
                <a:cubicBezTo>
                  <a:pt x="1601" y="3779"/>
                  <a:pt x="1765" y="3943"/>
                  <a:pt x="1973" y="3943"/>
                </a:cubicBezTo>
                <a:cubicBezTo>
                  <a:pt x="2172" y="3943"/>
                  <a:pt x="2336" y="3779"/>
                  <a:pt x="2336" y="3573"/>
                </a:cubicBezTo>
                <a:lnTo>
                  <a:pt x="2336" y="2801"/>
                </a:lnTo>
                <a:cubicBezTo>
                  <a:pt x="2336" y="2602"/>
                  <a:pt x="2499" y="2431"/>
                  <a:pt x="2706" y="2431"/>
                </a:cubicBezTo>
                <a:cubicBezTo>
                  <a:pt x="2907" y="2431"/>
                  <a:pt x="3068" y="2602"/>
                  <a:pt x="3068" y="2801"/>
                </a:cubicBezTo>
                <a:lnTo>
                  <a:pt x="3068" y="3468"/>
                </a:lnTo>
                <a:cubicBezTo>
                  <a:pt x="3084" y="3655"/>
                  <a:pt x="3239" y="3802"/>
                  <a:pt x="3433" y="3802"/>
                </a:cubicBezTo>
                <a:cubicBezTo>
                  <a:pt x="3632" y="3802"/>
                  <a:pt x="3803" y="3639"/>
                  <a:pt x="3803" y="3439"/>
                </a:cubicBezTo>
                <a:lnTo>
                  <a:pt x="3803" y="2134"/>
                </a:lnTo>
                <a:cubicBezTo>
                  <a:pt x="3803" y="1935"/>
                  <a:pt x="3966" y="1764"/>
                  <a:pt x="4166" y="1764"/>
                </a:cubicBezTo>
                <a:cubicBezTo>
                  <a:pt x="4367" y="1764"/>
                  <a:pt x="4536" y="1935"/>
                  <a:pt x="4536" y="2134"/>
                </a:cubicBezTo>
                <a:lnTo>
                  <a:pt x="4536" y="2157"/>
                </a:lnTo>
                <a:lnTo>
                  <a:pt x="4536" y="3105"/>
                </a:lnTo>
                <a:cubicBezTo>
                  <a:pt x="4536" y="3290"/>
                  <a:pt x="4685" y="3447"/>
                  <a:pt x="4870" y="3447"/>
                </a:cubicBezTo>
                <a:lnTo>
                  <a:pt x="4907" y="3447"/>
                </a:lnTo>
                <a:cubicBezTo>
                  <a:pt x="5092" y="3447"/>
                  <a:pt x="5247" y="3290"/>
                  <a:pt x="5247" y="3105"/>
                </a:cubicBezTo>
                <a:lnTo>
                  <a:pt x="5247" y="2291"/>
                </a:lnTo>
                <a:lnTo>
                  <a:pt x="4062" y="631"/>
                </a:lnTo>
                <a:cubicBezTo>
                  <a:pt x="3780" y="231"/>
                  <a:pt x="3351" y="0"/>
                  <a:pt x="2891" y="0"/>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16"/>
          <p:cNvSpPr/>
          <p:nvPr/>
        </p:nvSpPr>
        <p:spPr>
          <a:xfrm>
            <a:off x="8441453" y="235488"/>
            <a:ext cx="248263" cy="248333"/>
          </a:xfrm>
          <a:custGeom>
            <a:avLst/>
            <a:gdLst/>
            <a:ahLst/>
            <a:cxnLst/>
            <a:rect l="l" t="t" r="r" b="b"/>
            <a:pathLst>
              <a:path w="3535" h="3536" extrusionOk="0">
                <a:moveTo>
                  <a:pt x="1763" y="0"/>
                </a:moveTo>
                <a:cubicBezTo>
                  <a:pt x="785" y="0"/>
                  <a:pt x="1" y="794"/>
                  <a:pt x="1" y="1772"/>
                </a:cubicBezTo>
                <a:cubicBezTo>
                  <a:pt x="1" y="2750"/>
                  <a:pt x="785" y="3536"/>
                  <a:pt x="1763" y="3536"/>
                </a:cubicBezTo>
                <a:cubicBezTo>
                  <a:pt x="2741" y="3536"/>
                  <a:pt x="3534" y="2750"/>
                  <a:pt x="3534" y="1772"/>
                </a:cubicBezTo>
                <a:cubicBezTo>
                  <a:pt x="3534" y="794"/>
                  <a:pt x="2741" y="0"/>
                  <a:pt x="17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6"/>
          <p:cNvSpPr/>
          <p:nvPr/>
        </p:nvSpPr>
        <p:spPr>
          <a:xfrm>
            <a:off x="7696237" y="405175"/>
            <a:ext cx="662243" cy="178361"/>
          </a:xfrm>
          <a:custGeom>
            <a:avLst/>
            <a:gdLst/>
            <a:ahLst/>
            <a:cxnLst/>
            <a:rect l="l" t="t" r="r" b="b"/>
            <a:pathLst>
              <a:path w="7812" h="2104" extrusionOk="0">
                <a:moveTo>
                  <a:pt x="4136" y="0"/>
                </a:moveTo>
                <a:cubicBezTo>
                  <a:pt x="3424" y="0"/>
                  <a:pt x="2846" y="571"/>
                  <a:pt x="2846" y="1282"/>
                </a:cubicBezTo>
                <a:lnTo>
                  <a:pt x="2846" y="1304"/>
                </a:lnTo>
                <a:cubicBezTo>
                  <a:pt x="2765" y="1273"/>
                  <a:pt x="2676" y="1252"/>
                  <a:pt x="2580" y="1252"/>
                </a:cubicBezTo>
                <a:cubicBezTo>
                  <a:pt x="2380" y="1252"/>
                  <a:pt x="2194" y="1327"/>
                  <a:pt x="2046" y="1444"/>
                </a:cubicBezTo>
                <a:cubicBezTo>
                  <a:pt x="1906" y="1259"/>
                  <a:pt x="1683" y="1140"/>
                  <a:pt x="1438" y="1140"/>
                </a:cubicBezTo>
                <a:cubicBezTo>
                  <a:pt x="1082" y="1140"/>
                  <a:pt x="794" y="1371"/>
                  <a:pt x="691" y="1690"/>
                </a:cubicBezTo>
                <a:cubicBezTo>
                  <a:pt x="675" y="1690"/>
                  <a:pt x="654" y="1682"/>
                  <a:pt x="638" y="1682"/>
                </a:cubicBezTo>
                <a:cubicBezTo>
                  <a:pt x="350" y="1682"/>
                  <a:pt x="104" y="1860"/>
                  <a:pt x="1" y="2104"/>
                </a:cubicBezTo>
                <a:lnTo>
                  <a:pt x="7796" y="2104"/>
                </a:lnTo>
                <a:cubicBezTo>
                  <a:pt x="7812" y="2052"/>
                  <a:pt x="7812" y="1994"/>
                  <a:pt x="7812" y="1933"/>
                </a:cubicBezTo>
                <a:cubicBezTo>
                  <a:pt x="7812" y="1467"/>
                  <a:pt x="7433" y="1081"/>
                  <a:pt x="6967" y="1081"/>
                </a:cubicBezTo>
                <a:cubicBezTo>
                  <a:pt x="6714" y="1081"/>
                  <a:pt x="6499" y="1193"/>
                  <a:pt x="6344" y="1355"/>
                </a:cubicBezTo>
                <a:cubicBezTo>
                  <a:pt x="6181" y="1185"/>
                  <a:pt x="5958" y="1074"/>
                  <a:pt x="5706" y="1074"/>
                </a:cubicBezTo>
                <a:cubicBezTo>
                  <a:pt x="5603" y="1074"/>
                  <a:pt x="5500" y="1096"/>
                  <a:pt x="5411" y="1126"/>
                </a:cubicBezTo>
                <a:cubicBezTo>
                  <a:pt x="5329" y="489"/>
                  <a:pt x="4795" y="0"/>
                  <a:pt x="4136" y="0"/>
                </a:cubicBez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16"/>
          <p:cNvSpPr/>
          <p:nvPr/>
        </p:nvSpPr>
        <p:spPr>
          <a:xfrm>
            <a:off x="8526669" y="305279"/>
            <a:ext cx="364946" cy="108763"/>
          </a:xfrm>
          <a:custGeom>
            <a:avLst/>
            <a:gdLst/>
            <a:ahLst/>
            <a:cxnLst/>
            <a:rect l="l" t="t" r="r" b="b"/>
            <a:pathLst>
              <a:path w="4305" h="1283" extrusionOk="0">
                <a:moveTo>
                  <a:pt x="2179" y="0"/>
                </a:moveTo>
                <a:cubicBezTo>
                  <a:pt x="1690" y="0"/>
                  <a:pt x="1297" y="400"/>
                  <a:pt x="1297" y="882"/>
                </a:cubicBezTo>
                <a:lnTo>
                  <a:pt x="1297" y="912"/>
                </a:lnTo>
                <a:cubicBezTo>
                  <a:pt x="1223" y="889"/>
                  <a:pt x="1148" y="882"/>
                  <a:pt x="1068" y="882"/>
                </a:cubicBezTo>
                <a:cubicBezTo>
                  <a:pt x="904" y="896"/>
                  <a:pt x="764" y="971"/>
                  <a:pt x="659" y="1074"/>
                </a:cubicBezTo>
                <a:cubicBezTo>
                  <a:pt x="593" y="1053"/>
                  <a:pt x="518" y="1046"/>
                  <a:pt x="445" y="1046"/>
                </a:cubicBezTo>
                <a:cubicBezTo>
                  <a:pt x="259" y="1060"/>
                  <a:pt x="104" y="1149"/>
                  <a:pt x="1" y="1282"/>
                </a:cubicBezTo>
                <a:lnTo>
                  <a:pt x="4297" y="1282"/>
                </a:lnTo>
                <a:cubicBezTo>
                  <a:pt x="4297" y="1268"/>
                  <a:pt x="4304" y="1261"/>
                  <a:pt x="4304" y="1245"/>
                </a:cubicBezTo>
                <a:cubicBezTo>
                  <a:pt x="4277" y="910"/>
                  <a:pt x="4002" y="659"/>
                  <a:pt x="3677" y="659"/>
                </a:cubicBezTo>
                <a:cubicBezTo>
                  <a:pt x="3664" y="659"/>
                  <a:pt x="3651" y="659"/>
                  <a:pt x="3638" y="660"/>
                </a:cubicBezTo>
                <a:cubicBezTo>
                  <a:pt x="3453" y="674"/>
                  <a:pt x="3298" y="772"/>
                  <a:pt x="3193" y="905"/>
                </a:cubicBezTo>
                <a:cubicBezTo>
                  <a:pt x="3149" y="889"/>
                  <a:pt x="3104" y="889"/>
                  <a:pt x="3060" y="889"/>
                </a:cubicBezTo>
                <a:lnTo>
                  <a:pt x="3060" y="882"/>
                </a:lnTo>
                <a:cubicBezTo>
                  <a:pt x="3060" y="400"/>
                  <a:pt x="2660" y="0"/>
                  <a:pt x="2179" y="0"/>
                </a:cubicBez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6"/>
          <p:cNvSpPr/>
          <p:nvPr/>
        </p:nvSpPr>
        <p:spPr>
          <a:xfrm>
            <a:off x="7993519" y="235504"/>
            <a:ext cx="364946" cy="108763"/>
          </a:xfrm>
          <a:custGeom>
            <a:avLst/>
            <a:gdLst/>
            <a:ahLst/>
            <a:cxnLst/>
            <a:rect l="l" t="t" r="r" b="b"/>
            <a:pathLst>
              <a:path w="4305" h="1283" extrusionOk="0">
                <a:moveTo>
                  <a:pt x="2179" y="0"/>
                </a:moveTo>
                <a:cubicBezTo>
                  <a:pt x="1690" y="0"/>
                  <a:pt x="1297" y="400"/>
                  <a:pt x="1297" y="882"/>
                </a:cubicBezTo>
                <a:lnTo>
                  <a:pt x="1297" y="912"/>
                </a:lnTo>
                <a:cubicBezTo>
                  <a:pt x="1223" y="889"/>
                  <a:pt x="1148" y="882"/>
                  <a:pt x="1068" y="882"/>
                </a:cubicBezTo>
                <a:cubicBezTo>
                  <a:pt x="904" y="896"/>
                  <a:pt x="764" y="971"/>
                  <a:pt x="659" y="1074"/>
                </a:cubicBezTo>
                <a:cubicBezTo>
                  <a:pt x="593" y="1053"/>
                  <a:pt x="518" y="1046"/>
                  <a:pt x="445" y="1046"/>
                </a:cubicBezTo>
                <a:cubicBezTo>
                  <a:pt x="259" y="1060"/>
                  <a:pt x="104" y="1149"/>
                  <a:pt x="1" y="1282"/>
                </a:cubicBezTo>
                <a:lnTo>
                  <a:pt x="4297" y="1282"/>
                </a:lnTo>
                <a:cubicBezTo>
                  <a:pt x="4297" y="1268"/>
                  <a:pt x="4304" y="1261"/>
                  <a:pt x="4304" y="1245"/>
                </a:cubicBezTo>
                <a:cubicBezTo>
                  <a:pt x="4277" y="910"/>
                  <a:pt x="4002" y="659"/>
                  <a:pt x="3677" y="659"/>
                </a:cubicBezTo>
                <a:cubicBezTo>
                  <a:pt x="3664" y="659"/>
                  <a:pt x="3651" y="659"/>
                  <a:pt x="3638" y="660"/>
                </a:cubicBezTo>
                <a:cubicBezTo>
                  <a:pt x="3453" y="674"/>
                  <a:pt x="3298" y="772"/>
                  <a:pt x="3193" y="905"/>
                </a:cubicBezTo>
                <a:cubicBezTo>
                  <a:pt x="3149" y="889"/>
                  <a:pt x="3104" y="889"/>
                  <a:pt x="3060" y="889"/>
                </a:cubicBezTo>
                <a:lnTo>
                  <a:pt x="3060" y="882"/>
                </a:lnTo>
                <a:cubicBezTo>
                  <a:pt x="3060" y="400"/>
                  <a:pt x="2660" y="0"/>
                  <a:pt x="2179" y="0"/>
                </a:cubicBez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8" name="Google Shape;768;p16"/>
          <p:cNvGrpSpPr/>
          <p:nvPr/>
        </p:nvGrpSpPr>
        <p:grpSpPr>
          <a:xfrm>
            <a:off x="947341" y="4234986"/>
            <a:ext cx="471443" cy="703528"/>
            <a:chOff x="5752054" y="2896539"/>
            <a:chExt cx="727086" cy="1085021"/>
          </a:xfrm>
        </p:grpSpPr>
        <p:sp>
          <p:nvSpPr>
            <p:cNvPr id="769" name="Google Shape;769;p16"/>
            <p:cNvSpPr/>
            <p:nvPr/>
          </p:nvSpPr>
          <p:spPr>
            <a:xfrm>
              <a:off x="5955656" y="3243358"/>
              <a:ext cx="312937" cy="738203"/>
            </a:xfrm>
            <a:custGeom>
              <a:avLst/>
              <a:gdLst/>
              <a:ahLst/>
              <a:cxnLst/>
              <a:rect l="l" t="t" r="r" b="b"/>
              <a:pathLst>
                <a:path w="2928" h="6907" extrusionOk="0">
                  <a:moveTo>
                    <a:pt x="644" y="1"/>
                  </a:moveTo>
                  <a:lnTo>
                    <a:pt x="0" y="6906"/>
                  </a:lnTo>
                  <a:lnTo>
                    <a:pt x="2927" y="6906"/>
                  </a:lnTo>
                  <a:lnTo>
                    <a:pt x="2282" y="1"/>
                  </a:lnTo>
                  <a:close/>
                </a:path>
              </a:pathLst>
            </a:custGeom>
            <a:solidFill>
              <a:srgbClr val="B3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6"/>
            <p:cNvSpPr/>
            <p:nvPr/>
          </p:nvSpPr>
          <p:spPr>
            <a:xfrm>
              <a:off x="6199442" y="3243358"/>
              <a:ext cx="76204" cy="738203"/>
            </a:xfrm>
            <a:custGeom>
              <a:avLst/>
              <a:gdLst/>
              <a:ahLst/>
              <a:cxnLst/>
              <a:rect l="l" t="t" r="r" b="b"/>
              <a:pathLst>
                <a:path w="713" h="6907" extrusionOk="0">
                  <a:moveTo>
                    <a:pt x="1" y="1"/>
                  </a:moveTo>
                  <a:lnTo>
                    <a:pt x="646" y="6906"/>
                  </a:lnTo>
                  <a:lnTo>
                    <a:pt x="712" y="6906"/>
                  </a:lnTo>
                  <a:lnTo>
                    <a:pt x="68" y="1"/>
                  </a:lnTo>
                  <a:close/>
                </a:path>
              </a:pathLst>
            </a:custGeom>
            <a:solidFill>
              <a:srgbClr val="674F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16"/>
            <p:cNvSpPr/>
            <p:nvPr/>
          </p:nvSpPr>
          <p:spPr>
            <a:xfrm>
              <a:off x="6109238" y="3243358"/>
              <a:ext cx="159354" cy="738203"/>
            </a:xfrm>
            <a:custGeom>
              <a:avLst/>
              <a:gdLst/>
              <a:ahLst/>
              <a:cxnLst/>
              <a:rect l="l" t="t" r="r" b="b"/>
              <a:pathLst>
                <a:path w="1491" h="6907" extrusionOk="0">
                  <a:moveTo>
                    <a:pt x="82" y="1"/>
                  </a:moveTo>
                  <a:lnTo>
                    <a:pt x="0" y="6906"/>
                  </a:lnTo>
                  <a:lnTo>
                    <a:pt x="1490" y="6906"/>
                  </a:lnTo>
                  <a:lnTo>
                    <a:pt x="845" y="1"/>
                  </a:lnTo>
                  <a:close/>
                </a:path>
              </a:pathLst>
            </a:custGeom>
            <a:solidFill>
              <a:srgbClr val="AA66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16"/>
            <p:cNvSpPr/>
            <p:nvPr/>
          </p:nvSpPr>
          <p:spPr>
            <a:xfrm>
              <a:off x="6090962" y="3513331"/>
              <a:ext cx="49271" cy="49271"/>
            </a:xfrm>
            <a:custGeom>
              <a:avLst/>
              <a:gdLst/>
              <a:ahLst/>
              <a:cxnLst/>
              <a:rect l="l" t="t" r="r" b="b"/>
              <a:pathLst>
                <a:path w="461" h="461" extrusionOk="0">
                  <a:moveTo>
                    <a:pt x="0" y="0"/>
                  </a:moveTo>
                  <a:lnTo>
                    <a:pt x="0" y="461"/>
                  </a:lnTo>
                  <a:lnTo>
                    <a:pt x="461" y="461"/>
                  </a:lnTo>
                  <a:lnTo>
                    <a:pt x="461" y="0"/>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6"/>
            <p:cNvSpPr/>
            <p:nvPr/>
          </p:nvSpPr>
          <p:spPr>
            <a:xfrm>
              <a:off x="6087114" y="3508522"/>
              <a:ext cx="57928" cy="58034"/>
            </a:xfrm>
            <a:custGeom>
              <a:avLst/>
              <a:gdLst/>
              <a:ahLst/>
              <a:cxnLst/>
              <a:rect l="l" t="t" r="r" b="b"/>
              <a:pathLst>
                <a:path w="542" h="543" extrusionOk="0">
                  <a:moveTo>
                    <a:pt x="460" y="82"/>
                  </a:moveTo>
                  <a:lnTo>
                    <a:pt x="460" y="468"/>
                  </a:lnTo>
                  <a:lnTo>
                    <a:pt x="74" y="468"/>
                  </a:lnTo>
                  <a:lnTo>
                    <a:pt x="74" y="82"/>
                  </a:lnTo>
                  <a:close/>
                  <a:moveTo>
                    <a:pt x="1" y="1"/>
                  </a:moveTo>
                  <a:lnTo>
                    <a:pt x="1" y="543"/>
                  </a:lnTo>
                  <a:lnTo>
                    <a:pt x="541" y="543"/>
                  </a:lnTo>
                  <a:lnTo>
                    <a:pt x="54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6"/>
            <p:cNvSpPr/>
            <p:nvPr/>
          </p:nvSpPr>
          <p:spPr>
            <a:xfrm>
              <a:off x="6090962" y="3634531"/>
              <a:ext cx="49271" cy="49164"/>
            </a:xfrm>
            <a:custGeom>
              <a:avLst/>
              <a:gdLst/>
              <a:ahLst/>
              <a:cxnLst/>
              <a:rect l="l" t="t" r="r" b="b"/>
              <a:pathLst>
                <a:path w="461" h="460" extrusionOk="0">
                  <a:moveTo>
                    <a:pt x="0" y="1"/>
                  </a:moveTo>
                  <a:lnTo>
                    <a:pt x="0" y="459"/>
                  </a:lnTo>
                  <a:lnTo>
                    <a:pt x="461" y="459"/>
                  </a:lnTo>
                  <a:lnTo>
                    <a:pt x="46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6"/>
            <p:cNvSpPr/>
            <p:nvPr/>
          </p:nvSpPr>
          <p:spPr>
            <a:xfrm>
              <a:off x="6087114" y="3630576"/>
              <a:ext cx="57928" cy="57821"/>
            </a:xfrm>
            <a:custGeom>
              <a:avLst/>
              <a:gdLst/>
              <a:ahLst/>
              <a:cxnLst/>
              <a:rect l="l" t="t" r="r" b="b"/>
              <a:pathLst>
                <a:path w="542" h="541" extrusionOk="0">
                  <a:moveTo>
                    <a:pt x="460" y="75"/>
                  </a:moveTo>
                  <a:lnTo>
                    <a:pt x="460" y="459"/>
                  </a:lnTo>
                  <a:lnTo>
                    <a:pt x="74" y="459"/>
                  </a:lnTo>
                  <a:lnTo>
                    <a:pt x="74" y="75"/>
                  </a:lnTo>
                  <a:close/>
                  <a:moveTo>
                    <a:pt x="1" y="0"/>
                  </a:moveTo>
                  <a:lnTo>
                    <a:pt x="1" y="541"/>
                  </a:lnTo>
                  <a:lnTo>
                    <a:pt x="541" y="541"/>
                  </a:lnTo>
                  <a:lnTo>
                    <a:pt x="5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6"/>
            <p:cNvSpPr/>
            <p:nvPr/>
          </p:nvSpPr>
          <p:spPr>
            <a:xfrm>
              <a:off x="6090962" y="3755623"/>
              <a:ext cx="49271" cy="50126"/>
            </a:xfrm>
            <a:custGeom>
              <a:avLst/>
              <a:gdLst/>
              <a:ahLst/>
              <a:cxnLst/>
              <a:rect l="l" t="t" r="r" b="b"/>
              <a:pathLst>
                <a:path w="461" h="469" extrusionOk="0">
                  <a:moveTo>
                    <a:pt x="0" y="0"/>
                  </a:moveTo>
                  <a:lnTo>
                    <a:pt x="0" y="468"/>
                  </a:lnTo>
                  <a:lnTo>
                    <a:pt x="461" y="468"/>
                  </a:lnTo>
                  <a:lnTo>
                    <a:pt x="461" y="0"/>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16"/>
            <p:cNvSpPr/>
            <p:nvPr/>
          </p:nvSpPr>
          <p:spPr>
            <a:xfrm>
              <a:off x="6087114" y="3751776"/>
              <a:ext cx="57928" cy="57928"/>
            </a:xfrm>
            <a:custGeom>
              <a:avLst/>
              <a:gdLst/>
              <a:ahLst/>
              <a:cxnLst/>
              <a:rect l="l" t="t" r="r" b="b"/>
              <a:pathLst>
                <a:path w="542" h="542" extrusionOk="0">
                  <a:moveTo>
                    <a:pt x="460" y="74"/>
                  </a:moveTo>
                  <a:lnTo>
                    <a:pt x="460" y="460"/>
                  </a:lnTo>
                  <a:lnTo>
                    <a:pt x="74" y="460"/>
                  </a:lnTo>
                  <a:lnTo>
                    <a:pt x="74" y="74"/>
                  </a:lnTo>
                  <a:close/>
                  <a:moveTo>
                    <a:pt x="1" y="1"/>
                  </a:moveTo>
                  <a:lnTo>
                    <a:pt x="1" y="541"/>
                  </a:lnTo>
                  <a:lnTo>
                    <a:pt x="541" y="541"/>
                  </a:lnTo>
                  <a:lnTo>
                    <a:pt x="54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16"/>
            <p:cNvSpPr/>
            <p:nvPr/>
          </p:nvSpPr>
          <p:spPr>
            <a:xfrm>
              <a:off x="6090962" y="3876930"/>
              <a:ext cx="49271" cy="49805"/>
            </a:xfrm>
            <a:custGeom>
              <a:avLst/>
              <a:gdLst/>
              <a:ahLst/>
              <a:cxnLst/>
              <a:rect l="l" t="t" r="r" b="b"/>
              <a:pathLst>
                <a:path w="461" h="466" extrusionOk="0">
                  <a:moveTo>
                    <a:pt x="0" y="0"/>
                  </a:moveTo>
                  <a:lnTo>
                    <a:pt x="0" y="466"/>
                  </a:lnTo>
                  <a:lnTo>
                    <a:pt x="461" y="466"/>
                  </a:lnTo>
                  <a:lnTo>
                    <a:pt x="461" y="0"/>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6"/>
            <p:cNvSpPr/>
            <p:nvPr/>
          </p:nvSpPr>
          <p:spPr>
            <a:xfrm>
              <a:off x="6087114" y="3872868"/>
              <a:ext cx="57928" cy="57928"/>
            </a:xfrm>
            <a:custGeom>
              <a:avLst/>
              <a:gdLst/>
              <a:ahLst/>
              <a:cxnLst/>
              <a:rect l="l" t="t" r="r" b="b"/>
              <a:pathLst>
                <a:path w="542" h="542" extrusionOk="0">
                  <a:moveTo>
                    <a:pt x="460" y="82"/>
                  </a:moveTo>
                  <a:lnTo>
                    <a:pt x="460" y="468"/>
                  </a:lnTo>
                  <a:lnTo>
                    <a:pt x="74" y="468"/>
                  </a:lnTo>
                  <a:lnTo>
                    <a:pt x="74" y="82"/>
                  </a:lnTo>
                  <a:close/>
                  <a:moveTo>
                    <a:pt x="1" y="1"/>
                  </a:moveTo>
                  <a:lnTo>
                    <a:pt x="1" y="541"/>
                  </a:lnTo>
                  <a:lnTo>
                    <a:pt x="541" y="541"/>
                  </a:lnTo>
                  <a:lnTo>
                    <a:pt x="54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6"/>
            <p:cNvSpPr/>
            <p:nvPr/>
          </p:nvSpPr>
          <p:spPr>
            <a:xfrm>
              <a:off x="6090962" y="3391491"/>
              <a:ext cx="49271" cy="49805"/>
            </a:xfrm>
            <a:custGeom>
              <a:avLst/>
              <a:gdLst/>
              <a:ahLst/>
              <a:cxnLst/>
              <a:rect l="l" t="t" r="r" b="b"/>
              <a:pathLst>
                <a:path w="461" h="466" extrusionOk="0">
                  <a:moveTo>
                    <a:pt x="0" y="0"/>
                  </a:moveTo>
                  <a:lnTo>
                    <a:pt x="0" y="466"/>
                  </a:lnTo>
                  <a:lnTo>
                    <a:pt x="461" y="466"/>
                  </a:lnTo>
                  <a:lnTo>
                    <a:pt x="461" y="0"/>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6"/>
            <p:cNvSpPr/>
            <p:nvPr/>
          </p:nvSpPr>
          <p:spPr>
            <a:xfrm>
              <a:off x="6087114" y="3387429"/>
              <a:ext cx="57928" cy="57928"/>
            </a:xfrm>
            <a:custGeom>
              <a:avLst/>
              <a:gdLst/>
              <a:ahLst/>
              <a:cxnLst/>
              <a:rect l="l" t="t" r="r" b="b"/>
              <a:pathLst>
                <a:path w="542" h="542" extrusionOk="0">
                  <a:moveTo>
                    <a:pt x="460" y="83"/>
                  </a:moveTo>
                  <a:lnTo>
                    <a:pt x="460" y="467"/>
                  </a:lnTo>
                  <a:lnTo>
                    <a:pt x="74" y="467"/>
                  </a:lnTo>
                  <a:lnTo>
                    <a:pt x="74" y="83"/>
                  </a:lnTo>
                  <a:close/>
                  <a:moveTo>
                    <a:pt x="1" y="1"/>
                  </a:moveTo>
                  <a:lnTo>
                    <a:pt x="1" y="541"/>
                  </a:lnTo>
                  <a:lnTo>
                    <a:pt x="541" y="541"/>
                  </a:lnTo>
                  <a:lnTo>
                    <a:pt x="54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6"/>
            <p:cNvSpPr/>
            <p:nvPr/>
          </p:nvSpPr>
          <p:spPr>
            <a:xfrm>
              <a:off x="6057723" y="3202103"/>
              <a:ext cx="118848" cy="118955"/>
            </a:xfrm>
            <a:custGeom>
              <a:avLst/>
              <a:gdLst/>
              <a:ahLst/>
              <a:cxnLst/>
              <a:rect l="l" t="t" r="r" b="b"/>
              <a:pathLst>
                <a:path w="1112" h="1113" extrusionOk="0">
                  <a:moveTo>
                    <a:pt x="53" y="1"/>
                  </a:moveTo>
                  <a:lnTo>
                    <a:pt x="0" y="52"/>
                  </a:lnTo>
                  <a:lnTo>
                    <a:pt x="1053" y="1112"/>
                  </a:lnTo>
                  <a:lnTo>
                    <a:pt x="1112" y="1054"/>
                  </a:lnTo>
                  <a:lnTo>
                    <a:pt x="53"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6"/>
            <p:cNvSpPr/>
            <p:nvPr/>
          </p:nvSpPr>
          <p:spPr>
            <a:xfrm>
              <a:off x="5886613" y="3031098"/>
              <a:ext cx="111153" cy="111687"/>
            </a:xfrm>
            <a:custGeom>
              <a:avLst/>
              <a:gdLst/>
              <a:ahLst/>
              <a:cxnLst/>
              <a:rect l="l" t="t" r="r" b="b"/>
              <a:pathLst>
                <a:path w="1040" h="1045" extrusionOk="0">
                  <a:moveTo>
                    <a:pt x="972" y="0"/>
                  </a:moveTo>
                  <a:lnTo>
                    <a:pt x="454" y="511"/>
                  </a:lnTo>
                  <a:lnTo>
                    <a:pt x="461" y="520"/>
                  </a:lnTo>
                  <a:lnTo>
                    <a:pt x="1" y="978"/>
                  </a:lnTo>
                  <a:lnTo>
                    <a:pt x="68" y="1044"/>
                  </a:lnTo>
                  <a:lnTo>
                    <a:pt x="587" y="527"/>
                  </a:lnTo>
                  <a:lnTo>
                    <a:pt x="579" y="527"/>
                  </a:lnTo>
                  <a:lnTo>
                    <a:pt x="1039" y="66"/>
                  </a:lnTo>
                  <a:lnTo>
                    <a:pt x="972"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6"/>
            <p:cNvSpPr/>
            <p:nvPr/>
          </p:nvSpPr>
          <p:spPr>
            <a:xfrm>
              <a:off x="6012621" y="3120555"/>
              <a:ext cx="87960" cy="87212"/>
            </a:xfrm>
            <a:custGeom>
              <a:avLst/>
              <a:gdLst/>
              <a:ahLst/>
              <a:cxnLst/>
              <a:rect l="l" t="t" r="r" b="b"/>
              <a:pathLst>
                <a:path w="823" h="816" extrusionOk="0">
                  <a:moveTo>
                    <a:pt x="401" y="111"/>
                  </a:moveTo>
                  <a:lnTo>
                    <a:pt x="712" y="415"/>
                  </a:lnTo>
                  <a:lnTo>
                    <a:pt x="422" y="705"/>
                  </a:lnTo>
                  <a:lnTo>
                    <a:pt x="111" y="401"/>
                  </a:lnTo>
                  <a:lnTo>
                    <a:pt x="401" y="111"/>
                  </a:lnTo>
                  <a:close/>
                  <a:moveTo>
                    <a:pt x="401" y="1"/>
                  </a:moveTo>
                  <a:lnTo>
                    <a:pt x="1" y="401"/>
                  </a:lnTo>
                  <a:lnTo>
                    <a:pt x="422" y="815"/>
                  </a:lnTo>
                  <a:lnTo>
                    <a:pt x="822" y="415"/>
                  </a:lnTo>
                  <a:lnTo>
                    <a:pt x="401"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6"/>
            <p:cNvSpPr/>
            <p:nvPr/>
          </p:nvSpPr>
          <p:spPr>
            <a:xfrm>
              <a:off x="5975428" y="3076094"/>
              <a:ext cx="85609" cy="92877"/>
            </a:xfrm>
            <a:custGeom>
              <a:avLst/>
              <a:gdLst/>
              <a:ahLst/>
              <a:cxnLst/>
              <a:rect l="l" t="t" r="r" b="b"/>
              <a:pathLst>
                <a:path w="801" h="869" extrusionOk="0">
                  <a:moveTo>
                    <a:pt x="452" y="127"/>
                  </a:moveTo>
                  <a:lnTo>
                    <a:pt x="697" y="468"/>
                  </a:lnTo>
                  <a:lnTo>
                    <a:pt x="407" y="757"/>
                  </a:lnTo>
                  <a:lnTo>
                    <a:pt x="112" y="461"/>
                  </a:lnTo>
                  <a:lnTo>
                    <a:pt x="452" y="127"/>
                  </a:lnTo>
                  <a:close/>
                  <a:moveTo>
                    <a:pt x="459" y="1"/>
                  </a:moveTo>
                  <a:lnTo>
                    <a:pt x="0" y="461"/>
                  </a:lnTo>
                  <a:lnTo>
                    <a:pt x="407" y="869"/>
                  </a:lnTo>
                  <a:lnTo>
                    <a:pt x="800" y="476"/>
                  </a:lnTo>
                  <a:lnTo>
                    <a:pt x="459"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6"/>
            <p:cNvSpPr/>
            <p:nvPr/>
          </p:nvSpPr>
          <p:spPr>
            <a:xfrm>
              <a:off x="5936631" y="3031098"/>
              <a:ext cx="91915" cy="99075"/>
            </a:xfrm>
            <a:custGeom>
              <a:avLst/>
              <a:gdLst/>
              <a:ahLst/>
              <a:cxnLst/>
              <a:rect l="l" t="t" r="r" b="b"/>
              <a:pathLst>
                <a:path w="860" h="927" extrusionOk="0">
                  <a:moveTo>
                    <a:pt x="511" y="127"/>
                  </a:moveTo>
                  <a:lnTo>
                    <a:pt x="756" y="466"/>
                  </a:lnTo>
                  <a:lnTo>
                    <a:pt x="407" y="815"/>
                  </a:lnTo>
                  <a:lnTo>
                    <a:pt x="111" y="527"/>
                  </a:lnTo>
                  <a:lnTo>
                    <a:pt x="511" y="127"/>
                  </a:lnTo>
                  <a:close/>
                  <a:moveTo>
                    <a:pt x="520" y="0"/>
                  </a:moveTo>
                  <a:lnTo>
                    <a:pt x="0" y="527"/>
                  </a:lnTo>
                  <a:lnTo>
                    <a:pt x="407" y="927"/>
                  </a:lnTo>
                  <a:lnTo>
                    <a:pt x="859" y="475"/>
                  </a:lnTo>
                  <a:lnTo>
                    <a:pt x="520"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6"/>
            <p:cNvSpPr/>
            <p:nvPr/>
          </p:nvSpPr>
          <p:spPr>
            <a:xfrm>
              <a:off x="5973825" y="3075346"/>
              <a:ext cx="56431" cy="56431"/>
            </a:xfrm>
            <a:custGeom>
              <a:avLst/>
              <a:gdLst/>
              <a:ahLst/>
              <a:cxnLst/>
              <a:rect l="l" t="t" r="r" b="b"/>
              <a:pathLst>
                <a:path w="528" h="528" extrusionOk="0">
                  <a:moveTo>
                    <a:pt x="460" y="1"/>
                  </a:moveTo>
                  <a:lnTo>
                    <a:pt x="1" y="461"/>
                  </a:lnTo>
                  <a:lnTo>
                    <a:pt x="67" y="527"/>
                  </a:lnTo>
                  <a:lnTo>
                    <a:pt x="527" y="68"/>
                  </a:lnTo>
                  <a:lnTo>
                    <a:pt x="460"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6"/>
            <p:cNvSpPr/>
            <p:nvPr/>
          </p:nvSpPr>
          <p:spPr>
            <a:xfrm>
              <a:off x="5896125" y="2985034"/>
              <a:ext cx="99930" cy="107198"/>
            </a:xfrm>
            <a:custGeom>
              <a:avLst/>
              <a:gdLst/>
              <a:ahLst/>
              <a:cxnLst/>
              <a:rect l="l" t="t" r="r" b="b"/>
              <a:pathLst>
                <a:path w="935" h="1003" extrusionOk="0">
                  <a:moveTo>
                    <a:pt x="571" y="127"/>
                  </a:moveTo>
                  <a:lnTo>
                    <a:pt x="831" y="483"/>
                  </a:lnTo>
                  <a:lnTo>
                    <a:pt x="424" y="883"/>
                  </a:lnTo>
                  <a:lnTo>
                    <a:pt x="112" y="579"/>
                  </a:lnTo>
                  <a:lnTo>
                    <a:pt x="571" y="127"/>
                  </a:lnTo>
                  <a:close/>
                  <a:moveTo>
                    <a:pt x="578" y="1"/>
                  </a:moveTo>
                  <a:lnTo>
                    <a:pt x="0" y="579"/>
                  </a:lnTo>
                  <a:lnTo>
                    <a:pt x="424" y="1002"/>
                  </a:lnTo>
                  <a:lnTo>
                    <a:pt x="934" y="490"/>
                  </a:lnTo>
                  <a:lnTo>
                    <a:pt x="578"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6"/>
            <p:cNvSpPr/>
            <p:nvPr/>
          </p:nvSpPr>
          <p:spPr>
            <a:xfrm>
              <a:off x="5859039" y="2941535"/>
              <a:ext cx="103671" cy="111901"/>
            </a:xfrm>
            <a:custGeom>
              <a:avLst/>
              <a:gdLst/>
              <a:ahLst/>
              <a:cxnLst/>
              <a:rect l="l" t="t" r="r" b="b"/>
              <a:pathLst>
                <a:path w="970" h="1047" extrusionOk="0">
                  <a:moveTo>
                    <a:pt x="623" y="127"/>
                  </a:moveTo>
                  <a:lnTo>
                    <a:pt x="867" y="468"/>
                  </a:lnTo>
                  <a:lnTo>
                    <a:pt x="408" y="927"/>
                  </a:lnTo>
                  <a:lnTo>
                    <a:pt x="111" y="637"/>
                  </a:lnTo>
                  <a:lnTo>
                    <a:pt x="623" y="127"/>
                  </a:lnTo>
                  <a:close/>
                  <a:moveTo>
                    <a:pt x="630" y="1"/>
                  </a:moveTo>
                  <a:lnTo>
                    <a:pt x="1" y="637"/>
                  </a:lnTo>
                  <a:lnTo>
                    <a:pt x="408" y="1046"/>
                  </a:lnTo>
                  <a:lnTo>
                    <a:pt x="970" y="475"/>
                  </a:lnTo>
                  <a:lnTo>
                    <a:pt x="630"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16"/>
            <p:cNvSpPr/>
            <p:nvPr/>
          </p:nvSpPr>
          <p:spPr>
            <a:xfrm>
              <a:off x="5820135" y="2896539"/>
              <a:ext cx="110298" cy="117886"/>
            </a:xfrm>
            <a:custGeom>
              <a:avLst/>
              <a:gdLst/>
              <a:ahLst/>
              <a:cxnLst/>
              <a:rect l="l" t="t" r="r" b="b"/>
              <a:pathLst>
                <a:path w="1032" h="1103" extrusionOk="0">
                  <a:moveTo>
                    <a:pt x="683" y="125"/>
                  </a:moveTo>
                  <a:lnTo>
                    <a:pt x="927" y="466"/>
                  </a:lnTo>
                  <a:lnTo>
                    <a:pt x="409" y="985"/>
                  </a:lnTo>
                  <a:lnTo>
                    <a:pt x="112" y="696"/>
                  </a:lnTo>
                  <a:lnTo>
                    <a:pt x="683" y="125"/>
                  </a:lnTo>
                  <a:close/>
                  <a:moveTo>
                    <a:pt x="690" y="0"/>
                  </a:moveTo>
                  <a:lnTo>
                    <a:pt x="0" y="696"/>
                  </a:lnTo>
                  <a:lnTo>
                    <a:pt x="409" y="1103"/>
                  </a:lnTo>
                  <a:lnTo>
                    <a:pt x="1032" y="473"/>
                  </a:lnTo>
                  <a:lnTo>
                    <a:pt x="690"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6"/>
            <p:cNvSpPr/>
            <p:nvPr/>
          </p:nvSpPr>
          <p:spPr>
            <a:xfrm>
              <a:off x="5857329" y="2940787"/>
              <a:ext cx="74600" cy="74600"/>
            </a:xfrm>
            <a:custGeom>
              <a:avLst/>
              <a:gdLst/>
              <a:ahLst/>
              <a:cxnLst/>
              <a:rect l="l" t="t" r="r" b="b"/>
              <a:pathLst>
                <a:path w="698" h="698" extrusionOk="0">
                  <a:moveTo>
                    <a:pt x="630" y="1"/>
                  </a:moveTo>
                  <a:lnTo>
                    <a:pt x="1" y="630"/>
                  </a:lnTo>
                  <a:lnTo>
                    <a:pt x="75" y="698"/>
                  </a:lnTo>
                  <a:lnTo>
                    <a:pt x="698" y="66"/>
                  </a:lnTo>
                  <a:lnTo>
                    <a:pt x="630"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6"/>
            <p:cNvSpPr/>
            <p:nvPr/>
          </p:nvSpPr>
          <p:spPr>
            <a:xfrm>
              <a:off x="5976924" y="3157856"/>
              <a:ext cx="87319" cy="87960"/>
            </a:xfrm>
            <a:custGeom>
              <a:avLst/>
              <a:gdLst/>
              <a:ahLst/>
              <a:cxnLst/>
              <a:rect l="l" t="t" r="r" b="b"/>
              <a:pathLst>
                <a:path w="817" h="823" extrusionOk="0">
                  <a:moveTo>
                    <a:pt x="400" y="111"/>
                  </a:moveTo>
                  <a:lnTo>
                    <a:pt x="704" y="422"/>
                  </a:lnTo>
                  <a:lnTo>
                    <a:pt x="416" y="703"/>
                  </a:lnTo>
                  <a:lnTo>
                    <a:pt x="112" y="401"/>
                  </a:lnTo>
                  <a:lnTo>
                    <a:pt x="400" y="111"/>
                  </a:lnTo>
                  <a:close/>
                  <a:moveTo>
                    <a:pt x="400" y="0"/>
                  </a:moveTo>
                  <a:lnTo>
                    <a:pt x="0" y="401"/>
                  </a:lnTo>
                  <a:lnTo>
                    <a:pt x="416" y="822"/>
                  </a:lnTo>
                  <a:lnTo>
                    <a:pt x="817" y="422"/>
                  </a:lnTo>
                  <a:lnTo>
                    <a:pt x="400"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6"/>
            <p:cNvSpPr/>
            <p:nvPr/>
          </p:nvSpPr>
          <p:spPr>
            <a:xfrm>
              <a:off x="5932570" y="3120555"/>
              <a:ext cx="92877" cy="85716"/>
            </a:xfrm>
            <a:custGeom>
              <a:avLst/>
              <a:gdLst/>
              <a:ahLst/>
              <a:cxnLst/>
              <a:rect l="l" t="t" r="r" b="b"/>
              <a:pathLst>
                <a:path w="869" h="802" extrusionOk="0">
                  <a:moveTo>
                    <a:pt x="460" y="111"/>
                  </a:moveTo>
                  <a:lnTo>
                    <a:pt x="757" y="408"/>
                  </a:lnTo>
                  <a:lnTo>
                    <a:pt x="469" y="696"/>
                  </a:lnTo>
                  <a:lnTo>
                    <a:pt x="120" y="453"/>
                  </a:lnTo>
                  <a:lnTo>
                    <a:pt x="460" y="111"/>
                  </a:lnTo>
                  <a:close/>
                  <a:moveTo>
                    <a:pt x="460" y="1"/>
                  </a:moveTo>
                  <a:lnTo>
                    <a:pt x="1" y="460"/>
                  </a:lnTo>
                  <a:lnTo>
                    <a:pt x="476" y="801"/>
                  </a:lnTo>
                  <a:lnTo>
                    <a:pt x="869" y="408"/>
                  </a:lnTo>
                  <a:lnTo>
                    <a:pt x="460"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6"/>
            <p:cNvSpPr/>
            <p:nvPr/>
          </p:nvSpPr>
          <p:spPr>
            <a:xfrm>
              <a:off x="5887575" y="3081865"/>
              <a:ext cx="98969" cy="91915"/>
            </a:xfrm>
            <a:custGeom>
              <a:avLst/>
              <a:gdLst/>
              <a:ahLst/>
              <a:cxnLst/>
              <a:rect l="l" t="t" r="r" b="b"/>
              <a:pathLst>
                <a:path w="926" h="860" extrusionOk="0">
                  <a:moveTo>
                    <a:pt x="518" y="110"/>
                  </a:moveTo>
                  <a:lnTo>
                    <a:pt x="815" y="407"/>
                  </a:lnTo>
                  <a:lnTo>
                    <a:pt x="466" y="756"/>
                  </a:lnTo>
                  <a:lnTo>
                    <a:pt x="125" y="503"/>
                  </a:lnTo>
                  <a:lnTo>
                    <a:pt x="518" y="110"/>
                  </a:lnTo>
                  <a:close/>
                  <a:moveTo>
                    <a:pt x="518" y="0"/>
                  </a:moveTo>
                  <a:lnTo>
                    <a:pt x="0" y="518"/>
                  </a:lnTo>
                  <a:lnTo>
                    <a:pt x="473" y="859"/>
                  </a:lnTo>
                  <a:lnTo>
                    <a:pt x="925" y="407"/>
                  </a:lnTo>
                  <a:lnTo>
                    <a:pt x="518"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6"/>
            <p:cNvSpPr/>
            <p:nvPr/>
          </p:nvSpPr>
          <p:spPr>
            <a:xfrm>
              <a:off x="5931822" y="3118845"/>
              <a:ext cx="56431" cy="56431"/>
            </a:xfrm>
            <a:custGeom>
              <a:avLst/>
              <a:gdLst/>
              <a:ahLst/>
              <a:cxnLst/>
              <a:rect l="l" t="t" r="r" b="b"/>
              <a:pathLst>
                <a:path w="528" h="528" extrusionOk="0">
                  <a:moveTo>
                    <a:pt x="460" y="1"/>
                  </a:moveTo>
                  <a:lnTo>
                    <a:pt x="1" y="461"/>
                  </a:lnTo>
                  <a:lnTo>
                    <a:pt x="67" y="527"/>
                  </a:lnTo>
                  <a:lnTo>
                    <a:pt x="527" y="68"/>
                  </a:lnTo>
                  <a:lnTo>
                    <a:pt x="460"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6"/>
            <p:cNvSpPr/>
            <p:nvPr/>
          </p:nvSpPr>
          <p:spPr>
            <a:xfrm>
              <a:off x="5841618" y="3041359"/>
              <a:ext cx="106129" cy="99824"/>
            </a:xfrm>
            <a:custGeom>
              <a:avLst/>
              <a:gdLst/>
              <a:ahLst/>
              <a:cxnLst/>
              <a:rect l="l" t="t" r="r" b="b"/>
              <a:pathLst>
                <a:path w="993" h="934" extrusionOk="0">
                  <a:moveTo>
                    <a:pt x="578" y="112"/>
                  </a:moveTo>
                  <a:lnTo>
                    <a:pt x="882" y="424"/>
                  </a:lnTo>
                  <a:lnTo>
                    <a:pt x="475" y="831"/>
                  </a:lnTo>
                  <a:lnTo>
                    <a:pt x="119" y="571"/>
                  </a:lnTo>
                  <a:lnTo>
                    <a:pt x="578" y="112"/>
                  </a:lnTo>
                  <a:close/>
                  <a:moveTo>
                    <a:pt x="578" y="0"/>
                  </a:moveTo>
                  <a:lnTo>
                    <a:pt x="0" y="578"/>
                  </a:lnTo>
                  <a:lnTo>
                    <a:pt x="482" y="934"/>
                  </a:lnTo>
                  <a:lnTo>
                    <a:pt x="992" y="424"/>
                  </a:lnTo>
                  <a:lnTo>
                    <a:pt x="578"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6"/>
            <p:cNvSpPr/>
            <p:nvPr/>
          </p:nvSpPr>
          <p:spPr>
            <a:xfrm>
              <a:off x="5798012" y="3004058"/>
              <a:ext cx="110939" cy="103885"/>
            </a:xfrm>
            <a:custGeom>
              <a:avLst/>
              <a:gdLst/>
              <a:ahLst/>
              <a:cxnLst/>
              <a:rect l="l" t="t" r="r" b="b"/>
              <a:pathLst>
                <a:path w="1038" h="972" extrusionOk="0">
                  <a:moveTo>
                    <a:pt x="630" y="113"/>
                  </a:moveTo>
                  <a:lnTo>
                    <a:pt x="927" y="408"/>
                  </a:lnTo>
                  <a:lnTo>
                    <a:pt x="467" y="869"/>
                  </a:lnTo>
                  <a:lnTo>
                    <a:pt x="118" y="623"/>
                  </a:lnTo>
                  <a:lnTo>
                    <a:pt x="630" y="113"/>
                  </a:lnTo>
                  <a:close/>
                  <a:moveTo>
                    <a:pt x="630" y="1"/>
                  </a:moveTo>
                  <a:lnTo>
                    <a:pt x="1" y="630"/>
                  </a:lnTo>
                  <a:lnTo>
                    <a:pt x="474" y="972"/>
                  </a:lnTo>
                  <a:lnTo>
                    <a:pt x="1038" y="408"/>
                  </a:lnTo>
                  <a:lnTo>
                    <a:pt x="630"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6"/>
            <p:cNvSpPr/>
            <p:nvPr/>
          </p:nvSpPr>
          <p:spPr>
            <a:xfrm>
              <a:off x="5752803" y="2965262"/>
              <a:ext cx="117351" cy="110191"/>
            </a:xfrm>
            <a:custGeom>
              <a:avLst/>
              <a:gdLst/>
              <a:ahLst/>
              <a:cxnLst/>
              <a:rect l="l" t="t" r="r" b="b"/>
              <a:pathLst>
                <a:path w="1098" h="1031" extrusionOk="0">
                  <a:moveTo>
                    <a:pt x="691" y="113"/>
                  </a:moveTo>
                  <a:lnTo>
                    <a:pt x="986" y="408"/>
                  </a:lnTo>
                  <a:lnTo>
                    <a:pt x="468" y="928"/>
                  </a:lnTo>
                  <a:lnTo>
                    <a:pt x="127" y="682"/>
                  </a:lnTo>
                  <a:lnTo>
                    <a:pt x="691" y="113"/>
                  </a:lnTo>
                  <a:close/>
                  <a:moveTo>
                    <a:pt x="691" y="1"/>
                  </a:moveTo>
                  <a:lnTo>
                    <a:pt x="1" y="691"/>
                  </a:lnTo>
                  <a:lnTo>
                    <a:pt x="475" y="1031"/>
                  </a:lnTo>
                  <a:lnTo>
                    <a:pt x="1098" y="408"/>
                  </a:lnTo>
                  <a:lnTo>
                    <a:pt x="691"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16"/>
            <p:cNvSpPr/>
            <p:nvPr/>
          </p:nvSpPr>
          <p:spPr>
            <a:xfrm>
              <a:off x="5797264" y="3002562"/>
              <a:ext cx="74494" cy="74600"/>
            </a:xfrm>
            <a:custGeom>
              <a:avLst/>
              <a:gdLst/>
              <a:ahLst/>
              <a:cxnLst/>
              <a:rect l="l" t="t" r="r" b="b"/>
              <a:pathLst>
                <a:path w="697" h="698" extrusionOk="0">
                  <a:moveTo>
                    <a:pt x="630" y="1"/>
                  </a:moveTo>
                  <a:lnTo>
                    <a:pt x="1" y="630"/>
                  </a:lnTo>
                  <a:lnTo>
                    <a:pt x="67" y="698"/>
                  </a:lnTo>
                  <a:lnTo>
                    <a:pt x="696" y="66"/>
                  </a:lnTo>
                  <a:lnTo>
                    <a:pt x="630"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6"/>
            <p:cNvSpPr/>
            <p:nvPr/>
          </p:nvSpPr>
          <p:spPr>
            <a:xfrm>
              <a:off x="6234391" y="3377917"/>
              <a:ext cx="110191" cy="111687"/>
            </a:xfrm>
            <a:custGeom>
              <a:avLst/>
              <a:gdLst/>
              <a:ahLst/>
              <a:cxnLst/>
              <a:rect l="l" t="t" r="r" b="b"/>
              <a:pathLst>
                <a:path w="1031" h="1045" extrusionOk="0">
                  <a:moveTo>
                    <a:pt x="963" y="1"/>
                  </a:moveTo>
                  <a:lnTo>
                    <a:pt x="453" y="511"/>
                  </a:lnTo>
                  <a:lnTo>
                    <a:pt x="453" y="520"/>
                  </a:lnTo>
                  <a:lnTo>
                    <a:pt x="1" y="979"/>
                  </a:lnTo>
                  <a:lnTo>
                    <a:pt x="67" y="1045"/>
                  </a:lnTo>
                  <a:lnTo>
                    <a:pt x="579" y="534"/>
                  </a:lnTo>
                  <a:lnTo>
                    <a:pt x="570" y="527"/>
                  </a:lnTo>
                  <a:lnTo>
                    <a:pt x="1031" y="67"/>
                  </a:lnTo>
                  <a:lnTo>
                    <a:pt x="963"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6"/>
            <p:cNvSpPr/>
            <p:nvPr/>
          </p:nvSpPr>
          <p:spPr>
            <a:xfrm>
              <a:off x="6131469" y="3312187"/>
              <a:ext cx="87105" cy="88067"/>
            </a:xfrm>
            <a:custGeom>
              <a:avLst/>
              <a:gdLst/>
              <a:ahLst/>
              <a:cxnLst/>
              <a:rect l="l" t="t" r="r" b="b"/>
              <a:pathLst>
                <a:path w="815" h="824" extrusionOk="0">
                  <a:moveTo>
                    <a:pt x="400" y="113"/>
                  </a:moveTo>
                  <a:lnTo>
                    <a:pt x="704" y="424"/>
                  </a:lnTo>
                  <a:lnTo>
                    <a:pt x="414" y="705"/>
                  </a:lnTo>
                  <a:lnTo>
                    <a:pt x="110" y="401"/>
                  </a:lnTo>
                  <a:lnTo>
                    <a:pt x="400" y="113"/>
                  </a:lnTo>
                  <a:close/>
                  <a:moveTo>
                    <a:pt x="400" y="0"/>
                  </a:moveTo>
                  <a:lnTo>
                    <a:pt x="0" y="401"/>
                  </a:lnTo>
                  <a:lnTo>
                    <a:pt x="414" y="824"/>
                  </a:lnTo>
                  <a:lnTo>
                    <a:pt x="815" y="424"/>
                  </a:lnTo>
                  <a:lnTo>
                    <a:pt x="400"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16"/>
            <p:cNvSpPr/>
            <p:nvPr/>
          </p:nvSpPr>
          <p:spPr>
            <a:xfrm>
              <a:off x="6170158" y="3350984"/>
              <a:ext cx="85716" cy="92877"/>
            </a:xfrm>
            <a:custGeom>
              <a:avLst/>
              <a:gdLst/>
              <a:ahLst/>
              <a:cxnLst/>
              <a:rect l="l" t="t" r="r" b="b"/>
              <a:pathLst>
                <a:path w="802" h="869" extrusionOk="0">
                  <a:moveTo>
                    <a:pt x="401" y="112"/>
                  </a:moveTo>
                  <a:lnTo>
                    <a:pt x="691" y="408"/>
                  </a:lnTo>
                  <a:lnTo>
                    <a:pt x="349" y="749"/>
                  </a:lnTo>
                  <a:lnTo>
                    <a:pt x="104" y="408"/>
                  </a:lnTo>
                  <a:lnTo>
                    <a:pt x="401" y="112"/>
                  </a:lnTo>
                  <a:close/>
                  <a:moveTo>
                    <a:pt x="401" y="0"/>
                  </a:moveTo>
                  <a:lnTo>
                    <a:pt x="1" y="393"/>
                  </a:lnTo>
                  <a:lnTo>
                    <a:pt x="342" y="868"/>
                  </a:lnTo>
                  <a:lnTo>
                    <a:pt x="801" y="408"/>
                  </a:lnTo>
                  <a:lnTo>
                    <a:pt x="401"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16"/>
            <p:cNvSpPr/>
            <p:nvPr/>
          </p:nvSpPr>
          <p:spPr>
            <a:xfrm>
              <a:off x="6202649" y="3389780"/>
              <a:ext cx="91915" cy="99075"/>
            </a:xfrm>
            <a:custGeom>
              <a:avLst/>
              <a:gdLst/>
              <a:ahLst/>
              <a:cxnLst/>
              <a:rect l="l" t="t" r="r" b="b"/>
              <a:pathLst>
                <a:path w="860" h="927" extrusionOk="0">
                  <a:moveTo>
                    <a:pt x="460" y="112"/>
                  </a:moveTo>
                  <a:lnTo>
                    <a:pt x="750" y="409"/>
                  </a:lnTo>
                  <a:lnTo>
                    <a:pt x="357" y="809"/>
                  </a:lnTo>
                  <a:lnTo>
                    <a:pt x="104" y="461"/>
                  </a:lnTo>
                  <a:lnTo>
                    <a:pt x="460" y="112"/>
                  </a:lnTo>
                  <a:close/>
                  <a:moveTo>
                    <a:pt x="460" y="0"/>
                  </a:moveTo>
                  <a:lnTo>
                    <a:pt x="1" y="454"/>
                  </a:lnTo>
                  <a:lnTo>
                    <a:pt x="342" y="927"/>
                  </a:lnTo>
                  <a:lnTo>
                    <a:pt x="860" y="409"/>
                  </a:lnTo>
                  <a:lnTo>
                    <a:pt x="460"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6"/>
            <p:cNvSpPr/>
            <p:nvPr/>
          </p:nvSpPr>
          <p:spPr>
            <a:xfrm>
              <a:off x="6201152" y="3388177"/>
              <a:ext cx="56218" cy="56431"/>
            </a:xfrm>
            <a:custGeom>
              <a:avLst/>
              <a:gdLst/>
              <a:ahLst/>
              <a:cxnLst/>
              <a:rect l="l" t="t" r="r" b="b"/>
              <a:pathLst>
                <a:path w="526" h="528" extrusionOk="0">
                  <a:moveTo>
                    <a:pt x="460" y="1"/>
                  </a:moveTo>
                  <a:lnTo>
                    <a:pt x="1" y="460"/>
                  </a:lnTo>
                  <a:lnTo>
                    <a:pt x="67" y="527"/>
                  </a:lnTo>
                  <a:lnTo>
                    <a:pt x="525" y="76"/>
                  </a:lnTo>
                  <a:lnTo>
                    <a:pt x="460"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16"/>
            <p:cNvSpPr/>
            <p:nvPr/>
          </p:nvSpPr>
          <p:spPr>
            <a:xfrm>
              <a:off x="6235994" y="3428684"/>
              <a:ext cx="99075" cy="106129"/>
            </a:xfrm>
            <a:custGeom>
              <a:avLst/>
              <a:gdLst/>
              <a:ahLst/>
              <a:cxnLst/>
              <a:rect l="l" t="t" r="r" b="b"/>
              <a:pathLst>
                <a:path w="927" h="993" extrusionOk="0">
                  <a:moveTo>
                    <a:pt x="503" y="111"/>
                  </a:moveTo>
                  <a:lnTo>
                    <a:pt x="815" y="422"/>
                  </a:lnTo>
                  <a:lnTo>
                    <a:pt x="363" y="874"/>
                  </a:lnTo>
                  <a:lnTo>
                    <a:pt x="103" y="518"/>
                  </a:lnTo>
                  <a:lnTo>
                    <a:pt x="503" y="111"/>
                  </a:lnTo>
                  <a:close/>
                  <a:moveTo>
                    <a:pt x="503" y="1"/>
                  </a:moveTo>
                  <a:lnTo>
                    <a:pt x="0" y="511"/>
                  </a:lnTo>
                  <a:lnTo>
                    <a:pt x="349" y="993"/>
                  </a:lnTo>
                  <a:lnTo>
                    <a:pt x="927" y="422"/>
                  </a:lnTo>
                  <a:lnTo>
                    <a:pt x="503"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16"/>
            <p:cNvSpPr/>
            <p:nvPr/>
          </p:nvSpPr>
          <p:spPr>
            <a:xfrm>
              <a:off x="6268485" y="3467481"/>
              <a:ext cx="103885" cy="110939"/>
            </a:xfrm>
            <a:custGeom>
              <a:avLst/>
              <a:gdLst/>
              <a:ahLst/>
              <a:cxnLst/>
              <a:rect l="l" t="t" r="r" b="b"/>
              <a:pathLst>
                <a:path w="972" h="1038" extrusionOk="0">
                  <a:moveTo>
                    <a:pt x="562" y="111"/>
                  </a:moveTo>
                  <a:lnTo>
                    <a:pt x="859" y="408"/>
                  </a:lnTo>
                  <a:lnTo>
                    <a:pt x="349" y="918"/>
                  </a:lnTo>
                  <a:lnTo>
                    <a:pt x="103" y="578"/>
                  </a:lnTo>
                  <a:lnTo>
                    <a:pt x="562" y="111"/>
                  </a:lnTo>
                  <a:close/>
                  <a:moveTo>
                    <a:pt x="562" y="0"/>
                  </a:moveTo>
                  <a:lnTo>
                    <a:pt x="0" y="562"/>
                  </a:lnTo>
                  <a:lnTo>
                    <a:pt x="340" y="1037"/>
                  </a:lnTo>
                  <a:lnTo>
                    <a:pt x="971" y="408"/>
                  </a:lnTo>
                  <a:lnTo>
                    <a:pt x="562"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6"/>
            <p:cNvSpPr/>
            <p:nvPr/>
          </p:nvSpPr>
          <p:spPr>
            <a:xfrm>
              <a:off x="6300976" y="3506277"/>
              <a:ext cx="110191" cy="117351"/>
            </a:xfrm>
            <a:custGeom>
              <a:avLst/>
              <a:gdLst/>
              <a:ahLst/>
              <a:cxnLst/>
              <a:rect l="l" t="t" r="r" b="b"/>
              <a:pathLst>
                <a:path w="1031" h="1098" extrusionOk="0">
                  <a:moveTo>
                    <a:pt x="623" y="110"/>
                  </a:moveTo>
                  <a:lnTo>
                    <a:pt x="918" y="407"/>
                  </a:lnTo>
                  <a:lnTo>
                    <a:pt x="356" y="978"/>
                  </a:lnTo>
                  <a:lnTo>
                    <a:pt x="104" y="630"/>
                  </a:lnTo>
                  <a:lnTo>
                    <a:pt x="623" y="110"/>
                  </a:lnTo>
                  <a:close/>
                  <a:moveTo>
                    <a:pt x="623" y="0"/>
                  </a:moveTo>
                  <a:lnTo>
                    <a:pt x="0" y="623"/>
                  </a:lnTo>
                  <a:lnTo>
                    <a:pt x="340" y="1097"/>
                  </a:lnTo>
                  <a:lnTo>
                    <a:pt x="1030" y="407"/>
                  </a:lnTo>
                  <a:lnTo>
                    <a:pt x="623"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16"/>
            <p:cNvSpPr/>
            <p:nvPr/>
          </p:nvSpPr>
          <p:spPr>
            <a:xfrm>
              <a:off x="6299266" y="3504674"/>
              <a:ext cx="74600" cy="74494"/>
            </a:xfrm>
            <a:custGeom>
              <a:avLst/>
              <a:gdLst/>
              <a:ahLst/>
              <a:cxnLst/>
              <a:rect l="l" t="t" r="r" b="b"/>
              <a:pathLst>
                <a:path w="698" h="697" extrusionOk="0">
                  <a:moveTo>
                    <a:pt x="630" y="1"/>
                  </a:moveTo>
                  <a:lnTo>
                    <a:pt x="0" y="631"/>
                  </a:lnTo>
                  <a:lnTo>
                    <a:pt x="68" y="696"/>
                  </a:lnTo>
                  <a:lnTo>
                    <a:pt x="697" y="74"/>
                  </a:lnTo>
                  <a:lnTo>
                    <a:pt x="630"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16"/>
            <p:cNvSpPr/>
            <p:nvPr/>
          </p:nvSpPr>
          <p:spPr>
            <a:xfrm>
              <a:off x="6166952" y="3274887"/>
              <a:ext cx="88174" cy="87426"/>
            </a:xfrm>
            <a:custGeom>
              <a:avLst/>
              <a:gdLst/>
              <a:ahLst/>
              <a:cxnLst/>
              <a:rect l="l" t="t" r="r" b="b"/>
              <a:pathLst>
                <a:path w="825" h="818" extrusionOk="0">
                  <a:moveTo>
                    <a:pt x="401" y="113"/>
                  </a:moveTo>
                  <a:lnTo>
                    <a:pt x="712" y="417"/>
                  </a:lnTo>
                  <a:lnTo>
                    <a:pt x="424" y="705"/>
                  </a:lnTo>
                  <a:lnTo>
                    <a:pt x="113" y="401"/>
                  </a:lnTo>
                  <a:lnTo>
                    <a:pt x="401" y="113"/>
                  </a:lnTo>
                  <a:close/>
                  <a:moveTo>
                    <a:pt x="401" y="1"/>
                  </a:moveTo>
                  <a:lnTo>
                    <a:pt x="1" y="401"/>
                  </a:lnTo>
                  <a:lnTo>
                    <a:pt x="424" y="817"/>
                  </a:lnTo>
                  <a:lnTo>
                    <a:pt x="824" y="417"/>
                  </a:lnTo>
                  <a:lnTo>
                    <a:pt x="401"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6"/>
            <p:cNvSpPr/>
            <p:nvPr/>
          </p:nvSpPr>
          <p:spPr>
            <a:xfrm>
              <a:off x="6205962" y="3313683"/>
              <a:ext cx="92663" cy="86571"/>
            </a:xfrm>
            <a:custGeom>
              <a:avLst/>
              <a:gdLst/>
              <a:ahLst/>
              <a:cxnLst/>
              <a:rect l="l" t="t" r="r" b="b"/>
              <a:pathLst>
                <a:path w="867" h="810" extrusionOk="0">
                  <a:moveTo>
                    <a:pt x="407" y="106"/>
                  </a:moveTo>
                  <a:lnTo>
                    <a:pt x="747" y="356"/>
                  </a:lnTo>
                  <a:lnTo>
                    <a:pt x="407" y="698"/>
                  </a:lnTo>
                  <a:lnTo>
                    <a:pt x="110" y="401"/>
                  </a:lnTo>
                  <a:lnTo>
                    <a:pt x="407" y="106"/>
                  </a:lnTo>
                  <a:close/>
                  <a:moveTo>
                    <a:pt x="400" y="1"/>
                  </a:moveTo>
                  <a:lnTo>
                    <a:pt x="0" y="401"/>
                  </a:lnTo>
                  <a:lnTo>
                    <a:pt x="407" y="810"/>
                  </a:lnTo>
                  <a:lnTo>
                    <a:pt x="866" y="342"/>
                  </a:lnTo>
                  <a:lnTo>
                    <a:pt x="400"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16"/>
            <p:cNvSpPr/>
            <p:nvPr/>
          </p:nvSpPr>
          <p:spPr>
            <a:xfrm>
              <a:off x="6244651" y="3346922"/>
              <a:ext cx="99182" cy="92128"/>
            </a:xfrm>
            <a:custGeom>
              <a:avLst/>
              <a:gdLst/>
              <a:ahLst/>
              <a:cxnLst/>
              <a:rect l="l" t="t" r="r" b="b"/>
              <a:pathLst>
                <a:path w="928" h="862" extrusionOk="0">
                  <a:moveTo>
                    <a:pt x="460" y="106"/>
                  </a:moveTo>
                  <a:lnTo>
                    <a:pt x="808" y="349"/>
                  </a:lnTo>
                  <a:lnTo>
                    <a:pt x="408" y="750"/>
                  </a:lnTo>
                  <a:lnTo>
                    <a:pt x="111" y="454"/>
                  </a:lnTo>
                  <a:lnTo>
                    <a:pt x="460" y="106"/>
                  </a:lnTo>
                  <a:close/>
                  <a:moveTo>
                    <a:pt x="453" y="1"/>
                  </a:moveTo>
                  <a:lnTo>
                    <a:pt x="1" y="454"/>
                  </a:lnTo>
                  <a:lnTo>
                    <a:pt x="408" y="862"/>
                  </a:lnTo>
                  <a:lnTo>
                    <a:pt x="928" y="342"/>
                  </a:lnTo>
                  <a:lnTo>
                    <a:pt x="453"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16"/>
            <p:cNvSpPr/>
            <p:nvPr/>
          </p:nvSpPr>
          <p:spPr>
            <a:xfrm>
              <a:off x="6243903" y="3345426"/>
              <a:ext cx="55469" cy="55576"/>
            </a:xfrm>
            <a:custGeom>
              <a:avLst/>
              <a:gdLst/>
              <a:ahLst/>
              <a:cxnLst/>
              <a:rect l="l" t="t" r="r" b="b"/>
              <a:pathLst>
                <a:path w="519" h="520" extrusionOk="0">
                  <a:moveTo>
                    <a:pt x="453" y="1"/>
                  </a:moveTo>
                  <a:lnTo>
                    <a:pt x="1" y="452"/>
                  </a:lnTo>
                  <a:lnTo>
                    <a:pt x="67" y="520"/>
                  </a:lnTo>
                  <a:lnTo>
                    <a:pt x="518" y="68"/>
                  </a:lnTo>
                  <a:lnTo>
                    <a:pt x="453"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6"/>
            <p:cNvSpPr/>
            <p:nvPr/>
          </p:nvSpPr>
          <p:spPr>
            <a:xfrm>
              <a:off x="6283448" y="3379520"/>
              <a:ext cx="106236" cy="99075"/>
            </a:xfrm>
            <a:custGeom>
              <a:avLst/>
              <a:gdLst/>
              <a:ahLst/>
              <a:cxnLst/>
              <a:rect l="l" t="t" r="r" b="b"/>
              <a:pathLst>
                <a:path w="994" h="927" extrusionOk="0">
                  <a:moveTo>
                    <a:pt x="520" y="105"/>
                  </a:moveTo>
                  <a:lnTo>
                    <a:pt x="876" y="363"/>
                  </a:lnTo>
                  <a:lnTo>
                    <a:pt x="422" y="816"/>
                  </a:lnTo>
                  <a:lnTo>
                    <a:pt x="111" y="512"/>
                  </a:lnTo>
                  <a:lnTo>
                    <a:pt x="520" y="105"/>
                  </a:lnTo>
                  <a:close/>
                  <a:moveTo>
                    <a:pt x="511" y="0"/>
                  </a:moveTo>
                  <a:lnTo>
                    <a:pt x="1" y="512"/>
                  </a:lnTo>
                  <a:lnTo>
                    <a:pt x="422" y="927"/>
                  </a:lnTo>
                  <a:lnTo>
                    <a:pt x="993" y="356"/>
                  </a:lnTo>
                  <a:lnTo>
                    <a:pt x="511"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16"/>
            <p:cNvSpPr/>
            <p:nvPr/>
          </p:nvSpPr>
          <p:spPr>
            <a:xfrm>
              <a:off x="6322244" y="3412011"/>
              <a:ext cx="110939" cy="104633"/>
            </a:xfrm>
            <a:custGeom>
              <a:avLst/>
              <a:gdLst/>
              <a:ahLst/>
              <a:cxnLst/>
              <a:rect l="l" t="t" r="r" b="b"/>
              <a:pathLst>
                <a:path w="1038" h="979" extrusionOk="0">
                  <a:moveTo>
                    <a:pt x="579" y="103"/>
                  </a:moveTo>
                  <a:lnTo>
                    <a:pt x="920" y="356"/>
                  </a:lnTo>
                  <a:lnTo>
                    <a:pt x="408" y="868"/>
                  </a:lnTo>
                  <a:lnTo>
                    <a:pt x="113" y="571"/>
                  </a:lnTo>
                  <a:lnTo>
                    <a:pt x="579" y="103"/>
                  </a:lnTo>
                  <a:close/>
                  <a:moveTo>
                    <a:pt x="571" y="0"/>
                  </a:moveTo>
                  <a:lnTo>
                    <a:pt x="1" y="571"/>
                  </a:lnTo>
                  <a:lnTo>
                    <a:pt x="408" y="978"/>
                  </a:lnTo>
                  <a:lnTo>
                    <a:pt x="1037" y="342"/>
                  </a:lnTo>
                  <a:lnTo>
                    <a:pt x="571"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16"/>
            <p:cNvSpPr/>
            <p:nvPr/>
          </p:nvSpPr>
          <p:spPr>
            <a:xfrm>
              <a:off x="6361041" y="3445250"/>
              <a:ext cx="117351" cy="110191"/>
            </a:xfrm>
            <a:custGeom>
              <a:avLst/>
              <a:gdLst/>
              <a:ahLst/>
              <a:cxnLst/>
              <a:rect l="l" t="t" r="r" b="b"/>
              <a:pathLst>
                <a:path w="1098" h="1031" extrusionOk="0">
                  <a:moveTo>
                    <a:pt x="630" y="96"/>
                  </a:moveTo>
                  <a:lnTo>
                    <a:pt x="978" y="349"/>
                  </a:lnTo>
                  <a:lnTo>
                    <a:pt x="408" y="920"/>
                  </a:lnTo>
                  <a:lnTo>
                    <a:pt x="112" y="623"/>
                  </a:lnTo>
                  <a:lnTo>
                    <a:pt x="630" y="96"/>
                  </a:lnTo>
                  <a:close/>
                  <a:moveTo>
                    <a:pt x="623" y="0"/>
                  </a:moveTo>
                  <a:lnTo>
                    <a:pt x="0" y="623"/>
                  </a:lnTo>
                  <a:lnTo>
                    <a:pt x="408" y="1030"/>
                  </a:lnTo>
                  <a:lnTo>
                    <a:pt x="1098" y="335"/>
                  </a:lnTo>
                  <a:lnTo>
                    <a:pt x="623"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6"/>
            <p:cNvSpPr/>
            <p:nvPr/>
          </p:nvSpPr>
          <p:spPr>
            <a:xfrm>
              <a:off x="6359544" y="3443006"/>
              <a:ext cx="74600" cy="74387"/>
            </a:xfrm>
            <a:custGeom>
              <a:avLst/>
              <a:gdLst/>
              <a:ahLst/>
              <a:cxnLst/>
              <a:rect l="l" t="t" r="r" b="b"/>
              <a:pathLst>
                <a:path w="698" h="696" extrusionOk="0">
                  <a:moveTo>
                    <a:pt x="630" y="0"/>
                  </a:moveTo>
                  <a:lnTo>
                    <a:pt x="0" y="630"/>
                  </a:lnTo>
                  <a:lnTo>
                    <a:pt x="75" y="695"/>
                  </a:lnTo>
                  <a:lnTo>
                    <a:pt x="697" y="66"/>
                  </a:lnTo>
                  <a:lnTo>
                    <a:pt x="630"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16"/>
            <p:cNvSpPr/>
            <p:nvPr/>
          </p:nvSpPr>
          <p:spPr>
            <a:xfrm>
              <a:off x="6056120" y="3200607"/>
              <a:ext cx="118955" cy="118955"/>
            </a:xfrm>
            <a:custGeom>
              <a:avLst/>
              <a:gdLst/>
              <a:ahLst/>
              <a:cxnLst/>
              <a:rect l="l" t="t" r="r" b="b"/>
              <a:pathLst>
                <a:path w="1113" h="1113" extrusionOk="0">
                  <a:moveTo>
                    <a:pt x="1054" y="1"/>
                  </a:moveTo>
                  <a:lnTo>
                    <a:pt x="1" y="1059"/>
                  </a:lnTo>
                  <a:lnTo>
                    <a:pt x="60" y="1112"/>
                  </a:lnTo>
                  <a:lnTo>
                    <a:pt x="1112" y="59"/>
                  </a:lnTo>
                  <a:lnTo>
                    <a:pt x="1054"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16"/>
            <p:cNvSpPr/>
            <p:nvPr/>
          </p:nvSpPr>
          <p:spPr>
            <a:xfrm>
              <a:off x="6233536" y="3031098"/>
              <a:ext cx="111794" cy="110939"/>
            </a:xfrm>
            <a:custGeom>
              <a:avLst/>
              <a:gdLst/>
              <a:ahLst/>
              <a:cxnLst/>
              <a:rect l="l" t="t" r="r" b="b"/>
              <a:pathLst>
                <a:path w="1046" h="1038" extrusionOk="0">
                  <a:moveTo>
                    <a:pt x="68" y="0"/>
                  </a:moveTo>
                  <a:lnTo>
                    <a:pt x="0" y="66"/>
                  </a:lnTo>
                  <a:lnTo>
                    <a:pt x="512" y="585"/>
                  </a:lnTo>
                  <a:lnTo>
                    <a:pt x="519" y="578"/>
                  </a:lnTo>
                  <a:lnTo>
                    <a:pt x="978" y="1037"/>
                  </a:lnTo>
                  <a:lnTo>
                    <a:pt x="1046" y="971"/>
                  </a:lnTo>
                  <a:lnTo>
                    <a:pt x="526" y="452"/>
                  </a:lnTo>
                  <a:lnTo>
                    <a:pt x="526" y="459"/>
                  </a:lnTo>
                  <a:lnTo>
                    <a:pt x="68"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6"/>
            <p:cNvSpPr/>
            <p:nvPr/>
          </p:nvSpPr>
          <p:spPr>
            <a:xfrm>
              <a:off x="6167914" y="3156894"/>
              <a:ext cx="87960" cy="88067"/>
            </a:xfrm>
            <a:custGeom>
              <a:avLst/>
              <a:gdLst/>
              <a:ahLst/>
              <a:cxnLst/>
              <a:rect l="l" t="t" r="r" b="b"/>
              <a:pathLst>
                <a:path w="823" h="824" extrusionOk="0">
                  <a:moveTo>
                    <a:pt x="422" y="113"/>
                  </a:moveTo>
                  <a:lnTo>
                    <a:pt x="703" y="401"/>
                  </a:lnTo>
                  <a:lnTo>
                    <a:pt x="401" y="712"/>
                  </a:lnTo>
                  <a:lnTo>
                    <a:pt x="111" y="424"/>
                  </a:lnTo>
                  <a:lnTo>
                    <a:pt x="422" y="113"/>
                  </a:lnTo>
                  <a:close/>
                  <a:moveTo>
                    <a:pt x="422" y="1"/>
                  </a:moveTo>
                  <a:lnTo>
                    <a:pt x="1" y="424"/>
                  </a:lnTo>
                  <a:lnTo>
                    <a:pt x="401" y="824"/>
                  </a:lnTo>
                  <a:lnTo>
                    <a:pt x="822" y="401"/>
                  </a:lnTo>
                  <a:lnTo>
                    <a:pt x="422"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16"/>
            <p:cNvSpPr/>
            <p:nvPr/>
          </p:nvSpPr>
          <p:spPr>
            <a:xfrm>
              <a:off x="6206710" y="3119807"/>
              <a:ext cx="92663" cy="85716"/>
            </a:xfrm>
            <a:custGeom>
              <a:avLst/>
              <a:gdLst/>
              <a:ahLst/>
              <a:cxnLst/>
              <a:rect l="l" t="t" r="r" b="b"/>
              <a:pathLst>
                <a:path w="867" h="802" extrusionOk="0">
                  <a:moveTo>
                    <a:pt x="408" y="111"/>
                  </a:moveTo>
                  <a:lnTo>
                    <a:pt x="749" y="452"/>
                  </a:lnTo>
                  <a:lnTo>
                    <a:pt x="408" y="696"/>
                  </a:lnTo>
                  <a:lnTo>
                    <a:pt x="111" y="408"/>
                  </a:lnTo>
                  <a:lnTo>
                    <a:pt x="408" y="111"/>
                  </a:lnTo>
                  <a:close/>
                  <a:moveTo>
                    <a:pt x="408" y="1"/>
                  </a:moveTo>
                  <a:lnTo>
                    <a:pt x="0" y="408"/>
                  </a:lnTo>
                  <a:lnTo>
                    <a:pt x="393" y="801"/>
                  </a:lnTo>
                  <a:lnTo>
                    <a:pt x="866" y="460"/>
                  </a:lnTo>
                  <a:lnTo>
                    <a:pt x="408"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16"/>
            <p:cNvSpPr/>
            <p:nvPr/>
          </p:nvSpPr>
          <p:spPr>
            <a:xfrm>
              <a:off x="6245506" y="3080904"/>
              <a:ext cx="99075" cy="92022"/>
            </a:xfrm>
            <a:custGeom>
              <a:avLst/>
              <a:gdLst/>
              <a:ahLst/>
              <a:cxnLst/>
              <a:rect l="l" t="t" r="r" b="b"/>
              <a:pathLst>
                <a:path w="927" h="861" extrusionOk="0">
                  <a:moveTo>
                    <a:pt x="407" y="112"/>
                  </a:moveTo>
                  <a:lnTo>
                    <a:pt x="807" y="512"/>
                  </a:lnTo>
                  <a:lnTo>
                    <a:pt x="459" y="756"/>
                  </a:lnTo>
                  <a:lnTo>
                    <a:pt x="110" y="409"/>
                  </a:lnTo>
                  <a:lnTo>
                    <a:pt x="407" y="112"/>
                  </a:lnTo>
                  <a:close/>
                  <a:moveTo>
                    <a:pt x="407" y="0"/>
                  </a:moveTo>
                  <a:lnTo>
                    <a:pt x="0" y="409"/>
                  </a:lnTo>
                  <a:lnTo>
                    <a:pt x="452" y="861"/>
                  </a:lnTo>
                  <a:lnTo>
                    <a:pt x="927" y="520"/>
                  </a:lnTo>
                  <a:lnTo>
                    <a:pt x="407"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16"/>
            <p:cNvSpPr/>
            <p:nvPr/>
          </p:nvSpPr>
          <p:spPr>
            <a:xfrm>
              <a:off x="6243903" y="3118097"/>
              <a:ext cx="56218" cy="56431"/>
            </a:xfrm>
            <a:custGeom>
              <a:avLst/>
              <a:gdLst/>
              <a:ahLst/>
              <a:cxnLst/>
              <a:rect l="l" t="t" r="r" b="b"/>
              <a:pathLst>
                <a:path w="526" h="528" extrusionOk="0">
                  <a:moveTo>
                    <a:pt x="74" y="1"/>
                  </a:moveTo>
                  <a:lnTo>
                    <a:pt x="1" y="68"/>
                  </a:lnTo>
                  <a:lnTo>
                    <a:pt x="460" y="527"/>
                  </a:lnTo>
                  <a:lnTo>
                    <a:pt x="525" y="461"/>
                  </a:lnTo>
                  <a:lnTo>
                    <a:pt x="74"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16"/>
            <p:cNvSpPr/>
            <p:nvPr/>
          </p:nvSpPr>
          <p:spPr>
            <a:xfrm>
              <a:off x="6284196" y="3040611"/>
              <a:ext cx="106236" cy="99824"/>
            </a:xfrm>
            <a:custGeom>
              <a:avLst/>
              <a:gdLst/>
              <a:ahLst/>
              <a:cxnLst/>
              <a:rect l="l" t="t" r="r" b="b"/>
              <a:pathLst>
                <a:path w="994" h="934" extrusionOk="0">
                  <a:moveTo>
                    <a:pt x="415" y="119"/>
                  </a:moveTo>
                  <a:lnTo>
                    <a:pt x="876" y="571"/>
                  </a:lnTo>
                  <a:lnTo>
                    <a:pt x="520" y="831"/>
                  </a:lnTo>
                  <a:lnTo>
                    <a:pt x="113" y="422"/>
                  </a:lnTo>
                  <a:lnTo>
                    <a:pt x="415" y="119"/>
                  </a:lnTo>
                  <a:close/>
                  <a:moveTo>
                    <a:pt x="415" y="0"/>
                  </a:moveTo>
                  <a:lnTo>
                    <a:pt x="1" y="422"/>
                  </a:lnTo>
                  <a:lnTo>
                    <a:pt x="513" y="934"/>
                  </a:lnTo>
                  <a:lnTo>
                    <a:pt x="993" y="578"/>
                  </a:lnTo>
                  <a:lnTo>
                    <a:pt x="415"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16"/>
            <p:cNvSpPr/>
            <p:nvPr/>
          </p:nvSpPr>
          <p:spPr>
            <a:xfrm>
              <a:off x="6322992" y="3003310"/>
              <a:ext cx="111153" cy="103885"/>
            </a:xfrm>
            <a:custGeom>
              <a:avLst/>
              <a:gdLst/>
              <a:ahLst/>
              <a:cxnLst/>
              <a:rect l="l" t="t" r="r" b="b"/>
              <a:pathLst>
                <a:path w="1040" h="972" extrusionOk="0">
                  <a:moveTo>
                    <a:pt x="408" y="113"/>
                  </a:moveTo>
                  <a:lnTo>
                    <a:pt x="920" y="623"/>
                  </a:lnTo>
                  <a:lnTo>
                    <a:pt x="579" y="876"/>
                  </a:lnTo>
                  <a:lnTo>
                    <a:pt x="113" y="408"/>
                  </a:lnTo>
                  <a:lnTo>
                    <a:pt x="408" y="113"/>
                  </a:lnTo>
                  <a:close/>
                  <a:moveTo>
                    <a:pt x="408" y="1"/>
                  </a:moveTo>
                  <a:lnTo>
                    <a:pt x="1" y="408"/>
                  </a:lnTo>
                  <a:lnTo>
                    <a:pt x="564" y="972"/>
                  </a:lnTo>
                  <a:lnTo>
                    <a:pt x="1039" y="637"/>
                  </a:lnTo>
                  <a:lnTo>
                    <a:pt x="408"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16"/>
            <p:cNvSpPr/>
            <p:nvPr/>
          </p:nvSpPr>
          <p:spPr>
            <a:xfrm>
              <a:off x="6361789" y="2964514"/>
              <a:ext cx="117351" cy="110191"/>
            </a:xfrm>
            <a:custGeom>
              <a:avLst/>
              <a:gdLst/>
              <a:ahLst/>
              <a:cxnLst/>
              <a:rect l="l" t="t" r="r" b="b"/>
              <a:pathLst>
                <a:path w="1098" h="1031" extrusionOk="0">
                  <a:moveTo>
                    <a:pt x="409" y="111"/>
                  </a:moveTo>
                  <a:lnTo>
                    <a:pt x="979" y="682"/>
                  </a:lnTo>
                  <a:lnTo>
                    <a:pt x="632" y="927"/>
                  </a:lnTo>
                  <a:lnTo>
                    <a:pt x="112" y="408"/>
                  </a:lnTo>
                  <a:lnTo>
                    <a:pt x="409" y="111"/>
                  </a:lnTo>
                  <a:close/>
                  <a:moveTo>
                    <a:pt x="409" y="1"/>
                  </a:moveTo>
                  <a:lnTo>
                    <a:pt x="0" y="408"/>
                  </a:lnTo>
                  <a:lnTo>
                    <a:pt x="623" y="1031"/>
                  </a:lnTo>
                  <a:lnTo>
                    <a:pt x="1098" y="689"/>
                  </a:lnTo>
                  <a:lnTo>
                    <a:pt x="409"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16"/>
            <p:cNvSpPr/>
            <p:nvPr/>
          </p:nvSpPr>
          <p:spPr>
            <a:xfrm>
              <a:off x="6360293" y="3001814"/>
              <a:ext cx="74600" cy="74387"/>
            </a:xfrm>
            <a:custGeom>
              <a:avLst/>
              <a:gdLst/>
              <a:ahLst/>
              <a:cxnLst/>
              <a:rect l="l" t="t" r="r" b="b"/>
              <a:pathLst>
                <a:path w="698" h="696" extrusionOk="0">
                  <a:moveTo>
                    <a:pt x="68" y="0"/>
                  </a:moveTo>
                  <a:lnTo>
                    <a:pt x="0" y="73"/>
                  </a:lnTo>
                  <a:lnTo>
                    <a:pt x="630" y="696"/>
                  </a:lnTo>
                  <a:lnTo>
                    <a:pt x="697" y="630"/>
                  </a:lnTo>
                  <a:lnTo>
                    <a:pt x="68"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16"/>
            <p:cNvSpPr/>
            <p:nvPr/>
          </p:nvSpPr>
          <p:spPr>
            <a:xfrm>
              <a:off x="6130614" y="3121410"/>
              <a:ext cx="87212" cy="87105"/>
            </a:xfrm>
            <a:custGeom>
              <a:avLst/>
              <a:gdLst/>
              <a:ahLst/>
              <a:cxnLst/>
              <a:rect l="l" t="t" r="r" b="b"/>
              <a:pathLst>
                <a:path w="816" h="815" extrusionOk="0">
                  <a:moveTo>
                    <a:pt x="415" y="110"/>
                  </a:moveTo>
                  <a:lnTo>
                    <a:pt x="705" y="400"/>
                  </a:lnTo>
                  <a:lnTo>
                    <a:pt x="401" y="704"/>
                  </a:lnTo>
                  <a:lnTo>
                    <a:pt x="111" y="414"/>
                  </a:lnTo>
                  <a:lnTo>
                    <a:pt x="415" y="110"/>
                  </a:lnTo>
                  <a:close/>
                  <a:moveTo>
                    <a:pt x="415" y="0"/>
                  </a:moveTo>
                  <a:lnTo>
                    <a:pt x="1" y="414"/>
                  </a:lnTo>
                  <a:lnTo>
                    <a:pt x="401" y="815"/>
                  </a:lnTo>
                  <a:lnTo>
                    <a:pt x="815" y="400"/>
                  </a:lnTo>
                  <a:lnTo>
                    <a:pt x="415"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6"/>
            <p:cNvSpPr/>
            <p:nvPr/>
          </p:nvSpPr>
          <p:spPr>
            <a:xfrm>
              <a:off x="6169410" y="3077056"/>
              <a:ext cx="86464" cy="92663"/>
            </a:xfrm>
            <a:custGeom>
              <a:avLst/>
              <a:gdLst/>
              <a:ahLst/>
              <a:cxnLst/>
              <a:rect l="l" t="t" r="r" b="b"/>
              <a:pathLst>
                <a:path w="809" h="867" extrusionOk="0">
                  <a:moveTo>
                    <a:pt x="356" y="118"/>
                  </a:moveTo>
                  <a:lnTo>
                    <a:pt x="698" y="459"/>
                  </a:lnTo>
                  <a:lnTo>
                    <a:pt x="401" y="756"/>
                  </a:lnTo>
                  <a:lnTo>
                    <a:pt x="104" y="467"/>
                  </a:lnTo>
                  <a:lnTo>
                    <a:pt x="356" y="118"/>
                  </a:lnTo>
                  <a:close/>
                  <a:moveTo>
                    <a:pt x="342" y="1"/>
                  </a:moveTo>
                  <a:lnTo>
                    <a:pt x="1" y="474"/>
                  </a:lnTo>
                  <a:lnTo>
                    <a:pt x="401" y="867"/>
                  </a:lnTo>
                  <a:lnTo>
                    <a:pt x="808" y="459"/>
                  </a:lnTo>
                  <a:lnTo>
                    <a:pt x="342"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16"/>
            <p:cNvSpPr/>
            <p:nvPr/>
          </p:nvSpPr>
          <p:spPr>
            <a:xfrm>
              <a:off x="6202649" y="3031847"/>
              <a:ext cx="91915" cy="99075"/>
            </a:xfrm>
            <a:custGeom>
              <a:avLst/>
              <a:gdLst/>
              <a:ahLst/>
              <a:cxnLst/>
              <a:rect l="l" t="t" r="r" b="b"/>
              <a:pathLst>
                <a:path w="860" h="927" extrusionOk="0">
                  <a:moveTo>
                    <a:pt x="350" y="127"/>
                  </a:moveTo>
                  <a:lnTo>
                    <a:pt x="750" y="520"/>
                  </a:lnTo>
                  <a:lnTo>
                    <a:pt x="453" y="815"/>
                  </a:lnTo>
                  <a:lnTo>
                    <a:pt x="104" y="468"/>
                  </a:lnTo>
                  <a:lnTo>
                    <a:pt x="350" y="127"/>
                  </a:lnTo>
                  <a:close/>
                  <a:moveTo>
                    <a:pt x="342" y="0"/>
                  </a:moveTo>
                  <a:lnTo>
                    <a:pt x="1" y="475"/>
                  </a:lnTo>
                  <a:lnTo>
                    <a:pt x="453" y="927"/>
                  </a:lnTo>
                  <a:lnTo>
                    <a:pt x="860" y="520"/>
                  </a:lnTo>
                  <a:lnTo>
                    <a:pt x="342"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16"/>
            <p:cNvSpPr/>
            <p:nvPr/>
          </p:nvSpPr>
          <p:spPr>
            <a:xfrm>
              <a:off x="6200191" y="3076094"/>
              <a:ext cx="56431" cy="56431"/>
            </a:xfrm>
            <a:custGeom>
              <a:avLst/>
              <a:gdLst/>
              <a:ahLst/>
              <a:cxnLst/>
              <a:rect l="l" t="t" r="r" b="b"/>
              <a:pathLst>
                <a:path w="528" h="528" extrusionOk="0">
                  <a:moveTo>
                    <a:pt x="76" y="1"/>
                  </a:moveTo>
                  <a:lnTo>
                    <a:pt x="1" y="68"/>
                  </a:lnTo>
                  <a:lnTo>
                    <a:pt x="461" y="527"/>
                  </a:lnTo>
                  <a:lnTo>
                    <a:pt x="527" y="461"/>
                  </a:lnTo>
                  <a:lnTo>
                    <a:pt x="76"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6"/>
            <p:cNvSpPr/>
            <p:nvPr/>
          </p:nvSpPr>
          <p:spPr>
            <a:xfrm>
              <a:off x="6235246" y="2985889"/>
              <a:ext cx="99075" cy="106343"/>
            </a:xfrm>
            <a:custGeom>
              <a:avLst/>
              <a:gdLst/>
              <a:ahLst/>
              <a:cxnLst/>
              <a:rect l="l" t="t" r="r" b="b"/>
              <a:pathLst>
                <a:path w="927" h="995" extrusionOk="0">
                  <a:moveTo>
                    <a:pt x="363" y="119"/>
                  </a:moveTo>
                  <a:lnTo>
                    <a:pt x="815" y="578"/>
                  </a:lnTo>
                  <a:lnTo>
                    <a:pt x="510" y="882"/>
                  </a:lnTo>
                  <a:lnTo>
                    <a:pt x="103" y="475"/>
                  </a:lnTo>
                  <a:lnTo>
                    <a:pt x="363" y="119"/>
                  </a:lnTo>
                  <a:close/>
                  <a:moveTo>
                    <a:pt x="349" y="0"/>
                  </a:moveTo>
                  <a:lnTo>
                    <a:pt x="0" y="482"/>
                  </a:lnTo>
                  <a:lnTo>
                    <a:pt x="510" y="994"/>
                  </a:lnTo>
                  <a:lnTo>
                    <a:pt x="927" y="578"/>
                  </a:lnTo>
                  <a:lnTo>
                    <a:pt x="349"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16"/>
            <p:cNvSpPr/>
            <p:nvPr/>
          </p:nvSpPr>
          <p:spPr>
            <a:xfrm>
              <a:off x="6267737" y="2942283"/>
              <a:ext cx="104633" cy="111153"/>
            </a:xfrm>
            <a:custGeom>
              <a:avLst/>
              <a:gdLst/>
              <a:ahLst/>
              <a:cxnLst/>
              <a:rect l="l" t="t" r="r" b="b"/>
              <a:pathLst>
                <a:path w="979" h="1040" extrusionOk="0">
                  <a:moveTo>
                    <a:pt x="347" y="120"/>
                  </a:moveTo>
                  <a:lnTo>
                    <a:pt x="859" y="630"/>
                  </a:lnTo>
                  <a:lnTo>
                    <a:pt x="569" y="927"/>
                  </a:lnTo>
                  <a:lnTo>
                    <a:pt x="103" y="468"/>
                  </a:lnTo>
                  <a:lnTo>
                    <a:pt x="347" y="120"/>
                  </a:lnTo>
                  <a:close/>
                  <a:moveTo>
                    <a:pt x="340" y="1"/>
                  </a:moveTo>
                  <a:lnTo>
                    <a:pt x="0" y="476"/>
                  </a:lnTo>
                  <a:lnTo>
                    <a:pt x="569" y="1039"/>
                  </a:lnTo>
                  <a:lnTo>
                    <a:pt x="978" y="630"/>
                  </a:lnTo>
                  <a:lnTo>
                    <a:pt x="340"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16"/>
            <p:cNvSpPr/>
            <p:nvPr/>
          </p:nvSpPr>
          <p:spPr>
            <a:xfrm>
              <a:off x="6300014" y="2897287"/>
              <a:ext cx="111153" cy="117138"/>
            </a:xfrm>
            <a:custGeom>
              <a:avLst/>
              <a:gdLst/>
              <a:ahLst/>
              <a:cxnLst/>
              <a:rect l="l" t="t" r="r" b="b"/>
              <a:pathLst>
                <a:path w="1040" h="1096" extrusionOk="0">
                  <a:moveTo>
                    <a:pt x="356" y="127"/>
                  </a:moveTo>
                  <a:lnTo>
                    <a:pt x="920" y="689"/>
                  </a:lnTo>
                  <a:lnTo>
                    <a:pt x="632" y="986"/>
                  </a:lnTo>
                  <a:lnTo>
                    <a:pt x="105" y="466"/>
                  </a:lnTo>
                  <a:lnTo>
                    <a:pt x="356" y="127"/>
                  </a:lnTo>
                  <a:close/>
                  <a:moveTo>
                    <a:pt x="342" y="0"/>
                  </a:moveTo>
                  <a:lnTo>
                    <a:pt x="0" y="473"/>
                  </a:lnTo>
                  <a:lnTo>
                    <a:pt x="632" y="1096"/>
                  </a:lnTo>
                  <a:lnTo>
                    <a:pt x="1039" y="689"/>
                  </a:lnTo>
                  <a:lnTo>
                    <a:pt x="342"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16"/>
            <p:cNvSpPr/>
            <p:nvPr/>
          </p:nvSpPr>
          <p:spPr>
            <a:xfrm>
              <a:off x="6298518" y="2941535"/>
              <a:ext cx="74600" cy="74600"/>
            </a:xfrm>
            <a:custGeom>
              <a:avLst/>
              <a:gdLst/>
              <a:ahLst/>
              <a:cxnLst/>
              <a:rect l="l" t="t" r="r" b="b"/>
              <a:pathLst>
                <a:path w="698" h="698" extrusionOk="0">
                  <a:moveTo>
                    <a:pt x="68" y="1"/>
                  </a:moveTo>
                  <a:lnTo>
                    <a:pt x="0" y="68"/>
                  </a:lnTo>
                  <a:lnTo>
                    <a:pt x="630" y="698"/>
                  </a:lnTo>
                  <a:lnTo>
                    <a:pt x="697" y="630"/>
                  </a:lnTo>
                  <a:lnTo>
                    <a:pt x="68"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16"/>
            <p:cNvSpPr/>
            <p:nvPr/>
          </p:nvSpPr>
          <p:spPr>
            <a:xfrm>
              <a:off x="5885865" y="3378665"/>
              <a:ext cx="112649" cy="110191"/>
            </a:xfrm>
            <a:custGeom>
              <a:avLst/>
              <a:gdLst/>
              <a:ahLst/>
              <a:cxnLst/>
              <a:rect l="l" t="t" r="r" b="b"/>
              <a:pathLst>
                <a:path w="1054" h="1031" extrusionOk="0">
                  <a:moveTo>
                    <a:pt x="75" y="1"/>
                  </a:moveTo>
                  <a:lnTo>
                    <a:pt x="0" y="69"/>
                  </a:lnTo>
                  <a:lnTo>
                    <a:pt x="520" y="579"/>
                  </a:lnTo>
                  <a:lnTo>
                    <a:pt x="527" y="572"/>
                  </a:lnTo>
                  <a:lnTo>
                    <a:pt x="979" y="1031"/>
                  </a:lnTo>
                  <a:lnTo>
                    <a:pt x="1053" y="965"/>
                  </a:lnTo>
                  <a:lnTo>
                    <a:pt x="534" y="453"/>
                  </a:lnTo>
                  <a:lnTo>
                    <a:pt x="527" y="453"/>
                  </a:lnTo>
                  <a:lnTo>
                    <a:pt x="75"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16"/>
            <p:cNvSpPr/>
            <p:nvPr/>
          </p:nvSpPr>
          <p:spPr>
            <a:xfrm>
              <a:off x="5976176" y="3275742"/>
              <a:ext cx="87319" cy="87319"/>
            </a:xfrm>
            <a:custGeom>
              <a:avLst/>
              <a:gdLst/>
              <a:ahLst/>
              <a:cxnLst/>
              <a:rect l="l" t="t" r="r" b="b"/>
              <a:pathLst>
                <a:path w="817" h="817" extrusionOk="0">
                  <a:moveTo>
                    <a:pt x="416" y="112"/>
                  </a:moveTo>
                  <a:lnTo>
                    <a:pt x="704" y="400"/>
                  </a:lnTo>
                  <a:lnTo>
                    <a:pt x="400" y="704"/>
                  </a:lnTo>
                  <a:lnTo>
                    <a:pt x="112" y="416"/>
                  </a:lnTo>
                  <a:lnTo>
                    <a:pt x="416" y="112"/>
                  </a:lnTo>
                  <a:close/>
                  <a:moveTo>
                    <a:pt x="416" y="0"/>
                  </a:moveTo>
                  <a:lnTo>
                    <a:pt x="0" y="416"/>
                  </a:lnTo>
                  <a:lnTo>
                    <a:pt x="400" y="816"/>
                  </a:lnTo>
                  <a:lnTo>
                    <a:pt x="816" y="400"/>
                  </a:lnTo>
                  <a:lnTo>
                    <a:pt x="416"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16"/>
            <p:cNvSpPr/>
            <p:nvPr/>
          </p:nvSpPr>
          <p:spPr>
            <a:xfrm>
              <a:off x="5931822" y="3314645"/>
              <a:ext cx="92663" cy="86357"/>
            </a:xfrm>
            <a:custGeom>
              <a:avLst/>
              <a:gdLst/>
              <a:ahLst/>
              <a:cxnLst/>
              <a:rect l="l" t="t" r="r" b="b"/>
              <a:pathLst>
                <a:path w="867" h="808" extrusionOk="0">
                  <a:moveTo>
                    <a:pt x="467" y="104"/>
                  </a:moveTo>
                  <a:lnTo>
                    <a:pt x="757" y="401"/>
                  </a:lnTo>
                  <a:lnTo>
                    <a:pt x="460" y="689"/>
                  </a:lnTo>
                  <a:lnTo>
                    <a:pt x="127" y="356"/>
                  </a:lnTo>
                  <a:lnTo>
                    <a:pt x="467" y="104"/>
                  </a:lnTo>
                  <a:close/>
                  <a:moveTo>
                    <a:pt x="476" y="1"/>
                  </a:moveTo>
                  <a:lnTo>
                    <a:pt x="1" y="340"/>
                  </a:lnTo>
                  <a:lnTo>
                    <a:pt x="460" y="808"/>
                  </a:lnTo>
                  <a:lnTo>
                    <a:pt x="867" y="401"/>
                  </a:lnTo>
                  <a:lnTo>
                    <a:pt x="476"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16"/>
            <p:cNvSpPr/>
            <p:nvPr/>
          </p:nvSpPr>
          <p:spPr>
            <a:xfrm>
              <a:off x="5886613" y="3347884"/>
              <a:ext cx="99182" cy="91915"/>
            </a:xfrm>
            <a:custGeom>
              <a:avLst/>
              <a:gdLst/>
              <a:ahLst/>
              <a:cxnLst/>
              <a:rect l="l" t="t" r="r" b="b"/>
              <a:pathLst>
                <a:path w="928" h="860" extrusionOk="0">
                  <a:moveTo>
                    <a:pt x="468" y="104"/>
                  </a:moveTo>
                  <a:lnTo>
                    <a:pt x="817" y="453"/>
                  </a:lnTo>
                  <a:lnTo>
                    <a:pt x="520" y="741"/>
                  </a:lnTo>
                  <a:lnTo>
                    <a:pt x="127" y="348"/>
                  </a:lnTo>
                  <a:lnTo>
                    <a:pt x="468" y="104"/>
                  </a:lnTo>
                  <a:close/>
                  <a:moveTo>
                    <a:pt x="475" y="1"/>
                  </a:moveTo>
                  <a:lnTo>
                    <a:pt x="1" y="333"/>
                  </a:lnTo>
                  <a:lnTo>
                    <a:pt x="520" y="860"/>
                  </a:lnTo>
                  <a:lnTo>
                    <a:pt x="927" y="453"/>
                  </a:lnTo>
                  <a:lnTo>
                    <a:pt x="475"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16"/>
            <p:cNvSpPr/>
            <p:nvPr/>
          </p:nvSpPr>
          <p:spPr>
            <a:xfrm>
              <a:off x="5931074" y="3345426"/>
              <a:ext cx="56431" cy="56431"/>
            </a:xfrm>
            <a:custGeom>
              <a:avLst/>
              <a:gdLst/>
              <a:ahLst/>
              <a:cxnLst/>
              <a:rect l="l" t="t" r="r" b="b"/>
              <a:pathLst>
                <a:path w="528" h="528" extrusionOk="0">
                  <a:moveTo>
                    <a:pt x="66" y="1"/>
                  </a:moveTo>
                  <a:lnTo>
                    <a:pt x="1" y="75"/>
                  </a:lnTo>
                  <a:lnTo>
                    <a:pt x="459" y="527"/>
                  </a:lnTo>
                  <a:lnTo>
                    <a:pt x="527" y="460"/>
                  </a:lnTo>
                  <a:lnTo>
                    <a:pt x="66"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16"/>
            <p:cNvSpPr/>
            <p:nvPr/>
          </p:nvSpPr>
          <p:spPr>
            <a:xfrm>
              <a:off x="5840763" y="3380268"/>
              <a:ext cx="106236" cy="99075"/>
            </a:xfrm>
            <a:custGeom>
              <a:avLst/>
              <a:gdLst/>
              <a:ahLst/>
              <a:cxnLst/>
              <a:rect l="l" t="t" r="r" b="b"/>
              <a:pathLst>
                <a:path w="994" h="927" extrusionOk="0">
                  <a:moveTo>
                    <a:pt x="474" y="105"/>
                  </a:moveTo>
                  <a:lnTo>
                    <a:pt x="883" y="512"/>
                  </a:lnTo>
                  <a:lnTo>
                    <a:pt x="579" y="816"/>
                  </a:lnTo>
                  <a:lnTo>
                    <a:pt x="127" y="365"/>
                  </a:lnTo>
                  <a:lnTo>
                    <a:pt x="474" y="105"/>
                  </a:lnTo>
                  <a:close/>
                  <a:moveTo>
                    <a:pt x="490" y="0"/>
                  </a:moveTo>
                  <a:lnTo>
                    <a:pt x="1" y="349"/>
                  </a:lnTo>
                  <a:lnTo>
                    <a:pt x="579" y="927"/>
                  </a:lnTo>
                  <a:lnTo>
                    <a:pt x="993" y="512"/>
                  </a:lnTo>
                  <a:lnTo>
                    <a:pt x="490"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16"/>
            <p:cNvSpPr/>
            <p:nvPr/>
          </p:nvSpPr>
          <p:spPr>
            <a:xfrm>
              <a:off x="5797264" y="3412759"/>
              <a:ext cx="110939" cy="103885"/>
            </a:xfrm>
            <a:custGeom>
              <a:avLst/>
              <a:gdLst/>
              <a:ahLst/>
              <a:cxnLst/>
              <a:rect l="l" t="t" r="r" b="b"/>
              <a:pathLst>
                <a:path w="1038" h="972" extrusionOk="0">
                  <a:moveTo>
                    <a:pt x="467" y="105"/>
                  </a:moveTo>
                  <a:lnTo>
                    <a:pt x="925" y="571"/>
                  </a:lnTo>
                  <a:lnTo>
                    <a:pt x="637" y="861"/>
                  </a:lnTo>
                  <a:lnTo>
                    <a:pt x="125" y="349"/>
                  </a:lnTo>
                  <a:lnTo>
                    <a:pt x="467" y="105"/>
                  </a:lnTo>
                  <a:close/>
                  <a:moveTo>
                    <a:pt x="474" y="0"/>
                  </a:moveTo>
                  <a:lnTo>
                    <a:pt x="1" y="342"/>
                  </a:lnTo>
                  <a:lnTo>
                    <a:pt x="637" y="971"/>
                  </a:lnTo>
                  <a:lnTo>
                    <a:pt x="1037" y="571"/>
                  </a:lnTo>
                  <a:lnTo>
                    <a:pt x="474"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16"/>
            <p:cNvSpPr/>
            <p:nvPr/>
          </p:nvSpPr>
          <p:spPr>
            <a:xfrm>
              <a:off x="5752054" y="3445250"/>
              <a:ext cx="117351" cy="110191"/>
            </a:xfrm>
            <a:custGeom>
              <a:avLst/>
              <a:gdLst/>
              <a:ahLst/>
              <a:cxnLst/>
              <a:rect l="l" t="t" r="r" b="b"/>
              <a:pathLst>
                <a:path w="1098" h="1031" extrusionOk="0">
                  <a:moveTo>
                    <a:pt x="468" y="103"/>
                  </a:moveTo>
                  <a:lnTo>
                    <a:pt x="986" y="630"/>
                  </a:lnTo>
                  <a:lnTo>
                    <a:pt x="698" y="920"/>
                  </a:lnTo>
                  <a:lnTo>
                    <a:pt x="127" y="356"/>
                  </a:lnTo>
                  <a:lnTo>
                    <a:pt x="468" y="103"/>
                  </a:lnTo>
                  <a:close/>
                  <a:moveTo>
                    <a:pt x="475" y="0"/>
                  </a:moveTo>
                  <a:lnTo>
                    <a:pt x="0" y="342"/>
                  </a:lnTo>
                  <a:lnTo>
                    <a:pt x="698" y="1030"/>
                  </a:lnTo>
                  <a:lnTo>
                    <a:pt x="1098" y="630"/>
                  </a:lnTo>
                  <a:lnTo>
                    <a:pt x="475"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16"/>
            <p:cNvSpPr/>
            <p:nvPr/>
          </p:nvSpPr>
          <p:spPr>
            <a:xfrm>
              <a:off x="5796302" y="3443754"/>
              <a:ext cx="74600" cy="74387"/>
            </a:xfrm>
            <a:custGeom>
              <a:avLst/>
              <a:gdLst/>
              <a:ahLst/>
              <a:cxnLst/>
              <a:rect l="l" t="t" r="r" b="b"/>
              <a:pathLst>
                <a:path w="698" h="696" extrusionOk="0">
                  <a:moveTo>
                    <a:pt x="68" y="0"/>
                  </a:moveTo>
                  <a:lnTo>
                    <a:pt x="1" y="66"/>
                  </a:lnTo>
                  <a:lnTo>
                    <a:pt x="632" y="695"/>
                  </a:lnTo>
                  <a:lnTo>
                    <a:pt x="698" y="630"/>
                  </a:lnTo>
                  <a:lnTo>
                    <a:pt x="68"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16"/>
            <p:cNvSpPr/>
            <p:nvPr/>
          </p:nvSpPr>
          <p:spPr>
            <a:xfrm>
              <a:off x="6013369" y="3311439"/>
              <a:ext cx="88174" cy="87853"/>
            </a:xfrm>
            <a:custGeom>
              <a:avLst/>
              <a:gdLst/>
              <a:ahLst/>
              <a:cxnLst/>
              <a:rect l="l" t="t" r="r" b="b"/>
              <a:pathLst>
                <a:path w="825" h="822" extrusionOk="0">
                  <a:moveTo>
                    <a:pt x="424" y="111"/>
                  </a:moveTo>
                  <a:lnTo>
                    <a:pt x="705" y="401"/>
                  </a:lnTo>
                  <a:lnTo>
                    <a:pt x="401" y="712"/>
                  </a:lnTo>
                  <a:lnTo>
                    <a:pt x="113" y="422"/>
                  </a:lnTo>
                  <a:lnTo>
                    <a:pt x="424" y="111"/>
                  </a:lnTo>
                  <a:close/>
                  <a:moveTo>
                    <a:pt x="424" y="0"/>
                  </a:moveTo>
                  <a:lnTo>
                    <a:pt x="1" y="422"/>
                  </a:lnTo>
                  <a:lnTo>
                    <a:pt x="401" y="822"/>
                  </a:lnTo>
                  <a:lnTo>
                    <a:pt x="824" y="401"/>
                  </a:lnTo>
                  <a:lnTo>
                    <a:pt x="424"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16"/>
            <p:cNvSpPr/>
            <p:nvPr/>
          </p:nvSpPr>
          <p:spPr>
            <a:xfrm>
              <a:off x="5976176" y="3350236"/>
              <a:ext cx="85609" cy="93625"/>
            </a:xfrm>
            <a:custGeom>
              <a:avLst/>
              <a:gdLst/>
              <a:ahLst/>
              <a:cxnLst/>
              <a:rect l="l" t="t" r="r" b="b"/>
              <a:pathLst>
                <a:path w="801" h="876" extrusionOk="0">
                  <a:moveTo>
                    <a:pt x="407" y="112"/>
                  </a:moveTo>
                  <a:lnTo>
                    <a:pt x="697" y="407"/>
                  </a:lnTo>
                  <a:lnTo>
                    <a:pt x="452" y="749"/>
                  </a:lnTo>
                  <a:lnTo>
                    <a:pt x="112" y="407"/>
                  </a:lnTo>
                  <a:lnTo>
                    <a:pt x="407" y="112"/>
                  </a:lnTo>
                  <a:close/>
                  <a:moveTo>
                    <a:pt x="407" y="0"/>
                  </a:moveTo>
                  <a:lnTo>
                    <a:pt x="0" y="407"/>
                  </a:lnTo>
                  <a:lnTo>
                    <a:pt x="461" y="875"/>
                  </a:lnTo>
                  <a:lnTo>
                    <a:pt x="800" y="400"/>
                  </a:lnTo>
                  <a:lnTo>
                    <a:pt x="407"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16"/>
            <p:cNvSpPr/>
            <p:nvPr/>
          </p:nvSpPr>
          <p:spPr>
            <a:xfrm>
              <a:off x="5937380" y="3388925"/>
              <a:ext cx="91915" cy="99182"/>
            </a:xfrm>
            <a:custGeom>
              <a:avLst/>
              <a:gdLst/>
              <a:ahLst/>
              <a:cxnLst/>
              <a:rect l="l" t="t" r="r" b="b"/>
              <a:pathLst>
                <a:path w="860" h="928" extrusionOk="0">
                  <a:moveTo>
                    <a:pt x="408" y="113"/>
                  </a:moveTo>
                  <a:lnTo>
                    <a:pt x="756" y="469"/>
                  </a:lnTo>
                  <a:lnTo>
                    <a:pt x="504" y="808"/>
                  </a:lnTo>
                  <a:lnTo>
                    <a:pt x="112" y="408"/>
                  </a:lnTo>
                  <a:lnTo>
                    <a:pt x="408" y="113"/>
                  </a:lnTo>
                  <a:close/>
                  <a:moveTo>
                    <a:pt x="408" y="1"/>
                  </a:moveTo>
                  <a:lnTo>
                    <a:pt x="0" y="408"/>
                  </a:lnTo>
                  <a:lnTo>
                    <a:pt x="520" y="927"/>
                  </a:lnTo>
                  <a:lnTo>
                    <a:pt x="859" y="453"/>
                  </a:lnTo>
                  <a:lnTo>
                    <a:pt x="408"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16"/>
            <p:cNvSpPr/>
            <p:nvPr/>
          </p:nvSpPr>
          <p:spPr>
            <a:xfrm>
              <a:off x="5974573" y="3388177"/>
              <a:ext cx="56431" cy="56431"/>
            </a:xfrm>
            <a:custGeom>
              <a:avLst/>
              <a:gdLst/>
              <a:ahLst/>
              <a:cxnLst/>
              <a:rect l="l" t="t" r="r" b="b"/>
              <a:pathLst>
                <a:path w="528" h="528" extrusionOk="0">
                  <a:moveTo>
                    <a:pt x="67" y="1"/>
                  </a:moveTo>
                  <a:lnTo>
                    <a:pt x="1" y="68"/>
                  </a:lnTo>
                  <a:lnTo>
                    <a:pt x="460" y="527"/>
                  </a:lnTo>
                  <a:lnTo>
                    <a:pt x="527" y="453"/>
                  </a:lnTo>
                  <a:lnTo>
                    <a:pt x="67"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6"/>
            <p:cNvSpPr/>
            <p:nvPr/>
          </p:nvSpPr>
          <p:spPr>
            <a:xfrm>
              <a:off x="5897087" y="3427722"/>
              <a:ext cx="98969" cy="106343"/>
            </a:xfrm>
            <a:custGeom>
              <a:avLst/>
              <a:gdLst/>
              <a:ahLst/>
              <a:cxnLst/>
              <a:rect l="l" t="t" r="r" b="b"/>
              <a:pathLst>
                <a:path w="926" h="995" extrusionOk="0">
                  <a:moveTo>
                    <a:pt x="422" y="113"/>
                  </a:moveTo>
                  <a:lnTo>
                    <a:pt x="822" y="520"/>
                  </a:lnTo>
                  <a:lnTo>
                    <a:pt x="569" y="876"/>
                  </a:lnTo>
                  <a:lnTo>
                    <a:pt x="111" y="424"/>
                  </a:lnTo>
                  <a:lnTo>
                    <a:pt x="422" y="113"/>
                  </a:lnTo>
                  <a:close/>
                  <a:moveTo>
                    <a:pt x="422" y="1"/>
                  </a:moveTo>
                  <a:lnTo>
                    <a:pt x="0" y="424"/>
                  </a:lnTo>
                  <a:lnTo>
                    <a:pt x="578" y="995"/>
                  </a:lnTo>
                  <a:lnTo>
                    <a:pt x="925" y="513"/>
                  </a:lnTo>
                  <a:lnTo>
                    <a:pt x="422"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6"/>
            <p:cNvSpPr/>
            <p:nvPr/>
          </p:nvSpPr>
          <p:spPr>
            <a:xfrm>
              <a:off x="5859787" y="3466733"/>
              <a:ext cx="103885" cy="111687"/>
            </a:xfrm>
            <a:custGeom>
              <a:avLst/>
              <a:gdLst/>
              <a:ahLst/>
              <a:cxnLst/>
              <a:rect l="l" t="t" r="r" b="b"/>
              <a:pathLst>
                <a:path w="972" h="1045" extrusionOk="0">
                  <a:moveTo>
                    <a:pt x="408" y="111"/>
                  </a:moveTo>
                  <a:lnTo>
                    <a:pt x="867" y="578"/>
                  </a:lnTo>
                  <a:lnTo>
                    <a:pt x="623" y="918"/>
                  </a:lnTo>
                  <a:lnTo>
                    <a:pt x="111" y="408"/>
                  </a:lnTo>
                  <a:lnTo>
                    <a:pt x="408" y="111"/>
                  </a:lnTo>
                  <a:close/>
                  <a:moveTo>
                    <a:pt x="408" y="0"/>
                  </a:moveTo>
                  <a:lnTo>
                    <a:pt x="1" y="408"/>
                  </a:lnTo>
                  <a:lnTo>
                    <a:pt x="630" y="1044"/>
                  </a:lnTo>
                  <a:lnTo>
                    <a:pt x="972" y="569"/>
                  </a:lnTo>
                  <a:lnTo>
                    <a:pt x="408"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6"/>
            <p:cNvSpPr/>
            <p:nvPr/>
          </p:nvSpPr>
          <p:spPr>
            <a:xfrm>
              <a:off x="5821097" y="3505529"/>
              <a:ext cx="110084" cy="117138"/>
            </a:xfrm>
            <a:custGeom>
              <a:avLst/>
              <a:gdLst/>
              <a:ahLst/>
              <a:cxnLst/>
              <a:rect l="l" t="t" r="r" b="b"/>
              <a:pathLst>
                <a:path w="1030" h="1096" extrusionOk="0">
                  <a:moveTo>
                    <a:pt x="407" y="110"/>
                  </a:moveTo>
                  <a:lnTo>
                    <a:pt x="925" y="637"/>
                  </a:lnTo>
                  <a:lnTo>
                    <a:pt x="681" y="978"/>
                  </a:lnTo>
                  <a:lnTo>
                    <a:pt x="110" y="407"/>
                  </a:lnTo>
                  <a:lnTo>
                    <a:pt x="407" y="110"/>
                  </a:lnTo>
                  <a:close/>
                  <a:moveTo>
                    <a:pt x="407" y="0"/>
                  </a:moveTo>
                  <a:lnTo>
                    <a:pt x="0" y="407"/>
                  </a:lnTo>
                  <a:lnTo>
                    <a:pt x="688" y="1096"/>
                  </a:lnTo>
                  <a:lnTo>
                    <a:pt x="1030" y="623"/>
                  </a:lnTo>
                  <a:lnTo>
                    <a:pt x="407"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16"/>
            <p:cNvSpPr/>
            <p:nvPr/>
          </p:nvSpPr>
          <p:spPr>
            <a:xfrm>
              <a:off x="5858077" y="3504674"/>
              <a:ext cx="74600" cy="74494"/>
            </a:xfrm>
            <a:custGeom>
              <a:avLst/>
              <a:gdLst/>
              <a:ahLst/>
              <a:cxnLst/>
              <a:rect l="l" t="t" r="r" b="b"/>
              <a:pathLst>
                <a:path w="698" h="697" extrusionOk="0">
                  <a:moveTo>
                    <a:pt x="68" y="1"/>
                  </a:moveTo>
                  <a:lnTo>
                    <a:pt x="1" y="67"/>
                  </a:lnTo>
                  <a:lnTo>
                    <a:pt x="632" y="696"/>
                  </a:lnTo>
                  <a:lnTo>
                    <a:pt x="698" y="623"/>
                  </a:lnTo>
                  <a:lnTo>
                    <a:pt x="68"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326"/>
        <p:cNvGrpSpPr/>
        <p:nvPr/>
      </p:nvGrpSpPr>
      <p:grpSpPr>
        <a:xfrm>
          <a:off x="0" y="0"/>
          <a:ext cx="0" cy="0"/>
          <a:chOff x="0" y="0"/>
          <a:chExt cx="0" cy="0"/>
        </a:xfrm>
      </p:grpSpPr>
      <p:sp>
        <p:nvSpPr>
          <p:cNvPr id="2327" name="Google Shape;2327;p32"/>
          <p:cNvSpPr/>
          <p:nvPr/>
        </p:nvSpPr>
        <p:spPr>
          <a:xfrm>
            <a:off x="7233675" y="4938650"/>
            <a:ext cx="2030700" cy="461700"/>
          </a:xfrm>
          <a:prstGeom prst="round2DiagRect">
            <a:avLst>
              <a:gd name="adj1" fmla="val 16667"/>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28" name="Google Shape;2328;p32"/>
          <p:cNvGrpSpPr/>
          <p:nvPr/>
        </p:nvGrpSpPr>
        <p:grpSpPr>
          <a:xfrm>
            <a:off x="4382899" y="4938638"/>
            <a:ext cx="2749703" cy="122913"/>
            <a:chOff x="5024149" y="4918613"/>
            <a:chExt cx="2749703" cy="122913"/>
          </a:xfrm>
        </p:grpSpPr>
        <p:sp>
          <p:nvSpPr>
            <p:cNvPr id="2329" name="Google Shape;2329;p32"/>
            <p:cNvSpPr/>
            <p:nvPr/>
          </p:nvSpPr>
          <p:spPr>
            <a:xfrm>
              <a:off x="5121294" y="4919510"/>
              <a:ext cx="27619" cy="26802"/>
            </a:xfrm>
            <a:custGeom>
              <a:avLst/>
              <a:gdLst/>
              <a:ahLst/>
              <a:cxnLst/>
              <a:rect l="l" t="t" r="r" b="b"/>
              <a:pathLst>
                <a:path w="1324" h="1285" extrusionOk="0">
                  <a:moveTo>
                    <a:pt x="690" y="1"/>
                  </a:moveTo>
                  <a:cubicBezTo>
                    <a:pt x="379" y="1"/>
                    <a:pt x="134" y="175"/>
                    <a:pt x="0" y="460"/>
                  </a:cubicBezTo>
                  <a:cubicBezTo>
                    <a:pt x="0" y="643"/>
                    <a:pt x="183" y="1031"/>
                    <a:pt x="297" y="1213"/>
                  </a:cubicBezTo>
                  <a:cubicBezTo>
                    <a:pt x="418" y="1262"/>
                    <a:pt x="528" y="1284"/>
                    <a:pt x="629" y="1284"/>
                  </a:cubicBezTo>
                  <a:cubicBezTo>
                    <a:pt x="909" y="1284"/>
                    <a:pt x="1123" y="1110"/>
                    <a:pt x="1324" y="825"/>
                  </a:cubicBezTo>
                  <a:cubicBezTo>
                    <a:pt x="1233" y="551"/>
                    <a:pt x="1141" y="163"/>
                    <a:pt x="1050" y="72"/>
                  </a:cubicBezTo>
                  <a:cubicBezTo>
                    <a:pt x="923" y="24"/>
                    <a:pt x="802" y="1"/>
                    <a:pt x="6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32"/>
            <p:cNvSpPr/>
            <p:nvPr/>
          </p:nvSpPr>
          <p:spPr>
            <a:xfrm>
              <a:off x="5307928" y="4919510"/>
              <a:ext cx="27639" cy="26802"/>
            </a:xfrm>
            <a:custGeom>
              <a:avLst/>
              <a:gdLst/>
              <a:ahLst/>
              <a:cxnLst/>
              <a:rect l="l" t="t" r="r" b="b"/>
              <a:pathLst>
                <a:path w="1325" h="1285" extrusionOk="0">
                  <a:moveTo>
                    <a:pt x="731" y="1"/>
                  </a:moveTo>
                  <a:cubicBezTo>
                    <a:pt x="435" y="1"/>
                    <a:pt x="159" y="175"/>
                    <a:pt x="92" y="460"/>
                  </a:cubicBezTo>
                  <a:cubicBezTo>
                    <a:pt x="1" y="643"/>
                    <a:pt x="183" y="1031"/>
                    <a:pt x="366" y="1213"/>
                  </a:cubicBezTo>
                  <a:cubicBezTo>
                    <a:pt x="469" y="1262"/>
                    <a:pt x="572" y="1284"/>
                    <a:pt x="671" y="1284"/>
                  </a:cubicBezTo>
                  <a:cubicBezTo>
                    <a:pt x="945" y="1284"/>
                    <a:pt x="1190" y="1110"/>
                    <a:pt x="1324" y="825"/>
                  </a:cubicBezTo>
                  <a:cubicBezTo>
                    <a:pt x="1233" y="551"/>
                    <a:pt x="1233" y="163"/>
                    <a:pt x="1051" y="72"/>
                  </a:cubicBezTo>
                  <a:cubicBezTo>
                    <a:pt x="948" y="24"/>
                    <a:pt x="838" y="1"/>
                    <a:pt x="7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32"/>
            <p:cNvSpPr/>
            <p:nvPr/>
          </p:nvSpPr>
          <p:spPr>
            <a:xfrm>
              <a:off x="5496482" y="4919823"/>
              <a:ext cx="25720" cy="27365"/>
            </a:xfrm>
            <a:custGeom>
              <a:avLst/>
              <a:gdLst/>
              <a:ahLst/>
              <a:cxnLst/>
              <a:rect l="l" t="t" r="r" b="b"/>
              <a:pathLst>
                <a:path w="1233" h="1312" extrusionOk="0">
                  <a:moveTo>
                    <a:pt x="656" y="0"/>
                  </a:moveTo>
                  <a:cubicBezTo>
                    <a:pt x="565" y="0"/>
                    <a:pt x="467" y="18"/>
                    <a:pt x="366" y="57"/>
                  </a:cubicBezTo>
                  <a:cubicBezTo>
                    <a:pt x="183" y="57"/>
                    <a:pt x="92" y="445"/>
                    <a:pt x="0" y="628"/>
                  </a:cubicBezTo>
                  <a:cubicBezTo>
                    <a:pt x="77" y="1106"/>
                    <a:pt x="346" y="1312"/>
                    <a:pt x="660" y="1312"/>
                  </a:cubicBezTo>
                  <a:cubicBezTo>
                    <a:pt x="720" y="1312"/>
                    <a:pt x="782" y="1304"/>
                    <a:pt x="845" y="1290"/>
                  </a:cubicBezTo>
                  <a:cubicBezTo>
                    <a:pt x="1028" y="1198"/>
                    <a:pt x="1233" y="810"/>
                    <a:pt x="1233" y="628"/>
                  </a:cubicBezTo>
                  <a:cubicBezTo>
                    <a:pt x="1233" y="250"/>
                    <a:pt x="992" y="0"/>
                    <a:pt x="6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32"/>
            <p:cNvSpPr/>
            <p:nvPr/>
          </p:nvSpPr>
          <p:spPr>
            <a:xfrm>
              <a:off x="5680738" y="4920490"/>
              <a:ext cx="33835" cy="26239"/>
            </a:xfrm>
            <a:custGeom>
              <a:avLst/>
              <a:gdLst/>
              <a:ahLst/>
              <a:cxnLst/>
              <a:rect l="l" t="t" r="r" b="b"/>
              <a:pathLst>
                <a:path w="1622" h="1258" extrusionOk="0">
                  <a:moveTo>
                    <a:pt x="743" y="1"/>
                  </a:moveTo>
                  <a:cubicBezTo>
                    <a:pt x="538" y="1"/>
                    <a:pt x="277" y="154"/>
                    <a:pt x="183" y="322"/>
                  </a:cubicBezTo>
                  <a:cubicBezTo>
                    <a:pt x="1" y="778"/>
                    <a:pt x="298" y="1166"/>
                    <a:pt x="754" y="1258"/>
                  </a:cubicBezTo>
                  <a:cubicBezTo>
                    <a:pt x="959" y="1166"/>
                    <a:pt x="1325" y="1075"/>
                    <a:pt x="1439" y="892"/>
                  </a:cubicBezTo>
                  <a:cubicBezTo>
                    <a:pt x="1621" y="413"/>
                    <a:pt x="1325" y="25"/>
                    <a:pt x="868" y="25"/>
                  </a:cubicBezTo>
                  <a:cubicBezTo>
                    <a:pt x="831" y="8"/>
                    <a:pt x="788" y="1"/>
                    <a:pt x="7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32"/>
            <p:cNvSpPr/>
            <p:nvPr/>
          </p:nvSpPr>
          <p:spPr>
            <a:xfrm>
              <a:off x="5871190" y="4919823"/>
              <a:ext cx="27639" cy="27365"/>
            </a:xfrm>
            <a:custGeom>
              <a:avLst/>
              <a:gdLst/>
              <a:ahLst/>
              <a:cxnLst/>
              <a:rect l="l" t="t" r="r" b="b"/>
              <a:pathLst>
                <a:path w="1325" h="1312" extrusionOk="0">
                  <a:moveTo>
                    <a:pt x="677" y="0"/>
                  </a:moveTo>
                  <a:cubicBezTo>
                    <a:pt x="587" y="0"/>
                    <a:pt x="491" y="18"/>
                    <a:pt x="389" y="57"/>
                  </a:cubicBezTo>
                  <a:cubicBezTo>
                    <a:pt x="184" y="57"/>
                    <a:pt x="92" y="445"/>
                    <a:pt x="1" y="628"/>
                  </a:cubicBezTo>
                  <a:cubicBezTo>
                    <a:pt x="77" y="1106"/>
                    <a:pt x="363" y="1312"/>
                    <a:pt x="682" y="1312"/>
                  </a:cubicBezTo>
                  <a:cubicBezTo>
                    <a:pt x="743" y="1312"/>
                    <a:pt x="806" y="1304"/>
                    <a:pt x="868" y="1290"/>
                  </a:cubicBezTo>
                  <a:cubicBezTo>
                    <a:pt x="1051" y="1198"/>
                    <a:pt x="1325" y="810"/>
                    <a:pt x="1233" y="628"/>
                  </a:cubicBezTo>
                  <a:cubicBezTo>
                    <a:pt x="1233" y="250"/>
                    <a:pt x="1007" y="0"/>
                    <a:pt x="6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32"/>
            <p:cNvSpPr/>
            <p:nvPr/>
          </p:nvSpPr>
          <p:spPr>
            <a:xfrm>
              <a:off x="6055947" y="4920490"/>
              <a:ext cx="33334" cy="26239"/>
            </a:xfrm>
            <a:custGeom>
              <a:avLst/>
              <a:gdLst/>
              <a:ahLst/>
              <a:cxnLst/>
              <a:rect l="l" t="t" r="r" b="b"/>
              <a:pathLst>
                <a:path w="1598" h="1258" extrusionOk="0">
                  <a:moveTo>
                    <a:pt x="728" y="1"/>
                  </a:moveTo>
                  <a:cubicBezTo>
                    <a:pt x="531" y="1"/>
                    <a:pt x="257" y="154"/>
                    <a:pt x="183" y="322"/>
                  </a:cubicBezTo>
                  <a:cubicBezTo>
                    <a:pt x="0" y="778"/>
                    <a:pt x="274" y="1166"/>
                    <a:pt x="753" y="1258"/>
                  </a:cubicBezTo>
                  <a:cubicBezTo>
                    <a:pt x="936" y="1166"/>
                    <a:pt x="1324" y="1075"/>
                    <a:pt x="1415" y="892"/>
                  </a:cubicBezTo>
                  <a:cubicBezTo>
                    <a:pt x="1598" y="413"/>
                    <a:pt x="1324" y="25"/>
                    <a:pt x="845" y="25"/>
                  </a:cubicBezTo>
                  <a:cubicBezTo>
                    <a:pt x="811" y="8"/>
                    <a:pt x="771" y="1"/>
                    <a:pt x="7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32"/>
            <p:cNvSpPr/>
            <p:nvPr/>
          </p:nvSpPr>
          <p:spPr>
            <a:xfrm>
              <a:off x="6244021" y="4919093"/>
              <a:ext cx="31916" cy="27636"/>
            </a:xfrm>
            <a:custGeom>
              <a:avLst/>
              <a:gdLst/>
              <a:ahLst/>
              <a:cxnLst/>
              <a:rect l="l" t="t" r="r" b="b"/>
              <a:pathLst>
                <a:path w="1530" h="1325" extrusionOk="0">
                  <a:moveTo>
                    <a:pt x="571" y="1"/>
                  </a:moveTo>
                  <a:cubicBezTo>
                    <a:pt x="206" y="183"/>
                    <a:pt x="0" y="571"/>
                    <a:pt x="206" y="959"/>
                  </a:cubicBezTo>
                  <a:cubicBezTo>
                    <a:pt x="297" y="1142"/>
                    <a:pt x="685" y="1325"/>
                    <a:pt x="867" y="1325"/>
                  </a:cubicBezTo>
                  <a:cubicBezTo>
                    <a:pt x="1347" y="1142"/>
                    <a:pt x="1529" y="754"/>
                    <a:pt x="1256" y="389"/>
                  </a:cubicBezTo>
                  <a:cubicBezTo>
                    <a:pt x="1141" y="183"/>
                    <a:pt x="867" y="92"/>
                    <a:pt x="5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32"/>
            <p:cNvSpPr/>
            <p:nvPr/>
          </p:nvSpPr>
          <p:spPr>
            <a:xfrm>
              <a:off x="6434473" y="4919823"/>
              <a:ext cx="26200" cy="27365"/>
            </a:xfrm>
            <a:custGeom>
              <a:avLst/>
              <a:gdLst/>
              <a:ahLst/>
              <a:cxnLst/>
              <a:rect l="l" t="t" r="r" b="b"/>
              <a:pathLst>
                <a:path w="1256" h="1312" extrusionOk="0">
                  <a:moveTo>
                    <a:pt x="679" y="0"/>
                  </a:moveTo>
                  <a:cubicBezTo>
                    <a:pt x="588" y="0"/>
                    <a:pt x="490" y="18"/>
                    <a:pt x="388" y="57"/>
                  </a:cubicBezTo>
                  <a:cubicBezTo>
                    <a:pt x="206" y="57"/>
                    <a:pt x="114" y="445"/>
                    <a:pt x="0" y="628"/>
                  </a:cubicBezTo>
                  <a:cubicBezTo>
                    <a:pt x="0" y="1106"/>
                    <a:pt x="273" y="1312"/>
                    <a:pt x="644" y="1312"/>
                  </a:cubicBezTo>
                  <a:cubicBezTo>
                    <a:pt x="715" y="1312"/>
                    <a:pt x="790" y="1304"/>
                    <a:pt x="868" y="1290"/>
                  </a:cubicBezTo>
                  <a:cubicBezTo>
                    <a:pt x="1050" y="1198"/>
                    <a:pt x="1256" y="810"/>
                    <a:pt x="1256" y="628"/>
                  </a:cubicBezTo>
                  <a:cubicBezTo>
                    <a:pt x="1256" y="250"/>
                    <a:pt x="1015" y="0"/>
                    <a:pt x="67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32"/>
            <p:cNvSpPr/>
            <p:nvPr/>
          </p:nvSpPr>
          <p:spPr>
            <a:xfrm>
              <a:off x="6621107" y="4919176"/>
              <a:ext cx="27640" cy="26406"/>
            </a:xfrm>
            <a:custGeom>
              <a:avLst/>
              <a:gdLst/>
              <a:ahLst/>
              <a:cxnLst/>
              <a:rect l="l" t="t" r="r" b="b"/>
              <a:pathLst>
                <a:path w="1325" h="1266" extrusionOk="0">
                  <a:moveTo>
                    <a:pt x="702" y="1"/>
                  </a:moveTo>
                  <a:cubicBezTo>
                    <a:pt x="577" y="1"/>
                    <a:pt x="440" y="31"/>
                    <a:pt x="298" y="88"/>
                  </a:cubicBezTo>
                  <a:cubicBezTo>
                    <a:pt x="183" y="179"/>
                    <a:pt x="1" y="567"/>
                    <a:pt x="1" y="750"/>
                  </a:cubicBezTo>
                  <a:cubicBezTo>
                    <a:pt x="125" y="1077"/>
                    <a:pt x="346" y="1266"/>
                    <a:pt x="596" y="1266"/>
                  </a:cubicBezTo>
                  <a:cubicBezTo>
                    <a:pt x="713" y="1266"/>
                    <a:pt x="836" y="1225"/>
                    <a:pt x="959" y="1138"/>
                  </a:cubicBezTo>
                  <a:cubicBezTo>
                    <a:pt x="1142" y="1047"/>
                    <a:pt x="1233" y="659"/>
                    <a:pt x="1325" y="476"/>
                  </a:cubicBezTo>
                  <a:cubicBezTo>
                    <a:pt x="1199" y="147"/>
                    <a:pt x="977" y="1"/>
                    <a:pt x="7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32"/>
            <p:cNvSpPr/>
            <p:nvPr/>
          </p:nvSpPr>
          <p:spPr>
            <a:xfrm>
              <a:off x="6807762" y="4919176"/>
              <a:ext cx="27640" cy="26406"/>
            </a:xfrm>
            <a:custGeom>
              <a:avLst/>
              <a:gdLst/>
              <a:ahLst/>
              <a:cxnLst/>
              <a:rect l="l" t="t" r="r" b="b"/>
              <a:pathLst>
                <a:path w="1325" h="1266" extrusionOk="0">
                  <a:moveTo>
                    <a:pt x="723" y="1"/>
                  </a:moveTo>
                  <a:cubicBezTo>
                    <a:pt x="608" y="1"/>
                    <a:pt x="487" y="31"/>
                    <a:pt x="366" y="88"/>
                  </a:cubicBezTo>
                  <a:cubicBezTo>
                    <a:pt x="183" y="179"/>
                    <a:pt x="0" y="567"/>
                    <a:pt x="92" y="750"/>
                  </a:cubicBezTo>
                  <a:cubicBezTo>
                    <a:pt x="154" y="1077"/>
                    <a:pt x="397" y="1266"/>
                    <a:pt x="668" y="1266"/>
                  </a:cubicBezTo>
                  <a:cubicBezTo>
                    <a:pt x="795" y="1266"/>
                    <a:pt x="927" y="1225"/>
                    <a:pt x="1050" y="1138"/>
                  </a:cubicBezTo>
                  <a:cubicBezTo>
                    <a:pt x="1233" y="1047"/>
                    <a:pt x="1233" y="659"/>
                    <a:pt x="1324" y="476"/>
                  </a:cubicBezTo>
                  <a:cubicBezTo>
                    <a:pt x="1199" y="147"/>
                    <a:pt x="976" y="1"/>
                    <a:pt x="7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32"/>
            <p:cNvSpPr/>
            <p:nvPr/>
          </p:nvSpPr>
          <p:spPr>
            <a:xfrm>
              <a:off x="6998214" y="4918613"/>
              <a:ext cx="25720" cy="27407"/>
            </a:xfrm>
            <a:custGeom>
              <a:avLst/>
              <a:gdLst/>
              <a:ahLst/>
              <a:cxnLst/>
              <a:rect l="l" t="t" r="r" b="b"/>
              <a:pathLst>
                <a:path w="1233" h="1314" extrusionOk="0">
                  <a:moveTo>
                    <a:pt x="617" y="1"/>
                  </a:moveTo>
                  <a:cubicBezTo>
                    <a:pt x="255" y="1"/>
                    <a:pt x="0" y="194"/>
                    <a:pt x="0" y="594"/>
                  </a:cubicBezTo>
                  <a:cubicBezTo>
                    <a:pt x="0" y="777"/>
                    <a:pt x="183" y="1256"/>
                    <a:pt x="366" y="1256"/>
                  </a:cubicBezTo>
                  <a:cubicBezTo>
                    <a:pt x="448" y="1295"/>
                    <a:pt x="530" y="1313"/>
                    <a:pt x="610" y="1313"/>
                  </a:cubicBezTo>
                  <a:cubicBezTo>
                    <a:pt x="905" y="1313"/>
                    <a:pt x="1161" y="1063"/>
                    <a:pt x="1233" y="686"/>
                  </a:cubicBezTo>
                  <a:cubicBezTo>
                    <a:pt x="1142" y="503"/>
                    <a:pt x="1050" y="115"/>
                    <a:pt x="845" y="24"/>
                  </a:cubicBezTo>
                  <a:cubicBezTo>
                    <a:pt x="766" y="9"/>
                    <a:pt x="689" y="1"/>
                    <a:pt x="6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32"/>
            <p:cNvSpPr/>
            <p:nvPr/>
          </p:nvSpPr>
          <p:spPr>
            <a:xfrm>
              <a:off x="7182470" y="4920490"/>
              <a:ext cx="31937" cy="26239"/>
            </a:xfrm>
            <a:custGeom>
              <a:avLst/>
              <a:gdLst/>
              <a:ahLst/>
              <a:cxnLst/>
              <a:rect l="l" t="t" r="r" b="b"/>
              <a:pathLst>
                <a:path w="1531" h="1258" extrusionOk="0">
                  <a:moveTo>
                    <a:pt x="651" y="1"/>
                  </a:moveTo>
                  <a:cubicBezTo>
                    <a:pt x="447" y="1"/>
                    <a:pt x="185" y="154"/>
                    <a:pt x="92" y="322"/>
                  </a:cubicBezTo>
                  <a:cubicBezTo>
                    <a:pt x="1" y="778"/>
                    <a:pt x="206" y="1166"/>
                    <a:pt x="663" y="1258"/>
                  </a:cubicBezTo>
                  <a:cubicBezTo>
                    <a:pt x="959" y="1166"/>
                    <a:pt x="1348" y="1075"/>
                    <a:pt x="1348" y="892"/>
                  </a:cubicBezTo>
                  <a:cubicBezTo>
                    <a:pt x="1530" y="413"/>
                    <a:pt x="1233" y="25"/>
                    <a:pt x="777" y="25"/>
                  </a:cubicBezTo>
                  <a:cubicBezTo>
                    <a:pt x="740" y="8"/>
                    <a:pt x="697" y="1"/>
                    <a:pt x="6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32"/>
            <p:cNvSpPr/>
            <p:nvPr/>
          </p:nvSpPr>
          <p:spPr>
            <a:xfrm>
              <a:off x="7372922" y="4918613"/>
              <a:ext cx="25741" cy="27407"/>
            </a:xfrm>
            <a:custGeom>
              <a:avLst/>
              <a:gdLst/>
              <a:ahLst/>
              <a:cxnLst/>
              <a:rect l="l" t="t" r="r" b="b"/>
              <a:pathLst>
                <a:path w="1234" h="1314" extrusionOk="0">
                  <a:moveTo>
                    <a:pt x="671" y="1"/>
                  </a:moveTo>
                  <a:cubicBezTo>
                    <a:pt x="335" y="1"/>
                    <a:pt x="1" y="194"/>
                    <a:pt x="1" y="594"/>
                  </a:cubicBezTo>
                  <a:cubicBezTo>
                    <a:pt x="1" y="777"/>
                    <a:pt x="206" y="1256"/>
                    <a:pt x="389" y="1256"/>
                  </a:cubicBezTo>
                  <a:cubicBezTo>
                    <a:pt x="471" y="1295"/>
                    <a:pt x="553" y="1313"/>
                    <a:pt x="631" y="1313"/>
                  </a:cubicBezTo>
                  <a:cubicBezTo>
                    <a:pt x="920" y="1313"/>
                    <a:pt x="1162" y="1063"/>
                    <a:pt x="1234" y="686"/>
                  </a:cubicBezTo>
                  <a:cubicBezTo>
                    <a:pt x="1142" y="503"/>
                    <a:pt x="1051" y="115"/>
                    <a:pt x="868" y="24"/>
                  </a:cubicBezTo>
                  <a:cubicBezTo>
                    <a:pt x="804" y="9"/>
                    <a:pt x="737" y="1"/>
                    <a:pt x="6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32"/>
            <p:cNvSpPr/>
            <p:nvPr/>
          </p:nvSpPr>
          <p:spPr>
            <a:xfrm>
              <a:off x="7559578" y="4918613"/>
              <a:ext cx="27640" cy="27407"/>
            </a:xfrm>
            <a:custGeom>
              <a:avLst/>
              <a:gdLst/>
              <a:ahLst/>
              <a:cxnLst/>
              <a:rect l="l" t="t" r="r" b="b"/>
              <a:pathLst>
                <a:path w="1325" h="1314" extrusionOk="0">
                  <a:moveTo>
                    <a:pt x="730" y="1"/>
                  </a:moveTo>
                  <a:cubicBezTo>
                    <a:pt x="359" y="1"/>
                    <a:pt x="77" y="194"/>
                    <a:pt x="0" y="594"/>
                  </a:cubicBezTo>
                  <a:cubicBezTo>
                    <a:pt x="0" y="777"/>
                    <a:pt x="183" y="1256"/>
                    <a:pt x="388" y="1256"/>
                  </a:cubicBezTo>
                  <a:cubicBezTo>
                    <a:pt x="485" y="1295"/>
                    <a:pt x="575" y="1313"/>
                    <a:pt x="658" y="1313"/>
                  </a:cubicBezTo>
                  <a:cubicBezTo>
                    <a:pt x="966" y="1313"/>
                    <a:pt x="1181" y="1063"/>
                    <a:pt x="1324" y="686"/>
                  </a:cubicBezTo>
                  <a:cubicBezTo>
                    <a:pt x="1233" y="503"/>
                    <a:pt x="1142" y="115"/>
                    <a:pt x="959" y="24"/>
                  </a:cubicBezTo>
                  <a:cubicBezTo>
                    <a:pt x="880" y="9"/>
                    <a:pt x="803" y="1"/>
                    <a:pt x="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32"/>
            <p:cNvSpPr/>
            <p:nvPr/>
          </p:nvSpPr>
          <p:spPr>
            <a:xfrm>
              <a:off x="7748131" y="4918634"/>
              <a:ext cx="25720" cy="27386"/>
            </a:xfrm>
            <a:custGeom>
              <a:avLst/>
              <a:gdLst/>
              <a:ahLst/>
              <a:cxnLst/>
              <a:rect l="l" t="t" r="r" b="b"/>
              <a:pathLst>
                <a:path w="1233" h="1313" extrusionOk="0">
                  <a:moveTo>
                    <a:pt x="552" y="0"/>
                  </a:moveTo>
                  <a:cubicBezTo>
                    <a:pt x="491" y="0"/>
                    <a:pt x="428" y="8"/>
                    <a:pt x="365" y="23"/>
                  </a:cubicBezTo>
                  <a:cubicBezTo>
                    <a:pt x="183" y="114"/>
                    <a:pt x="0" y="502"/>
                    <a:pt x="0" y="685"/>
                  </a:cubicBezTo>
                  <a:cubicBezTo>
                    <a:pt x="0" y="1062"/>
                    <a:pt x="227" y="1312"/>
                    <a:pt x="557" y="1312"/>
                  </a:cubicBezTo>
                  <a:cubicBezTo>
                    <a:pt x="646" y="1312"/>
                    <a:pt x="743" y="1294"/>
                    <a:pt x="845" y="1255"/>
                  </a:cubicBezTo>
                  <a:cubicBezTo>
                    <a:pt x="1050" y="1255"/>
                    <a:pt x="1142" y="867"/>
                    <a:pt x="1233" y="685"/>
                  </a:cubicBezTo>
                  <a:cubicBezTo>
                    <a:pt x="1156" y="206"/>
                    <a:pt x="871" y="0"/>
                    <a:pt x="5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32"/>
            <p:cNvSpPr/>
            <p:nvPr/>
          </p:nvSpPr>
          <p:spPr>
            <a:xfrm>
              <a:off x="5024149" y="5012054"/>
              <a:ext cx="31916" cy="28992"/>
            </a:xfrm>
            <a:custGeom>
              <a:avLst/>
              <a:gdLst/>
              <a:ahLst/>
              <a:cxnLst/>
              <a:rect l="l" t="t" r="r" b="b"/>
              <a:pathLst>
                <a:path w="1530" h="1390" extrusionOk="0">
                  <a:moveTo>
                    <a:pt x="927" y="0"/>
                  </a:moveTo>
                  <a:cubicBezTo>
                    <a:pt x="872" y="0"/>
                    <a:pt x="815" y="6"/>
                    <a:pt x="754" y="17"/>
                  </a:cubicBezTo>
                  <a:cubicBezTo>
                    <a:pt x="571" y="17"/>
                    <a:pt x="183" y="200"/>
                    <a:pt x="92" y="383"/>
                  </a:cubicBezTo>
                  <a:cubicBezTo>
                    <a:pt x="1" y="771"/>
                    <a:pt x="183" y="1250"/>
                    <a:pt x="571" y="1341"/>
                  </a:cubicBezTo>
                  <a:cubicBezTo>
                    <a:pt x="676" y="1375"/>
                    <a:pt x="767" y="1390"/>
                    <a:pt x="848" y="1390"/>
                  </a:cubicBezTo>
                  <a:cubicBezTo>
                    <a:pt x="1209" y="1390"/>
                    <a:pt x="1362" y="1088"/>
                    <a:pt x="1530" y="771"/>
                  </a:cubicBezTo>
                  <a:cubicBezTo>
                    <a:pt x="1530" y="272"/>
                    <a:pt x="1304" y="0"/>
                    <a:pt x="9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32"/>
            <p:cNvSpPr/>
            <p:nvPr/>
          </p:nvSpPr>
          <p:spPr>
            <a:xfrm>
              <a:off x="5212953" y="5012034"/>
              <a:ext cx="33585" cy="29451"/>
            </a:xfrm>
            <a:custGeom>
              <a:avLst/>
              <a:gdLst/>
              <a:ahLst/>
              <a:cxnLst/>
              <a:rect l="l" t="t" r="r" b="b"/>
              <a:pathLst>
                <a:path w="1610" h="1412" extrusionOk="0">
                  <a:moveTo>
                    <a:pt x="628" y="1"/>
                  </a:moveTo>
                  <a:cubicBezTo>
                    <a:pt x="198" y="1"/>
                    <a:pt x="0" y="263"/>
                    <a:pt x="80" y="680"/>
                  </a:cubicBezTo>
                  <a:cubicBezTo>
                    <a:pt x="80" y="954"/>
                    <a:pt x="262" y="1342"/>
                    <a:pt x="468" y="1342"/>
                  </a:cubicBezTo>
                  <a:cubicBezTo>
                    <a:pt x="561" y="1389"/>
                    <a:pt x="662" y="1412"/>
                    <a:pt x="763" y="1412"/>
                  </a:cubicBezTo>
                  <a:cubicBezTo>
                    <a:pt x="1053" y="1412"/>
                    <a:pt x="1336" y="1219"/>
                    <a:pt x="1404" y="863"/>
                  </a:cubicBezTo>
                  <a:cubicBezTo>
                    <a:pt x="1609" y="384"/>
                    <a:pt x="1221" y="110"/>
                    <a:pt x="833" y="18"/>
                  </a:cubicBezTo>
                  <a:cubicBezTo>
                    <a:pt x="760" y="7"/>
                    <a:pt x="691" y="1"/>
                    <a:pt x="6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32"/>
            <p:cNvSpPr/>
            <p:nvPr/>
          </p:nvSpPr>
          <p:spPr>
            <a:xfrm>
              <a:off x="5398878" y="5011241"/>
              <a:ext cx="31916" cy="29159"/>
            </a:xfrm>
            <a:custGeom>
              <a:avLst/>
              <a:gdLst/>
              <a:ahLst/>
              <a:cxnLst/>
              <a:rect l="l" t="t" r="r" b="b"/>
              <a:pathLst>
                <a:path w="1530" h="1398" extrusionOk="0">
                  <a:moveTo>
                    <a:pt x="968" y="0"/>
                  </a:moveTo>
                  <a:cubicBezTo>
                    <a:pt x="886" y="0"/>
                    <a:pt x="792" y="18"/>
                    <a:pt x="685" y="56"/>
                  </a:cubicBezTo>
                  <a:cubicBezTo>
                    <a:pt x="480" y="56"/>
                    <a:pt x="206" y="330"/>
                    <a:pt x="114" y="536"/>
                  </a:cubicBezTo>
                  <a:cubicBezTo>
                    <a:pt x="0" y="992"/>
                    <a:pt x="297" y="1380"/>
                    <a:pt x="776" y="1380"/>
                  </a:cubicBezTo>
                  <a:cubicBezTo>
                    <a:pt x="838" y="1392"/>
                    <a:pt x="896" y="1398"/>
                    <a:pt x="951" y="1398"/>
                  </a:cubicBezTo>
                  <a:cubicBezTo>
                    <a:pt x="1322" y="1398"/>
                    <a:pt x="1530" y="1136"/>
                    <a:pt x="1530" y="718"/>
                  </a:cubicBezTo>
                  <a:cubicBezTo>
                    <a:pt x="1455" y="329"/>
                    <a:pt x="1321" y="0"/>
                    <a:pt x="9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32"/>
            <p:cNvSpPr/>
            <p:nvPr/>
          </p:nvSpPr>
          <p:spPr>
            <a:xfrm>
              <a:off x="5585512" y="5012409"/>
              <a:ext cx="35733" cy="28846"/>
            </a:xfrm>
            <a:custGeom>
              <a:avLst/>
              <a:gdLst/>
              <a:ahLst/>
              <a:cxnLst/>
              <a:rect l="l" t="t" r="r" b="b"/>
              <a:pathLst>
                <a:path w="1713" h="1383" extrusionOk="0">
                  <a:moveTo>
                    <a:pt x="959" y="0"/>
                  </a:moveTo>
                  <a:cubicBezTo>
                    <a:pt x="663" y="0"/>
                    <a:pt x="297" y="183"/>
                    <a:pt x="297" y="366"/>
                  </a:cubicBezTo>
                  <a:cubicBezTo>
                    <a:pt x="1" y="754"/>
                    <a:pt x="183" y="1233"/>
                    <a:pt x="663" y="1324"/>
                  </a:cubicBezTo>
                  <a:cubicBezTo>
                    <a:pt x="747" y="1364"/>
                    <a:pt x="832" y="1382"/>
                    <a:pt x="914" y="1382"/>
                  </a:cubicBezTo>
                  <a:cubicBezTo>
                    <a:pt x="1210" y="1382"/>
                    <a:pt x="1478" y="1148"/>
                    <a:pt x="1621" y="845"/>
                  </a:cubicBezTo>
                  <a:cubicBezTo>
                    <a:pt x="1713" y="274"/>
                    <a:pt x="1325" y="0"/>
                    <a:pt x="9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32"/>
            <p:cNvSpPr/>
            <p:nvPr/>
          </p:nvSpPr>
          <p:spPr>
            <a:xfrm>
              <a:off x="5774066" y="5012054"/>
              <a:ext cx="31916" cy="28992"/>
            </a:xfrm>
            <a:custGeom>
              <a:avLst/>
              <a:gdLst/>
              <a:ahLst/>
              <a:cxnLst/>
              <a:rect l="l" t="t" r="r" b="b"/>
              <a:pathLst>
                <a:path w="1530" h="1390" extrusionOk="0">
                  <a:moveTo>
                    <a:pt x="927" y="0"/>
                  </a:moveTo>
                  <a:cubicBezTo>
                    <a:pt x="872" y="0"/>
                    <a:pt x="814" y="6"/>
                    <a:pt x="754" y="17"/>
                  </a:cubicBezTo>
                  <a:cubicBezTo>
                    <a:pt x="571" y="17"/>
                    <a:pt x="183" y="200"/>
                    <a:pt x="92" y="383"/>
                  </a:cubicBezTo>
                  <a:cubicBezTo>
                    <a:pt x="1" y="771"/>
                    <a:pt x="183" y="1250"/>
                    <a:pt x="662" y="1341"/>
                  </a:cubicBezTo>
                  <a:cubicBezTo>
                    <a:pt x="750" y="1375"/>
                    <a:pt x="831" y="1390"/>
                    <a:pt x="905" y="1390"/>
                  </a:cubicBezTo>
                  <a:cubicBezTo>
                    <a:pt x="1237" y="1390"/>
                    <a:pt x="1437" y="1088"/>
                    <a:pt x="1530" y="771"/>
                  </a:cubicBezTo>
                  <a:cubicBezTo>
                    <a:pt x="1530" y="272"/>
                    <a:pt x="1303" y="0"/>
                    <a:pt x="9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32"/>
            <p:cNvSpPr/>
            <p:nvPr/>
          </p:nvSpPr>
          <p:spPr>
            <a:xfrm>
              <a:off x="5960721" y="5011241"/>
              <a:ext cx="33334" cy="29159"/>
            </a:xfrm>
            <a:custGeom>
              <a:avLst/>
              <a:gdLst/>
              <a:ahLst/>
              <a:cxnLst/>
              <a:rect l="l" t="t" r="r" b="b"/>
              <a:pathLst>
                <a:path w="1598" h="1398" extrusionOk="0">
                  <a:moveTo>
                    <a:pt x="1036" y="0"/>
                  </a:moveTo>
                  <a:cubicBezTo>
                    <a:pt x="954" y="0"/>
                    <a:pt x="861" y="18"/>
                    <a:pt x="753" y="56"/>
                  </a:cubicBezTo>
                  <a:cubicBezTo>
                    <a:pt x="571" y="56"/>
                    <a:pt x="274" y="330"/>
                    <a:pt x="183" y="536"/>
                  </a:cubicBezTo>
                  <a:cubicBezTo>
                    <a:pt x="0" y="992"/>
                    <a:pt x="365" y="1380"/>
                    <a:pt x="753" y="1380"/>
                  </a:cubicBezTo>
                  <a:cubicBezTo>
                    <a:pt x="827" y="1392"/>
                    <a:pt x="894" y="1398"/>
                    <a:pt x="955" y="1398"/>
                  </a:cubicBezTo>
                  <a:cubicBezTo>
                    <a:pt x="1369" y="1398"/>
                    <a:pt x="1518" y="1136"/>
                    <a:pt x="1598" y="718"/>
                  </a:cubicBezTo>
                  <a:cubicBezTo>
                    <a:pt x="1524" y="329"/>
                    <a:pt x="1389" y="0"/>
                    <a:pt x="10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32"/>
            <p:cNvSpPr/>
            <p:nvPr/>
          </p:nvSpPr>
          <p:spPr>
            <a:xfrm>
              <a:off x="6148795" y="5012054"/>
              <a:ext cx="31916" cy="28992"/>
            </a:xfrm>
            <a:custGeom>
              <a:avLst/>
              <a:gdLst/>
              <a:ahLst/>
              <a:cxnLst/>
              <a:rect l="l" t="t" r="r" b="b"/>
              <a:pathLst>
                <a:path w="1530" h="1390" extrusionOk="0">
                  <a:moveTo>
                    <a:pt x="948" y="0"/>
                  </a:moveTo>
                  <a:cubicBezTo>
                    <a:pt x="894" y="0"/>
                    <a:pt x="837" y="6"/>
                    <a:pt x="776" y="17"/>
                  </a:cubicBezTo>
                  <a:cubicBezTo>
                    <a:pt x="571" y="17"/>
                    <a:pt x="206" y="200"/>
                    <a:pt x="114" y="383"/>
                  </a:cubicBezTo>
                  <a:cubicBezTo>
                    <a:pt x="0" y="771"/>
                    <a:pt x="206" y="1250"/>
                    <a:pt x="685" y="1341"/>
                  </a:cubicBezTo>
                  <a:cubicBezTo>
                    <a:pt x="768" y="1375"/>
                    <a:pt x="846" y="1390"/>
                    <a:pt x="919" y="1390"/>
                  </a:cubicBezTo>
                  <a:cubicBezTo>
                    <a:pt x="1243" y="1390"/>
                    <a:pt x="1455" y="1088"/>
                    <a:pt x="1529" y="771"/>
                  </a:cubicBezTo>
                  <a:cubicBezTo>
                    <a:pt x="1529" y="272"/>
                    <a:pt x="1320" y="0"/>
                    <a:pt x="9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32"/>
            <p:cNvSpPr/>
            <p:nvPr/>
          </p:nvSpPr>
          <p:spPr>
            <a:xfrm>
              <a:off x="6335429" y="5011241"/>
              <a:ext cx="33835" cy="29159"/>
            </a:xfrm>
            <a:custGeom>
              <a:avLst/>
              <a:gdLst/>
              <a:ahLst/>
              <a:cxnLst/>
              <a:rect l="l" t="t" r="r" b="b"/>
              <a:pathLst>
                <a:path w="1622" h="1398" extrusionOk="0">
                  <a:moveTo>
                    <a:pt x="1039" y="0"/>
                  </a:moveTo>
                  <a:cubicBezTo>
                    <a:pt x="956" y="0"/>
                    <a:pt x="861" y="18"/>
                    <a:pt x="754" y="56"/>
                  </a:cubicBezTo>
                  <a:cubicBezTo>
                    <a:pt x="571" y="56"/>
                    <a:pt x="297" y="330"/>
                    <a:pt x="183" y="536"/>
                  </a:cubicBezTo>
                  <a:cubicBezTo>
                    <a:pt x="1" y="992"/>
                    <a:pt x="389" y="1380"/>
                    <a:pt x="868" y="1380"/>
                  </a:cubicBezTo>
                  <a:cubicBezTo>
                    <a:pt x="927" y="1392"/>
                    <a:pt x="981" y="1398"/>
                    <a:pt x="1032" y="1398"/>
                  </a:cubicBezTo>
                  <a:cubicBezTo>
                    <a:pt x="1375" y="1398"/>
                    <a:pt x="1542" y="1136"/>
                    <a:pt x="1621" y="718"/>
                  </a:cubicBezTo>
                  <a:cubicBezTo>
                    <a:pt x="1547" y="329"/>
                    <a:pt x="1398" y="0"/>
                    <a:pt x="10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32"/>
            <p:cNvSpPr/>
            <p:nvPr/>
          </p:nvSpPr>
          <p:spPr>
            <a:xfrm>
              <a:off x="6523983" y="5011241"/>
              <a:ext cx="31916" cy="29159"/>
            </a:xfrm>
            <a:custGeom>
              <a:avLst/>
              <a:gdLst/>
              <a:ahLst/>
              <a:cxnLst/>
              <a:rect l="l" t="t" r="r" b="b"/>
              <a:pathLst>
                <a:path w="1530" h="1398" extrusionOk="0">
                  <a:moveTo>
                    <a:pt x="994" y="0"/>
                  </a:moveTo>
                  <a:cubicBezTo>
                    <a:pt x="923" y="0"/>
                    <a:pt x="844" y="18"/>
                    <a:pt x="754" y="56"/>
                  </a:cubicBezTo>
                  <a:cubicBezTo>
                    <a:pt x="480" y="56"/>
                    <a:pt x="183" y="330"/>
                    <a:pt x="183" y="536"/>
                  </a:cubicBezTo>
                  <a:cubicBezTo>
                    <a:pt x="0" y="992"/>
                    <a:pt x="274" y="1380"/>
                    <a:pt x="754" y="1380"/>
                  </a:cubicBezTo>
                  <a:cubicBezTo>
                    <a:pt x="815" y="1392"/>
                    <a:pt x="874" y="1398"/>
                    <a:pt x="929" y="1398"/>
                  </a:cubicBezTo>
                  <a:cubicBezTo>
                    <a:pt x="1304" y="1398"/>
                    <a:pt x="1530" y="1136"/>
                    <a:pt x="1530" y="718"/>
                  </a:cubicBezTo>
                  <a:cubicBezTo>
                    <a:pt x="1437" y="329"/>
                    <a:pt x="1299" y="0"/>
                    <a:pt x="99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32"/>
            <p:cNvSpPr/>
            <p:nvPr/>
          </p:nvSpPr>
          <p:spPr>
            <a:xfrm>
              <a:off x="6712536" y="5011012"/>
              <a:ext cx="33814" cy="29034"/>
            </a:xfrm>
            <a:custGeom>
              <a:avLst/>
              <a:gdLst/>
              <a:ahLst/>
              <a:cxnLst/>
              <a:rect l="l" t="t" r="r" b="b"/>
              <a:pathLst>
                <a:path w="1621" h="1392" extrusionOk="0">
                  <a:moveTo>
                    <a:pt x="819" y="0"/>
                  </a:moveTo>
                  <a:cubicBezTo>
                    <a:pt x="737" y="0"/>
                    <a:pt x="653" y="21"/>
                    <a:pt x="571" y="67"/>
                  </a:cubicBezTo>
                  <a:cubicBezTo>
                    <a:pt x="92" y="159"/>
                    <a:pt x="0" y="638"/>
                    <a:pt x="183" y="1117"/>
                  </a:cubicBezTo>
                  <a:cubicBezTo>
                    <a:pt x="274" y="1300"/>
                    <a:pt x="662" y="1391"/>
                    <a:pt x="845" y="1391"/>
                  </a:cubicBezTo>
                  <a:cubicBezTo>
                    <a:pt x="1324" y="1391"/>
                    <a:pt x="1621" y="1117"/>
                    <a:pt x="1507" y="547"/>
                  </a:cubicBezTo>
                  <a:cubicBezTo>
                    <a:pt x="1365" y="246"/>
                    <a:pt x="1101" y="0"/>
                    <a:pt x="8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32"/>
            <p:cNvSpPr/>
            <p:nvPr/>
          </p:nvSpPr>
          <p:spPr>
            <a:xfrm>
              <a:off x="6898691" y="5012034"/>
              <a:ext cx="31937" cy="29493"/>
            </a:xfrm>
            <a:custGeom>
              <a:avLst/>
              <a:gdLst/>
              <a:ahLst/>
              <a:cxnLst/>
              <a:rect l="l" t="t" r="r" b="b"/>
              <a:pathLst>
                <a:path w="1531" h="1414" extrusionOk="0">
                  <a:moveTo>
                    <a:pt x="857" y="1"/>
                  </a:moveTo>
                  <a:cubicBezTo>
                    <a:pt x="802" y="1"/>
                    <a:pt x="745" y="6"/>
                    <a:pt x="686" y="18"/>
                  </a:cubicBezTo>
                  <a:cubicBezTo>
                    <a:pt x="206" y="201"/>
                    <a:pt x="1" y="589"/>
                    <a:pt x="115" y="954"/>
                  </a:cubicBezTo>
                  <a:cubicBezTo>
                    <a:pt x="249" y="1239"/>
                    <a:pt x="543" y="1413"/>
                    <a:pt x="835" y="1413"/>
                  </a:cubicBezTo>
                  <a:cubicBezTo>
                    <a:pt x="940" y="1413"/>
                    <a:pt x="1045" y="1391"/>
                    <a:pt x="1142" y="1342"/>
                  </a:cubicBezTo>
                  <a:cubicBezTo>
                    <a:pt x="1348" y="1160"/>
                    <a:pt x="1530" y="863"/>
                    <a:pt x="1530" y="589"/>
                  </a:cubicBezTo>
                  <a:cubicBezTo>
                    <a:pt x="1451" y="252"/>
                    <a:pt x="1216" y="1"/>
                    <a:pt x="8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32"/>
            <p:cNvSpPr/>
            <p:nvPr/>
          </p:nvSpPr>
          <p:spPr>
            <a:xfrm>
              <a:off x="7085346" y="5012034"/>
              <a:ext cx="33835" cy="29493"/>
            </a:xfrm>
            <a:custGeom>
              <a:avLst/>
              <a:gdLst/>
              <a:ahLst/>
              <a:cxnLst/>
              <a:rect l="l" t="t" r="r" b="b"/>
              <a:pathLst>
                <a:path w="1622" h="1414" extrusionOk="0">
                  <a:moveTo>
                    <a:pt x="872" y="1"/>
                  </a:moveTo>
                  <a:cubicBezTo>
                    <a:pt x="807" y="1"/>
                    <a:pt x="737" y="6"/>
                    <a:pt x="662" y="18"/>
                  </a:cubicBezTo>
                  <a:cubicBezTo>
                    <a:pt x="297" y="201"/>
                    <a:pt x="0" y="589"/>
                    <a:pt x="183" y="954"/>
                  </a:cubicBezTo>
                  <a:cubicBezTo>
                    <a:pt x="334" y="1239"/>
                    <a:pt x="633" y="1413"/>
                    <a:pt x="925" y="1413"/>
                  </a:cubicBezTo>
                  <a:cubicBezTo>
                    <a:pt x="1031" y="1413"/>
                    <a:pt x="1136" y="1391"/>
                    <a:pt x="1233" y="1342"/>
                  </a:cubicBezTo>
                  <a:cubicBezTo>
                    <a:pt x="1438" y="1160"/>
                    <a:pt x="1621" y="863"/>
                    <a:pt x="1530" y="589"/>
                  </a:cubicBezTo>
                  <a:cubicBezTo>
                    <a:pt x="1530" y="252"/>
                    <a:pt x="1306" y="1"/>
                    <a:pt x="8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32"/>
            <p:cNvSpPr/>
            <p:nvPr/>
          </p:nvSpPr>
          <p:spPr>
            <a:xfrm>
              <a:off x="7273900" y="5012054"/>
              <a:ext cx="33585" cy="28992"/>
            </a:xfrm>
            <a:custGeom>
              <a:avLst/>
              <a:gdLst/>
              <a:ahLst/>
              <a:cxnLst/>
              <a:rect l="l" t="t" r="r" b="b"/>
              <a:pathLst>
                <a:path w="1610" h="1390" extrusionOk="0">
                  <a:moveTo>
                    <a:pt x="1018" y="0"/>
                  </a:moveTo>
                  <a:cubicBezTo>
                    <a:pt x="963" y="0"/>
                    <a:pt x="905" y="6"/>
                    <a:pt x="845" y="17"/>
                  </a:cubicBezTo>
                  <a:cubicBezTo>
                    <a:pt x="571" y="17"/>
                    <a:pt x="183" y="200"/>
                    <a:pt x="183" y="383"/>
                  </a:cubicBezTo>
                  <a:cubicBezTo>
                    <a:pt x="0" y="771"/>
                    <a:pt x="183" y="1250"/>
                    <a:pt x="662" y="1341"/>
                  </a:cubicBezTo>
                  <a:cubicBezTo>
                    <a:pt x="750" y="1375"/>
                    <a:pt x="830" y="1390"/>
                    <a:pt x="905" y="1390"/>
                  </a:cubicBezTo>
                  <a:cubicBezTo>
                    <a:pt x="1236" y="1390"/>
                    <a:pt x="1436" y="1088"/>
                    <a:pt x="1530" y="771"/>
                  </a:cubicBezTo>
                  <a:cubicBezTo>
                    <a:pt x="1609" y="272"/>
                    <a:pt x="1393" y="0"/>
                    <a:pt x="10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32"/>
            <p:cNvSpPr/>
            <p:nvPr/>
          </p:nvSpPr>
          <p:spPr>
            <a:xfrm>
              <a:off x="7462453" y="5011241"/>
              <a:ext cx="31436" cy="29159"/>
            </a:xfrm>
            <a:custGeom>
              <a:avLst/>
              <a:gdLst/>
              <a:ahLst/>
              <a:cxnLst/>
              <a:rect l="l" t="t" r="r" b="b"/>
              <a:pathLst>
                <a:path w="1507" h="1398" extrusionOk="0">
                  <a:moveTo>
                    <a:pt x="945" y="0"/>
                  </a:moveTo>
                  <a:cubicBezTo>
                    <a:pt x="863" y="0"/>
                    <a:pt x="769" y="18"/>
                    <a:pt x="662" y="56"/>
                  </a:cubicBezTo>
                  <a:cubicBezTo>
                    <a:pt x="479" y="56"/>
                    <a:pt x="183" y="330"/>
                    <a:pt x="91" y="536"/>
                  </a:cubicBezTo>
                  <a:cubicBezTo>
                    <a:pt x="0" y="992"/>
                    <a:pt x="274" y="1380"/>
                    <a:pt x="753" y="1380"/>
                  </a:cubicBezTo>
                  <a:cubicBezTo>
                    <a:pt x="815" y="1392"/>
                    <a:pt x="873" y="1398"/>
                    <a:pt x="928" y="1398"/>
                  </a:cubicBezTo>
                  <a:cubicBezTo>
                    <a:pt x="1299" y="1398"/>
                    <a:pt x="1507" y="1136"/>
                    <a:pt x="1507" y="718"/>
                  </a:cubicBezTo>
                  <a:cubicBezTo>
                    <a:pt x="1432" y="329"/>
                    <a:pt x="1298" y="0"/>
                    <a:pt x="9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32"/>
            <p:cNvSpPr/>
            <p:nvPr/>
          </p:nvSpPr>
          <p:spPr>
            <a:xfrm>
              <a:off x="7648608" y="5011012"/>
              <a:ext cx="33835" cy="29034"/>
            </a:xfrm>
            <a:custGeom>
              <a:avLst/>
              <a:gdLst/>
              <a:ahLst/>
              <a:cxnLst/>
              <a:rect l="l" t="t" r="r" b="b"/>
              <a:pathLst>
                <a:path w="1622" h="1392" extrusionOk="0">
                  <a:moveTo>
                    <a:pt x="880" y="0"/>
                  </a:moveTo>
                  <a:cubicBezTo>
                    <a:pt x="783" y="0"/>
                    <a:pt x="679" y="21"/>
                    <a:pt x="571" y="67"/>
                  </a:cubicBezTo>
                  <a:cubicBezTo>
                    <a:pt x="206" y="159"/>
                    <a:pt x="1" y="638"/>
                    <a:pt x="298" y="1117"/>
                  </a:cubicBezTo>
                  <a:cubicBezTo>
                    <a:pt x="389" y="1300"/>
                    <a:pt x="686" y="1391"/>
                    <a:pt x="959" y="1391"/>
                  </a:cubicBezTo>
                  <a:cubicBezTo>
                    <a:pt x="1347" y="1391"/>
                    <a:pt x="1621" y="1117"/>
                    <a:pt x="1621" y="547"/>
                  </a:cubicBezTo>
                  <a:cubicBezTo>
                    <a:pt x="1480" y="246"/>
                    <a:pt x="1215" y="0"/>
                    <a:pt x="8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9" name="Google Shape;2359;p32"/>
          <p:cNvGrpSpPr/>
          <p:nvPr/>
        </p:nvGrpSpPr>
        <p:grpSpPr>
          <a:xfrm>
            <a:off x="7513123" y="4476944"/>
            <a:ext cx="629337" cy="461701"/>
            <a:chOff x="4891675" y="2045050"/>
            <a:chExt cx="168200" cy="123400"/>
          </a:xfrm>
        </p:grpSpPr>
        <p:sp>
          <p:nvSpPr>
            <p:cNvPr id="2360" name="Google Shape;2360;p32"/>
            <p:cNvSpPr/>
            <p:nvPr/>
          </p:nvSpPr>
          <p:spPr>
            <a:xfrm>
              <a:off x="4949100" y="2045050"/>
              <a:ext cx="110775" cy="107675"/>
            </a:xfrm>
            <a:custGeom>
              <a:avLst/>
              <a:gdLst/>
              <a:ahLst/>
              <a:cxnLst/>
              <a:rect l="l" t="t" r="r" b="b"/>
              <a:pathLst>
                <a:path w="4431" h="4307" extrusionOk="0">
                  <a:moveTo>
                    <a:pt x="2149" y="0"/>
                  </a:moveTo>
                  <a:cubicBezTo>
                    <a:pt x="2071" y="0"/>
                    <a:pt x="1994" y="21"/>
                    <a:pt x="1927" y="61"/>
                  </a:cubicBezTo>
                  <a:cubicBezTo>
                    <a:pt x="1438" y="366"/>
                    <a:pt x="1" y="4306"/>
                    <a:pt x="2149" y="4306"/>
                  </a:cubicBezTo>
                  <a:cubicBezTo>
                    <a:pt x="4431" y="4306"/>
                    <a:pt x="2868" y="366"/>
                    <a:pt x="2371" y="61"/>
                  </a:cubicBezTo>
                  <a:cubicBezTo>
                    <a:pt x="2305" y="21"/>
                    <a:pt x="2227" y="0"/>
                    <a:pt x="2149" y="0"/>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32"/>
            <p:cNvSpPr/>
            <p:nvPr/>
          </p:nvSpPr>
          <p:spPr>
            <a:xfrm>
              <a:off x="4949100" y="2046550"/>
              <a:ext cx="53750" cy="106175"/>
            </a:xfrm>
            <a:custGeom>
              <a:avLst/>
              <a:gdLst/>
              <a:ahLst/>
              <a:cxnLst/>
              <a:rect l="l" t="t" r="r" b="b"/>
              <a:pathLst>
                <a:path w="2150" h="4247" extrusionOk="0">
                  <a:moveTo>
                    <a:pt x="1930" y="0"/>
                  </a:moveTo>
                  <a:lnTo>
                    <a:pt x="1930" y="0"/>
                  </a:lnTo>
                  <a:cubicBezTo>
                    <a:pt x="1929" y="0"/>
                    <a:pt x="1928" y="1"/>
                    <a:pt x="1927" y="1"/>
                  </a:cubicBezTo>
                  <a:cubicBezTo>
                    <a:pt x="1438" y="306"/>
                    <a:pt x="1" y="4246"/>
                    <a:pt x="2149" y="4246"/>
                  </a:cubicBezTo>
                  <a:cubicBezTo>
                    <a:pt x="2149" y="4246"/>
                    <a:pt x="1609" y="4202"/>
                    <a:pt x="1578" y="2662"/>
                  </a:cubicBezTo>
                  <a:cubicBezTo>
                    <a:pt x="1542" y="1142"/>
                    <a:pt x="1985" y="0"/>
                    <a:pt x="1930" y="0"/>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32"/>
            <p:cNvSpPr/>
            <p:nvPr/>
          </p:nvSpPr>
          <p:spPr>
            <a:xfrm>
              <a:off x="5001125" y="2093950"/>
              <a:ext cx="7800" cy="74500"/>
            </a:xfrm>
            <a:custGeom>
              <a:avLst/>
              <a:gdLst/>
              <a:ahLst/>
              <a:cxnLst/>
              <a:rect l="l" t="t" r="r" b="b"/>
              <a:pathLst>
                <a:path w="312" h="2980" extrusionOk="0">
                  <a:moveTo>
                    <a:pt x="159" y="1"/>
                  </a:moveTo>
                  <a:cubicBezTo>
                    <a:pt x="158" y="1"/>
                    <a:pt x="157" y="5"/>
                    <a:pt x="157" y="17"/>
                  </a:cubicBezTo>
                  <a:lnTo>
                    <a:pt x="1" y="2980"/>
                  </a:lnTo>
                  <a:lnTo>
                    <a:pt x="312" y="2980"/>
                  </a:lnTo>
                  <a:cubicBezTo>
                    <a:pt x="305" y="1714"/>
                    <a:pt x="187" y="17"/>
                    <a:pt x="164" y="17"/>
                  </a:cubicBezTo>
                  <a:cubicBezTo>
                    <a:pt x="164" y="17"/>
                    <a:pt x="161" y="1"/>
                    <a:pt x="159"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32"/>
            <p:cNvSpPr/>
            <p:nvPr/>
          </p:nvSpPr>
          <p:spPr>
            <a:xfrm>
              <a:off x="4984100" y="2120275"/>
              <a:ext cx="20975" cy="17075"/>
            </a:xfrm>
            <a:custGeom>
              <a:avLst/>
              <a:gdLst/>
              <a:ahLst/>
              <a:cxnLst/>
              <a:rect l="l" t="t" r="r" b="b"/>
              <a:pathLst>
                <a:path w="839" h="683" extrusionOk="0">
                  <a:moveTo>
                    <a:pt x="0" y="1"/>
                  </a:moveTo>
                  <a:lnTo>
                    <a:pt x="0" y="1"/>
                  </a:lnTo>
                  <a:cubicBezTo>
                    <a:pt x="404" y="662"/>
                    <a:pt x="782" y="682"/>
                    <a:pt x="826" y="682"/>
                  </a:cubicBezTo>
                  <a:cubicBezTo>
                    <a:pt x="829" y="682"/>
                    <a:pt x="831" y="682"/>
                    <a:pt x="831" y="682"/>
                  </a:cubicBezTo>
                  <a:lnTo>
                    <a:pt x="838" y="586"/>
                  </a:lnTo>
                  <a:lnTo>
                    <a:pt x="838" y="586"/>
                  </a:lnTo>
                  <a:cubicBezTo>
                    <a:pt x="838" y="586"/>
                    <a:pt x="830" y="592"/>
                    <a:pt x="807" y="592"/>
                  </a:cubicBezTo>
                  <a:cubicBezTo>
                    <a:pt x="757" y="592"/>
                    <a:pt x="639" y="564"/>
                    <a:pt x="386" y="387"/>
                  </a:cubicBezTo>
                  <a:cubicBezTo>
                    <a:pt x="164" y="230"/>
                    <a:pt x="1" y="1"/>
                    <a:pt x="0"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32"/>
            <p:cNvSpPr/>
            <p:nvPr/>
          </p:nvSpPr>
          <p:spPr>
            <a:xfrm>
              <a:off x="5005050" y="2115675"/>
              <a:ext cx="17975" cy="14475"/>
            </a:xfrm>
            <a:custGeom>
              <a:avLst/>
              <a:gdLst/>
              <a:ahLst/>
              <a:cxnLst/>
              <a:rect l="l" t="t" r="r" b="b"/>
              <a:pathLst>
                <a:path w="719" h="579" extrusionOk="0">
                  <a:moveTo>
                    <a:pt x="719" y="0"/>
                  </a:moveTo>
                  <a:lnTo>
                    <a:pt x="719" y="0"/>
                  </a:lnTo>
                  <a:cubicBezTo>
                    <a:pt x="718" y="0"/>
                    <a:pt x="578" y="192"/>
                    <a:pt x="393" y="325"/>
                  </a:cubicBezTo>
                  <a:cubicBezTo>
                    <a:pt x="185" y="471"/>
                    <a:pt x="81" y="496"/>
                    <a:pt x="34" y="496"/>
                  </a:cubicBezTo>
                  <a:cubicBezTo>
                    <a:pt x="9" y="496"/>
                    <a:pt x="0" y="489"/>
                    <a:pt x="0" y="489"/>
                  </a:cubicBezTo>
                  <a:lnTo>
                    <a:pt x="0" y="489"/>
                  </a:lnTo>
                  <a:lnTo>
                    <a:pt x="7" y="578"/>
                  </a:lnTo>
                  <a:cubicBezTo>
                    <a:pt x="7" y="578"/>
                    <a:pt x="8" y="578"/>
                    <a:pt x="9" y="578"/>
                  </a:cubicBezTo>
                  <a:cubicBezTo>
                    <a:pt x="39" y="578"/>
                    <a:pt x="366" y="565"/>
                    <a:pt x="719"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32"/>
            <p:cNvSpPr/>
            <p:nvPr/>
          </p:nvSpPr>
          <p:spPr>
            <a:xfrm>
              <a:off x="4990600" y="2105300"/>
              <a:ext cx="14475" cy="11675"/>
            </a:xfrm>
            <a:custGeom>
              <a:avLst/>
              <a:gdLst/>
              <a:ahLst/>
              <a:cxnLst/>
              <a:rect l="l" t="t" r="r" b="b"/>
              <a:pathLst>
                <a:path w="579" h="467" extrusionOk="0">
                  <a:moveTo>
                    <a:pt x="0" y="1"/>
                  </a:moveTo>
                  <a:lnTo>
                    <a:pt x="0" y="1"/>
                  </a:lnTo>
                  <a:cubicBezTo>
                    <a:pt x="295" y="460"/>
                    <a:pt x="562" y="467"/>
                    <a:pt x="577" y="467"/>
                  </a:cubicBezTo>
                  <a:cubicBezTo>
                    <a:pt x="578" y="467"/>
                    <a:pt x="578" y="467"/>
                    <a:pt x="578" y="467"/>
                  </a:cubicBezTo>
                  <a:lnTo>
                    <a:pt x="578" y="392"/>
                  </a:lnTo>
                  <a:cubicBezTo>
                    <a:pt x="578" y="392"/>
                    <a:pt x="572" y="397"/>
                    <a:pt x="555" y="397"/>
                  </a:cubicBezTo>
                  <a:cubicBezTo>
                    <a:pt x="521" y="397"/>
                    <a:pt x="440" y="377"/>
                    <a:pt x="267" y="259"/>
                  </a:cubicBezTo>
                  <a:cubicBezTo>
                    <a:pt x="119" y="155"/>
                    <a:pt x="0" y="1"/>
                    <a:pt x="0"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32"/>
            <p:cNvSpPr/>
            <p:nvPr/>
          </p:nvSpPr>
          <p:spPr>
            <a:xfrm>
              <a:off x="4891675" y="2046750"/>
              <a:ext cx="64475" cy="81525"/>
            </a:xfrm>
            <a:custGeom>
              <a:avLst/>
              <a:gdLst/>
              <a:ahLst/>
              <a:cxnLst/>
              <a:rect l="l" t="t" r="r" b="b"/>
              <a:pathLst>
                <a:path w="2579" h="3261" extrusionOk="0">
                  <a:moveTo>
                    <a:pt x="1290" y="1"/>
                  </a:moveTo>
                  <a:cubicBezTo>
                    <a:pt x="726" y="1"/>
                    <a:pt x="274" y="452"/>
                    <a:pt x="274" y="1016"/>
                  </a:cubicBezTo>
                  <a:cubicBezTo>
                    <a:pt x="274" y="1068"/>
                    <a:pt x="281" y="1112"/>
                    <a:pt x="281" y="1157"/>
                  </a:cubicBezTo>
                  <a:cubicBezTo>
                    <a:pt x="103" y="1379"/>
                    <a:pt x="0" y="1660"/>
                    <a:pt x="0" y="1964"/>
                  </a:cubicBezTo>
                  <a:cubicBezTo>
                    <a:pt x="0" y="2682"/>
                    <a:pt x="578" y="3260"/>
                    <a:pt x="1290" y="3260"/>
                  </a:cubicBezTo>
                  <a:cubicBezTo>
                    <a:pt x="2001" y="3260"/>
                    <a:pt x="2579" y="2682"/>
                    <a:pt x="2579" y="1964"/>
                  </a:cubicBezTo>
                  <a:cubicBezTo>
                    <a:pt x="2579" y="1660"/>
                    <a:pt x="2476" y="1379"/>
                    <a:pt x="2298" y="1157"/>
                  </a:cubicBezTo>
                  <a:cubicBezTo>
                    <a:pt x="2305" y="1112"/>
                    <a:pt x="2305" y="1068"/>
                    <a:pt x="2305" y="1016"/>
                  </a:cubicBezTo>
                  <a:cubicBezTo>
                    <a:pt x="2305" y="452"/>
                    <a:pt x="1853" y="1"/>
                    <a:pt x="1290" y="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32"/>
            <p:cNvSpPr/>
            <p:nvPr/>
          </p:nvSpPr>
          <p:spPr>
            <a:xfrm>
              <a:off x="4923900" y="2071625"/>
              <a:ext cx="3000" cy="96825"/>
            </a:xfrm>
            <a:custGeom>
              <a:avLst/>
              <a:gdLst/>
              <a:ahLst/>
              <a:cxnLst/>
              <a:rect l="l" t="t" r="r" b="b"/>
              <a:pathLst>
                <a:path w="120" h="3873" extrusionOk="0">
                  <a:moveTo>
                    <a:pt x="54" y="0"/>
                  </a:moveTo>
                  <a:cubicBezTo>
                    <a:pt x="53" y="0"/>
                    <a:pt x="52" y="4"/>
                    <a:pt x="52" y="14"/>
                  </a:cubicBezTo>
                  <a:lnTo>
                    <a:pt x="1" y="3821"/>
                  </a:lnTo>
                  <a:cubicBezTo>
                    <a:pt x="1" y="3852"/>
                    <a:pt x="22" y="3873"/>
                    <a:pt x="52" y="3873"/>
                  </a:cubicBezTo>
                  <a:lnTo>
                    <a:pt x="59" y="3873"/>
                  </a:lnTo>
                  <a:cubicBezTo>
                    <a:pt x="89" y="3873"/>
                    <a:pt x="120" y="3852"/>
                    <a:pt x="120" y="3821"/>
                  </a:cubicBezTo>
                  <a:cubicBezTo>
                    <a:pt x="120" y="3821"/>
                    <a:pt x="89" y="14"/>
                    <a:pt x="59" y="14"/>
                  </a:cubicBezTo>
                  <a:cubicBezTo>
                    <a:pt x="59" y="14"/>
                    <a:pt x="56" y="0"/>
                    <a:pt x="54"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32"/>
            <p:cNvSpPr/>
            <p:nvPr/>
          </p:nvSpPr>
          <p:spPr>
            <a:xfrm>
              <a:off x="4907050" y="2095075"/>
              <a:ext cx="18350" cy="15050"/>
            </a:xfrm>
            <a:custGeom>
              <a:avLst/>
              <a:gdLst/>
              <a:ahLst/>
              <a:cxnLst/>
              <a:rect l="l" t="t" r="r" b="b"/>
              <a:pathLst>
                <a:path w="734" h="602" extrusionOk="0">
                  <a:moveTo>
                    <a:pt x="1" y="1"/>
                  </a:moveTo>
                  <a:lnTo>
                    <a:pt x="1" y="1"/>
                  </a:lnTo>
                  <a:cubicBezTo>
                    <a:pt x="353" y="583"/>
                    <a:pt x="681" y="602"/>
                    <a:pt x="722" y="602"/>
                  </a:cubicBezTo>
                  <a:cubicBezTo>
                    <a:pt x="725" y="602"/>
                    <a:pt x="726" y="602"/>
                    <a:pt x="726" y="602"/>
                  </a:cubicBezTo>
                  <a:lnTo>
                    <a:pt x="733" y="513"/>
                  </a:lnTo>
                  <a:lnTo>
                    <a:pt x="733" y="513"/>
                  </a:lnTo>
                  <a:cubicBezTo>
                    <a:pt x="733" y="513"/>
                    <a:pt x="724" y="520"/>
                    <a:pt x="699" y="520"/>
                  </a:cubicBezTo>
                  <a:cubicBezTo>
                    <a:pt x="651" y="520"/>
                    <a:pt x="544" y="494"/>
                    <a:pt x="333" y="342"/>
                  </a:cubicBezTo>
                  <a:cubicBezTo>
                    <a:pt x="141" y="202"/>
                    <a:pt x="1" y="1"/>
                    <a:pt x="1"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32"/>
            <p:cNvSpPr/>
            <p:nvPr/>
          </p:nvSpPr>
          <p:spPr>
            <a:xfrm>
              <a:off x="4925375" y="2090850"/>
              <a:ext cx="15575" cy="12800"/>
            </a:xfrm>
            <a:custGeom>
              <a:avLst/>
              <a:gdLst/>
              <a:ahLst/>
              <a:cxnLst/>
              <a:rect l="l" t="t" r="r" b="b"/>
              <a:pathLst>
                <a:path w="623" h="512" extrusionOk="0">
                  <a:moveTo>
                    <a:pt x="623" y="1"/>
                  </a:moveTo>
                  <a:cubicBezTo>
                    <a:pt x="622" y="1"/>
                    <a:pt x="496" y="179"/>
                    <a:pt x="335" y="289"/>
                  </a:cubicBezTo>
                  <a:cubicBezTo>
                    <a:pt x="156" y="420"/>
                    <a:pt x="68" y="443"/>
                    <a:pt x="28" y="443"/>
                  </a:cubicBezTo>
                  <a:cubicBezTo>
                    <a:pt x="7" y="443"/>
                    <a:pt x="0" y="436"/>
                    <a:pt x="0" y="436"/>
                  </a:cubicBezTo>
                  <a:lnTo>
                    <a:pt x="0" y="511"/>
                  </a:lnTo>
                  <a:cubicBezTo>
                    <a:pt x="0" y="511"/>
                    <a:pt x="1" y="511"/>
                    <a:pt x="3" y="511"/>
                  </a:cubicBezTo>
                  <a:cubicBezTo>
                    <a:pt x="31" y="511"/>
                    <a:pt x="314" y="498"/>
                    <a:pt x="623"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32"/>
            <p:cNvSpPr/>
            <p:nvPr/>
          </p:nvSpPr>
          <p:spPr>
            <a:xfrm>
              <a:off x="4912775" y="2081750"/>
              <a:ext cx="12625" cy="10250"/>
            </a:xfrm>
            <a:custGeom>
              <a:avLst/>
              <a:gdLst/>
              <a:ahLst/>
              <a:cxnLst/>
              <a:rect l="l" t="t" r="r" b="b"/>
              <a:pathLst>
                <a:path w="505" h="410" extrusionOk="0">
                  <a:moveTo>
                    <a:pt x="1" y="0"/>
                  </a:moveTo>
                  <a:lnTo>
                    <a:pt x="1" y="0"/>
                  </a:lnTo>
                  <a:cubicBezTo>
                    <a:pt x="244" y="397"/>
                    <a:pt x="467" y="409"/>
                    <a:pt x="494" y="409"/>
                  </a:cubicBezTo>
                  <a:cubicBezTo>
                    <a:pt x="496" y="409"/>
                    <a:pt x="497" y="409"/>
                    <a:pt x="497" y="409"/>
                  </a:cubicBezTo>
                  <a:lnTo>
                    <a:pt x="504" y="349"/>
                  </a:lnTo>
                  <a:lnTo>
                    <a:pt x="504" y="349"/>
                  </a:lnTo>
                  <a:cubicBezTo>
                    <a:pt x="504" y="349"/>
                    <a:pt x="498" y="354"/>
                    <a:pt x="479" y="354"/>
                  </a:cubicBezTo>
                  <a:cubicBezTo>
                    <a:pt x="446" y="354"/>
                    <a:pt x="374" y="336"/>
                    <a:pt x="230" y="231"/>
                  </a:cubicBezTo>
                  <a:cubicBezTo>
                    <a:pt x="97" y="143"/>
                    <a:pt x="1" y="0"/>
                    <a:pt x="1"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71" name="Google Shape;2371;p32"/>
          <p:cNvSpPr/>
          <p:nvPr/>
        </p:nvSpPr>
        <p:spPr>
          <a:xfrm>
            <a:off x="8081200" y="4775225"/>
            <a:ext cx="628785" cy="171475"/>
          </a:xfrm>
          <a:custGeom>
            <a:avLst/>
            <a:gdLst/>
            <a:ahLst/>
            <a:cxnLst/>
            <a:rect l="l" t="t" r="r" b="b"/>
            <a:pathLst>
              <a:path w="9560" h="2607" extrusionOk="0">
                <a:moveTo>
                  <a:pt x="6988" y="1"/>
                </a:moveTo>
                <a:cubicBezTo>
                  <a:pt x="6936" y="1"/>
                  <a:pt x="6884" y="17"/>
                  <a:pt x="6840" y="51"/>
                </a:cubicBezTo>
                <a:cubicBezTo>
                  <a:pt x="6758" y="110"/>
                  <a:pt x="6639" y="370"/>
                  <a:pt x="6522" y="718"/>
                </a:cubicBezTo>
                <a:cubicBezTo>
                  <a:pt x="6461" y="592"/>
                  <a:pt x="6403" y="503"/>
                  <a:pt x="6358" y="466"/>
                </a:cubicBezTo>
                <a:cubicBezTo>
                  <a:pt x="6314" y="432"/>
                  <a:pt x="6262" y="415"/>
                  <a:pt x="6210" y="415"/>
                </a:cubicBezTo>
                <a:cubicBezTo>
                  <a:pt x="6158" y="415"/>
                  <a:pt x="6106" y="432"/>
                  <a:pt x="6061" y="466"/>
                </a:cubicBezTo>
                <a:cubicBezTo>
                  <a:pt x="5965" y="547"/>
                  <a:pt x="5810" y="896"/>
                  <a:pt x="5677" y="1355"/>
                </a:cubicBezTo>
                <a:cubicBezTo>
                  <a:pt x="5640" y="1303"/>
                  <a:pt x="5609" y="1266"/>
                  <a:pt x="5581" y="1252"/>
                </a:cubicBezTo>
                <a:cubicBezTo>
                  <a:pt x="5536" y="1225"/>
                  <a:pt x="5484" y="1212"/>
                  <a:pt x="5432" y="1212"/>
                </a:cubicBezTo>
                <a:cubicBezTo>
                  <a:pt x="5380" y="1212"/>
                  <a:pt x="5328" y="1225"/>
                  <a:pt x="5284" y="1252"/>
                </a:cubicBezTo>
                <a:cubicBezTo>
                  <a:pt x="5209" y="1296"/>
                  <a:pt x="5106" y="1474"/>
                  <a:pt x="5003" y="1710"/>
                </a:cubicBezTo>
                <a:cubicBezTo>
                  <a:pt x="4928" y="1570"/>
                  <a:pt x="4854" y="1474"/>
                  <a:pt x="4802" y="1444"/>
                </a:cubicBezTo>
                <a:cubicBezTo>
                  <a:pt x="4758" y="1414"/>
                  <a:pt x="4706" y="1400"/>
                  <a:pt x="4653" y="1400"/>
                </a:cubicBezTo>
                <a:cubicBezTo>
                  <a:pt x="4601" y="1400"/>
                  <a:pt x="4549" y="1414"/>
                  <a:pt x="4505" y="1444"/>
                </a:cubicBezTo>
                <a:cubicBezTo>
                  <a:pt x="4402" y="1509"/>
                  <a:pt x="4217" y="1865"/>
                  <a:pt x="4076" y="2295"/>
                </a:cubicBezTo>
                <a:cubicBezTo>
                  <a:pt x="4039" y="2237"/>
                  <a:pt x="4009" y="2199"/>
                  <a:pt x="3987" y="2176"/>
                </a:cubicBezTo>
                <a:cubicBezTo>
                  <a:pt x="3957" y="2159"/>
                  <a:pt x="3922" y="2150"/>
                  <a:pt x="3887" y="2150"/>
                </a:cubicBezTo>
                <a:cubicBezTo>
                  <a:pt x="3852" y="2150"/>
                  <a:pt x="3817" y="2159"/>
                  <a:pt x="3787" y="2176"/>
                </a:cubicBezTo>
                <a:cubicBezTo>
                  <a:pt x="3749" y="2199"/>
                  <a:pt x="3714" y="2265"/>
                  <a:pt x="3669" y="2347"/>
                </a:cubicBezTo>
                <a:cubicBezTo>
                  <a:pt x="3616" y="1814"/>
                  <a:pt x="3358" y="1214"/>
                  <a:pt x="3239" y="1132"/>
                </a:cubicBezTo>
                <a:cubicBezTo>
                  <a:pt x="3209" y="1110"/>
                  <a:pt x="3174" y="1099"/>
                  <a:pt x="3139" y="1099"/>
                </a:cubicBezTo>
                <a:cubicBezTo>
                  <a:pt x="3104" y="1099"/>
                  <a:pt x="3068" y="1110"/>
                  <a:pt x="3038" y="1132"/>
                </a:cubicBezTo>
                <a:cubicBezTo>
                  <a:pt x="2972" y="1177"/>
                  <a:pt x="2869" y="1392"/>
                  <a:pt x="2780" y="1659"/>
                </a:cubicBezTo>
                <a:cubicBezTo>
                  <a:pt x="2623" y="1044"/>
                  <a:pt x="2364" y="496"/>
                  <a:pt x="2223" y="398"/>
                </a:cubicBezTo>
                <a:cubicBezTo>
                  <a:pt x="2175" y="365"/>
                  <a:pt x="2120" y="349"/>
                  <a:pt x="2065" y="349"/>
                </a:cubicBezTo>
                <a:cubicBezTo>
                  <a:pt x="2010" y="349"/>
                  <a:pt x="1957" y="365"/>
                  <a:pt x="1912" y="398"/>
                </a:cubicBezTo>
                <a:cubicBezTo>
                  <a:pt x="1779" y="487"/>
                  <a:pt x="1556" y="962"/>
                  <a:pt x="1409" y="1533"/>
                </a:cubicBezTo>
                <a:cubicBezTo>
                  <a:pt x="1409" y="1525"/>
                  <a:pt x="1402" y="1525"/>
                  <a:pt x="1402" y="1525"/>
                </a:cubicBezTo>
                <a:cubicBezTo>
                  <a:pt x="1353" y="1495"/>
                  <a:pt x="1297" y="1480"/>
                  <a:pt x="1242" y="1480"/>
                </a:cubicBezTo>
                <a:cubicBezTo>
                  <a:pt x="1186" y="1480"/>
                  <a:pt x="1131" y="1495"/>
                  <a:pt x="1082" y="1525"/>
                </a:cubicBezTo>
                <a:cubicBezTo>
                  <a:pt x="957" y="1591"/>
                  <a:pt x="749" y="1954"/>
                  <a:pt x="601" y="2392"/>
                </a:cubicBezTo>
                <a:cubicBezTo>
                  <a:pt x="548" y="2288"/>
                  <a:pt x="497" y="2214"/>
                  <a:pt x="459" y="2185"/>
                </a:cubicBezTo>
                <a:cubicBezTo>
                  <a:pt x="426" y="2163"/>
                  <a:pt x="386" y="2152"/>
                  <a:pt x="345" y="2152"/>
                </a:cubicBezTo>
                <a:cubicBezTo>
                  <a:pt x="304" y="2152"/>
                  <a:pt x="264" y="2163"/>
                  <a:pt x="230" y="2185"/>
                </a:cubicBezTo>
                <a:cubicBezTo>
                  <a:pt x="171" y="2230"/>
                  <a:pt x="82" y="2384"/>
                  <a:pt x="0" y="2607"/>
                </a:cubicBezTo>
                <a:lnTo>
                  <a:pt x="9559" y="2607"/>
                </a:lnTo>
                <a:lnTo>
                  <a:pt x="9559" y="1954"/>
                </a:lnTo>
                <a:cubicBezTo>
                  <a:pt x="9419" y="1465"/>
                  <a:pt x="9241" y="1074"/>
                  <a:pt x="9138" y="992"/>
                </a:cubicBezTo>
                <a:cubicBezTo>
                  <a:pt x="9093" y="958"/>
                  <a:pt x="9041" y="941"/>
                  <a:pt x="8989" y="941"/>
                </a:cubicBezTo>
                <a:cubicBezTo>
                  <a:pt x="8937" y="941"/>
                  <a:pt x="8885" y="958"/>
                  <a:pt x="8841" y="992"/>
                </a:cubicBezTo>
                <a:cubicBezTo>
                  <a:pt x="8752" y="1058"/>
                  <a:pt x="8618" y="1341"/>
                  <a:pt x="8499" y="1710"/>
                </a:cubicBezTo>
                <a:cubicBezTo>
                  <a:pt x="8441" y="1570"/>
                  <a:pt x="8382" y="1474"/>
                  <a:pt x="8337" y="1444"/>
                </a:cubicBezTo>
                <a:cubicBezTo>
                  <a:pt x="8300" y="1414"/>
                  <a:pt x="8256" y="1400"/>
                  <a:pt x="8211" y="1400"/>
                </a:cubicBezTo>
                <a:cubicBezTo>
                  <a:pt x="8167" y="1400"/>
                  <a:pt x="8122" y="1414"/>
                  <a:pt x="8085" y="1444"/>
                </a:cubicBezTo>
                <a:cubicBezTo>
                  <a:pt x="8055" y="1465"/>
                  <a:pt x="8026" y="1509"/>
                  <a:pt x="7989" y="1577"/>
                </a:cubicBezTo>
                <a:cubicBezTo>
                  <a:pt x="7877" y="1273"/>
                  <a:pt x="7759" y="1051"/>
                  <a:pt x="7685" y="992"/>
                </a:cubicBezTo>
                <a:cubicBezTo>
                  <a:pt x="7647" y="962"/>
                  <a:pt x="7596" y="947"/>
                  <a:pt x="7544" y="947"/>
                </a:cubicBezTo>
                <a:cubicBezTo>
                  <a:pt x="7411" y="487"/>
                  <a:pt x="7240" y="124"/>
                  <a:pt x="7137" y="51"/>
                </a:cubicBezTo>
                <a:cubicBezTo>
                  <a:pt x="7093" y="17"/>
                  <a:pt x="7041" y="1"/>
                  <a:pt x="6988" y="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72" name="Google Shape;2372;p32"/>
          <p:cNvGrpSpPr/>
          <p:nvPr/>
        </p:nvGrpSpPr>
        <p:grpSpPr>
          <a:xfrm>
            <a:off x="8040197" y="4366034"/>
            <a:ext cx="280222" cy="572731"/>
            <a:chOff x="684763" y="4011150"/>
            <a:chExt cx="453875" cy="927500"/>
          </a:xfrm>
        </p:grpSpPr>
        <p:sp>
          <p:nvSpPr>
            <p:cNvPr id="2373" name="Google Shape;2373;p32"/>
            <p:cNvSpPr/>
            <p:nvPr/>
          </p:nvSpPr>
          <p:spPr>
            <a:xfrm>
              <a:off x="900663" y="4285675"/>
              <a:ext cx="44150" cy="652975"/>
            </a:xfrm>
            <a:custGeom>
              <a:avLst/>
              <a:gdLst/>
              <a:ahLst/>
              <a:cxnLst/>
              <a:rect l="l" t="t" r="r" b="b"/>
              <a:pathLst>
                <a:path w="1766" h="26119" extrusionOk="0">
                  <a:moveTo>
                    <a:pt x="217" y="0"/>
                  </a:moveTo>
                  <a:lnTo>
                    <a:pt x="0" y="26118"/>
                  </a:lnTo>
                  <a:lnTo>
                    <a:pt x="1765" y="26118"/>
                  </a:lnTo>
                  <a:lnTo>
                    <a:pt x="1298" y="91"/>
                  </a:lnTo>
                  <a:lnTo>
                    <a:pt x="217"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32"/>
            <p:cNvSpPr/>
            <p:nvPr/>
          </p:nvSpPr>
          <p:spPr>
            <a:xfrm>
              <a:off x="913313" y="4011150"/>
              <a:ext cx="53125" cy="254200"/>
            </a:xfrm>
            <a:custGeom>
              <a:avLst/>
              <a:gdLst/>
              <a:ahLst/>
              <a:cxnLst/>
              <a:rect l="l" t="t" r="r" b="b"/>
              <a:pathLst>
                <a:path w="2125" h="10168" extrusionOk="0">
                  <a:moveTo>
                    <a:pt x="1008" y="1"/>
                  </a:moveTo>
                  <a:lnTo>
                    <a:pt x="0" y="9899"/>
                  </a:lnTo>
                  <a:lnTo>
                    <a:pt x="740" y="10168"/>
                  </a:lnTo>
                  <a:lnTo>
                    <a:pt x="2125" y="8710"/>
                  </a:lnTo>
                  <a:lnTo>
                    <a:pt x="1532" y="416"/>
                  </a:lnTo>
                  <a:lnTo>
                    <a:pt x="10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32"/>
            <p:cNvSpPr/>
            <p:nvPr/>
          </p:nvSpPr>
          <p:spPr>
            <a:xfrm>
              <a:off x="920438" y="4275725"/>
              <a:ext cx="218200" cy="150150"/>
            </a:xfrm>
            <a:custGeom>
              <a:avLst/>
              <a:gdLst/>
              <a:ahLst/>
              <a:cxnLst/>
              <a:rect l="l" t="t" r="r" b="b"/>
              <a:pathLst>
                <a:path w="8728" h="6006" extrusionOk="0">
                  <a:moveTo>
                    <a:pt x="598" y="0"/>
                  </a:moveTo>
                  <a:lnTo>
                    <a:pt x="1" y="506"/>
                  </a:lnTo>
                  <a:lnTo>
                    <a:pt x="598" y="2453"/>
                  </a:lnTo>
                  <a:lnTo>
                    <a:pt x="8113" y="6005"/>
                  </a:lnTo>
                  <a:lnTo>
                    <a:pt x="8727" y="5750"/>
                  </a:lnTo>
                  <a:lnTo>
                    <a:pt x="59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32"/>
            <p:cNvSpPr/>
            <p:nvPr/>
          </p:nvSpPr>
          <p:spPr>
            <a:xfrm>
              <a:off x="684763" y="4256350"/>
              <a:ext cx="222725" cy="140625"/>
            </a:xfrm>
            <a:custGeom>
              <a:avLst/>
              <a:gdLst/>
              <a:ahLst/>
              <a:cxnLst/>
              <a:rect l="l" t="t" r="r" b="b"/>
              <a:pathLst>
                <a:path w="8909" h="5625" extrusionOk="0">
                  <a:moveTo>
                    <a:pt x="6746" y="1"/>
                  </a:moveTo>
                  <a:lnTo>
                    <a:pt x="74" y="4959"/>
                  </a:lnTo>
                  <a:lnTo>
                    <a:pt x="1" y="5625"/>
                  </a:lnTo>
                  <a:lnTo>
                    <a:pt x="8909" y="1173"/>
                  </a:lnTo>
                  <a:lnTo>
                    <a:pt x="8727" y="377"/>
                  </a:lnTo>
                  <a:lnTo>
                    <a:pt x="674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32"/>
            <p:cNvSpPr/>
            <p:nvPr/>
          </p:nvSpPr>
          <p:spPr>
            <a:xfrm>
              <a:off x="888013" y="4245000"/>
              <a:ext cx="61350" cy="58400"/>
            </a:xfrm>
            <a:custGeom>
              <a:avLst/>
              <a:gdLst/>
              <a:ahLst/>
              <a:cxnLst/>
              <a:rect l="l" t="t" r="r" b="b"/>
              <a:pathLst>
                <a:path w="2454" h="2336" extrusionOk="0">
                  <a:moveTo>
                    <a:pt x="1223" y="0"/>
                  </a:moveTo>
                  <a:cubicBezTo>
                    <a:pt x="1189" y="0"/>
                    <a:pt x="1155" y="2"/>
                    <a:pt x="1121" y="5"/>
                  </a:cubicBezTo>
                  <a:cubicBezTo>
                    <a:pt x="472" y="74"/>
                    <a:pt x="0" y="654"/>
                    <a:pt x="74" y="1285"/>
                  </a:cubicBezTo>
                  <a:cubicBezTo>
                    <a:pt x="142" y="1889"/>
                    <a:pt x="630" y="2336"/>
                    <a:pt x="1220" y="2336"/>
                  </a:cubicBezTo>
                  <a:cubicBezTo>
                    <a:pt x="1264" y="2336"/>
                    <a:pt x="1309" y="2333"/>
                    <a:pt x="1354" y="2328"/>
                  </a:cubicBezTo>
                  <a:cubicBezTo>
                    <a:pt x="1986" y="2259"/>
                    <a:pt x="2453" y="1696"/>
                    <a:pt x="2401" y="1047"/>
                  </a:cubicBezTo>
                  <a:cubicBezTo>
                    <a:pt x="2332" y="454"/>
                    <a:pt x="1813" y="0"/>
                    <a:pt x="1223" y="0"/>
                  </a:cubicBez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8" name="Google Shape;2378;p32"/>
          <p:cNvGrpSpPr/>
          <p:nvPr/>
        </p:nvGrpSpPr>
        <p:grpSpPr>
          <a:xfrm>
            <a:off x="8384604" y="4366034"/>
            <a:ext cx="280222" cy="572731"/>
            <a:chOff x="684763" y="4011150"/>
            <a:chExt cx="453875" cy="927500"/>
          </a:xfrm>
        </p:grpSpPr>
        <p:sp>
          <p:nvSpPr>
            <p:cNvPr id="2379" name="Google Shape;2379;p32"/>
            <p:cNvSpPr/>
            <p:nvPr/>
          </p:nvSpPr>
          <p:spPr>
            <a:xfrm>
              <a:off x="900663" y="4285675"/>
              <a:ext cx="44150" cy="652975"/>
            </a:xfrm>
            <a:custGeom>
              <a:avLst/>
              <a:gdLst/>
              <a:ahLst/>
              <a:cxnLst/>
              <a:rect l="l" t="t" r="r" b="b"/>
              <a:pathLst>
                <a:path w="1766" h="26119" extrusionOk="0">
                  <a:moveTo>
                    <a:pt x="217" y="0"/>
                  </a:moveTo>
                  <a:lnTo>
                    <a:pt x="0" y="26118"/>
                  </a:lnTo>
                  <a:lnTo>
                    <a:pt x="1765" y="26118"/>
                  </a:lnTo>
                  <a:lnTo>
                    <a:pt x="1298" y="91"/>
                  </a:lnTo>
                  <a:lnTo>
                    <a:pt x="217" y="0"/>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32"/>
            <p:cNvSpPr/>
            <p:nvPr/>
          </p:nvSpPr>
          <p:spPr>
            <a:xfrm>
              <a:off x="913313" y="4011150"/>
              <a:ext cx="53125" cy="254200"/>
            </a:xfrm>
            <a:custGeom>
              <a:avLst/>
              <a:gdLst/>
              <a:ahLst/>
              <a:cxnLst/>
              <a:rect l="l" t="t" r="r" b="b"/>
              <a:pathLst>
                <a:path w="2125" h="10168" extrusionOk="0">
                  <a:moveTo>
                    <a:pt x="1008" y="1"/>
                  </a:moveTo>
                  <a:lnTo>
                    <a:pt x="0" y="9899"/>
                  </a:lnTo>
                  <a:lnTo>
                    <a:pt x="740" y="10168"/>
                  </a:lnTo>
                  <a:lnTo>
                    <a:pt x="2125" y="8710"/>
                  </a:lnTo>
                  <a:lnTo>
                    <a:pt x="1532" y="416"/>
                  </a:lnTo>
                  <a:lnTo>
                    <a:pt x="10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32"/>
            <p:cNvSpPr/>
            <p:nvPr/>
          </p:nvSpPr>
          <p:spPr>
            <a:xfrm>
              <a:off x="920438" y="4275725"/>
              <a:ext cx="218200" cy="150150"/>
            </a:xfrm>
            <a:custGeom>
              <a:avLst/>
              <a:gdLst/>
              <a:ahLst/>
              <a:cxnLst/>
              <a:rect l="l" t="t" r="r" b="b"/>
              <a:pathLst>
                <a:path w="8728" h="6006" extrusionOk="0">
                  <a:moveTo>
                    <a:pt x="598" y="0"/>
                  </a:moveTo>
                  <a:lnTo>
                    <a:pt x="1" y="506"/>
                  </a:lnTo>
                  <a:lnTo>
                    <a:pt x="598" y="2453"/>
                  </a:lnTo>
                  <a:lnTo>
                    <a:pt x="8113" y="6005"/>
                  </a:lnTo>
                  <a:lnTo>
                    <a:pt x="8727" y="5750"/>
                  </a:lnTo>
                  <a:lnTo>
                    <a:pt x="59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32"/>
            <p:cNvSpPr/>
            <p:nvPr/>
          </p:nvSpPr>
          <p:spPr>
            <a:xfrm>
              <a:off x="684763" y="4256350"/>
              <a:ext cx="222725" cy="140625"/>
            </a:xfrm>
            <a:custGeom>
              <a:avLst/>
              <a:gdLst/>
              <a:ahLst/>
              <a:cxnLst/>
              <a:rect l="l" t="t" r="r" b="b"/>
              <a:pathLst>
                <a:path w="8909" h="5625" extrusionOk="0">
                  <a:moveTo>
                    <a:pt x="6746" y="1"/>
                  </a:moveTo>
                  <a:lnTo>
                    <a:pt x="74" y="4959"/>
                  </a:lnTo>
                  <a:lnTo>
                    <a:pt x="1" y="5625"/>
                  </a:lnTo>
                  <a:lnTo>
                    <a:pt x="8909" y="1173"/>
                  </a:lnTo>
                  <a:lnTo>
                    <a:pt x="8727" y="377"/>
                  </a:lnTo>
                  <a:lnTo>
                    <a:pt x="674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32"/>
            <p:cNvSpPr/>
            <p:nvPr/>
          </p:nvSpPr>
          <p:spPr>
            <a:xfrm>
              <a:off x="888013" y="4245000"/>
              <a:ext cx="61350" cy="58400"/>
            </a:xfrm>
            <a:custGeom>
              <a:avLst/>
              <a:gdLst/>
              <a:ahLst/>
              <a:cxnLst/>
              <a:rect l="l" t="t" r="r" b="b"/>
              <a:pathLst>
                <a:path w="2454" h="2336" extrusionOk="0">
                  <a:moveTo>
                    <a:pt x="1223" y="0"/>
                  </a:moveTo>
                  <a:cubicBezTo>
                    <a:pt x="1189" y="0"/>
                    <a:pt x="1155" y="2"/>
                    <a:pt x="1121" y="5"/>
                  </a:cubicBezTo>
                  <a:cubicBezTo>
                    <a:pt x="472" y="74"/>
                    <a:pt x="0" y="654"/>
                    <a:pt x="74" y="1285"/>
                  </a:cubicBezTo>
                  <a:cubicBezTo>
                    <a:pt x="142" y="1889"/>
                    <a:pt x="630" y="2336"/>
                    <a:pt x="1220" y="2336"/>
                  </a:cubicBezTo>
                  <a:cubicBezTo>
                    <a:pt x="1264" y="2336"/>
                    <a:pt x="1309" y="2333"/>
                    <a:pt x="1354" y="2328"/>
                  </a:cubicBezTo>
                  <a:cubicBezTo>
                    <a:pt x="1986" y="2259"/>
                    <a:pt x="2453" y="1696"/>
                    <a:pt x="2401" y="1047"/>
                  </a:cubicBezTo>
                  <a:cubicBezTo>
                    <a:pt x="2332" y="454"/>
                    <a:pt x="1813" y="0"/>
                    <a:pt x="1223" y="0"/>
                  </a:cubicBez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384"/>
        <p:cNvGrpSpPr/>
        <p:nvPr/>
      </p:nvGrpSpPr>
      <p:grpSpPr>
        <a:xfrm>
          <a:off x="0" y="0"/>
          <a:ext cx="0" cy="0"/>
          <a:chOff x="0" y="0"/>
          <a:chExt cx="0" cy="0"/>
        </a:xfrm>
      </p:grpSpPr>
      <p:sp>
        <p:nvSpPr>
          <p:cNvPr id="2385" name="Google Shape;2385;p33"/>
          <p:cNvSpPr/>
          <p:nvPr/>
        </p:nvSpPr>
        <p:spPr>
          <a:xfrm>
            <a:off x="256052" y="4743375"/>
            <a:ext cx="695594" cy="191076"/>
          </a:xfrm>
          <a:custGeom>
            <a:avLst/>
            <a:gdLst/>
            <a:ahLst/>
            <a:cxnLst/>
            <a:rect l="l" t="t" r="r" b="b"/>
            <a:pathLst>
              <a:path w="12418" h="3411" extrusionOk="0">
                <a:moveTo>
                  <a:pt x="6110" y="1"/>
                </a:moveTo>
                <a:cubicBezTo>
                  <a:pt x="5063" y="1"/>
                  <a:pt x="4128" y="615"/>
                  <a:pt x="3548" y="1589"/>
                </a:cubicBezTo>
                <a:cubicBezTo>
                  <a:pt x="3301" y="2001"/>
                  <a:pt x="2908" y="2234"/>
                  <a:pt x="2504" y="2234"/>
                </a:cubicBezTo>
                <a:cubicBezTo>
                  <a:pt x="2377" y="2234"/>
                  <a:pt x="2250" y="2212"/>
                  <a:pt x="2125" y="2164"/>
                </a:cubicBezTo>
                <a:cubicBezTo>
                  <a:pt x="1874" y="2073"/>
                  <a:pt x="1601" y="2021"/>
                  <a:pt x="1333" y="2021"/>
                </a:cubicBezTo>
                <a:lnTo>
                  <a:pt x="1151" y="2021"/>
                </a:lnTo>
                <a:cubicBezTo>
                  <a:pt x="433" y="2091"/>
                  <a:pt x="35" y="2722"/>
                  <a:pt x="1" y="3410"/>
                </a:cubicBezTo>
                <a:lnTo>
                  <a:pt x="12417" y="3410"/>
                </a:lnTo>
                <a:cubicBezTo>
                  <a:pt x="12365" y="2722"/>
                  <a:pt x="11985" y="2091"/>
                  <a:pt x="11249" y="2021"/>
                </a:cubicBezTo>
                <a:lnTo>
                  <a:pt x="11068" y="2021"/>
                </a:lnTo>
                <a:cubicBezTo>
                  <a:pt x="10760" y="2021"/>
                  <a:pt x="10471" y="2073"/>
                  <a:pt x="10202" y="2199"/>
                </a:cubicBezTo>
                <a:cubicBezTo>
                  <a:pt x="10052" y="2263"/>
                  <a:pt x="9899" y="2294"/>
                  <a:pt x="9749" y="2294"/>
                </a:cubicBezTo>
                <a:cubicBezTo>
                  <a:pt x="9341" y="2294"/>
                  <a:pt x="8955" y="2064"/>
                  <a:pt x="8705" y="1641"/>
                </a:cubicBezTo>
                <a:cubicBezTo>
                  <a:pt x="8130" y="650"/>
                  <a:pt x="7191" y="1"/>
                  <a:pt x="6110" y="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86" name="Google Shape;2386;p33"/>
          <p:cNvGrpSpPr/>
          <p:nvPr/>
        </p:nvGrpSpPr>
        <p:grpSpPr>
          <a:xfrm>
            <a:off x="1733274" y="4938638"/>
            <a:ext cx="2749703" cy="122913"/>
            <a:chOff x="5024149" y="4918613"/>
            <a:chExt cx="2749703" cy="122913"/>
          </a:xfrm>
        </p:grpSpPr>
        <p:sp>
          <p:nvSpPr>
            <p:cNvPr id="2387" name="Google Shape;2387;p33"/>
            <p:cNvSpPr/>
            <p:nvPr/>
          </p:nvSpPr>
          <p:spPr>
            <a:xfrm>
              <a:off x="5121294" y="4919510"/>
              <a:ext cx="27619" cy="26802"/>
            </a:xfrm>
            <a:custGeom>
              <a:avLst/>
              <a:gdLst/>
              <a:ahLst/>
              <a:cxnLst/>
              <a:rect l="l" t="t" r="r" b="b"/>
              <a:pathLst>
                <a:path w="1324" h="1285" extrusionOk="0">
                  <a:moveTo>
                    <a:pt x="690" y="1"/>
                  </a:moveTo>
                  <a:cubicBezTo>
                    <a:pt x="379" y="1"/>
                    <a:pt x="134" y="175"/>
                    <a:pt x="0" y="460"/>
                  </a:cubicBezTo>
                  <a:cubicBezTo>
                    <a:pt x="0" y="643"/>
                    <a:pt x="183" y="1031"/>
                    <a:pt x="297" y="1213"/>
                  </a:cubicBezTo>
                  <a:cubicBezTo>
                    <a:pt x="418" y="1262"/>
                    <a:pt x="528" y="1284"/>
                    <a:pt x="629" y="1284"/>
                  </a:cubicBezTo>
                  <a:cubicBezTo>
                    <a:pt x="909" y="1284"/>
                    <a:pt x="1123" y="1110"/>
                    <a:pt x="1324" y="825"/>
                  </a:cubicBezTo>
                  <a:cubicBezTo>
                    <a:pt x="1233" y="551"/>
                    <a:pt x="1141" y="163"/>
                    <a:pt x="1050" y="72"/>
                  </a:cubicBezTo>
                  <a:cubicBezTo>
                    <a:pt x="923" y="24"/>
                    <a:pt x="802" y="1"/>
                    <a:pt x="6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33"/>
            <p:cNvSpPr/>
            <p:nvPr/>
          </p:nvSpPr>
          <p:spPr>
            <a:xfrm>
              <a:off x="5307928" y="4919510"/>
              <a:ext cx="27639" cy="26802"/>
            </a:xfrm>
            <a:custGeom>
              <a:avLst/>
              <a:gdLst/>
              <a:ahLst/>
              <a:cxnLst/>
              <a:rect l="l" t="t" r="r" b="b"/>
              <a:pathLst>
                <a:path w="1325" h="1285" extrusionOk="0">
                  <a:moveTo>
                    <a:pt x="731" y="1"/>
                  </a:moveTo>
                  <a:cubicBezTo>
                    <a:pt x="435" y="1"/>
                    <a:pt x="159" y="175"/>
                    <a:pt x="92" y="460"/>
                  </a:cubicBezTo>
                  <a:cubicBezTo>
                    <a:pt x="1" y="643"/>
                    <a:pt x="183" y="1031"/>
                    <a:pt x="366" y="1213"/>
                  </a:cubicBezTo>
                  <a:cubicBezTo>
                    <a:pt x="469" y="1262"/>
                    <a:pt x="572" y="1284"/>
                    <a:pt x="671" y="1284"/>
                  </a:cubicBezTo>
                  <a:cubicBezTo>
                    <a:pt x="945" y="1284"/>
                    <a:pt x="1190" y="1110"/>
                    <a:pt x="1324" y="825"/>
                  </a:cubicBezTo>
                  <a:cubicBezTo>
                    <a:pt x="1233" y="551"/>
                    <a:pt x="1233" y="163"/>
                    <a:pt x="1051" y="72"/>
                  </a:cubicBezTo>
                  <a:cubicBezTo>
                    <a:pt x="948" y="24"/>
                    <a:pt x="838" y="1"/>
                    <a:pt x="7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33"/>
            <p:cNvSpPr/>
            <p:nvPr/>
          </p:nvSpPr>
          <p:spPr>
            <a:xfrm>
              <a:off x="5496482" y="4919823"/>
              <a:ext cx="25720" cy="27365"/>
            </a:xfrm>
            <a:custGeom>
              <a:avLst/>
              <a:gdLst/>
              <a:ahLst/>
              <a:cxnLst/>
              <a:rect l="l" t="t" r="r" b="b"/>
              <a:pathLst>
                <a:path w="1233" h="1312" extrusionOk="0">
                  <a:moveTo>
                    <a:pt x="656" y="0"/>
                  </a:moveTo>
                  <a:cubicBezTo>
                    <a:pt x="565" y="0"/>
                    <a:pt x="467" y="18"/>
                    <a:pt x="366" y="57"/>
                  </a:cubicBezTo>
                  <a:cubicBezTo>
                    <a:pt x="183" y="57"/>
                    <a:pt x="92" y="445"/>
                    <a:pt x="0" y="628"/>
                  </a:cubicBezTo>
                  <a:cubicBezTo>
                    <a:pt x="77" y="1106"/>
                    <a:pt x="346" y="1312"/>
                    <a:pt x="660" y="1312"/>
                  </a:cubicBezTo>
                  <a:cubicBezTo>
                    <a:pt x="720" y="1312"/>
                    <a:pt x="782" y="1304"/>
                    <a:pt x="845" y="1290"/>
                  </a:cubicBezTo>
                  <a:cubicBezTo>
                    <a:pt x="1028" y="1198"/>
                    <a:pt x="1233" y="810"/>
                    <a:pt x="1233" y="628"/>
                  </a:cubicBezTo>
                  <a:cubicBezTo>
                    <a:pt x="1233" y="250"/>
                    <a:pt x="992" y="0"/>
                    <a:pt x="6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33"/>
            <p:cNvSpPr/>
            <p:nvPr/>
          </p:nvSpPr>
          <p:spPr>
            <a:xfrm>
              <a:off x="5680738" y="4920490"/>
              <a:ext cx="33835" cy="26239"/>
            </a:xfrm>
            <a:custGeom>
              <a:avLst/>
              <a:gdLst/>
              <a:ahLst/>
              <a:cxnLst/>
              <a:rect l="l" t="t" r="r" b="b"/>
              <a:pathLst>
                <a:path w="1622" h="1258" extrusionOk="0">
                  <a:moveTo>
                    <a:pt x="743" y="1"/>
                  </a:moveTo>
                  <a:cubicBezTo>
                    <a:pt x="538" y="1"/>
                    <a:pt x="277" y="154"/>
                    <a:pt x="183" y="322"/>
                  </a:cubicBezTo>
                  <a:cubicBezTo>
                    <a:pt x="1" y="778"/>
                    <a:pt x="298" y="1166"/>
                    <a:pt x="754" y="1258"/>
                  </a:cubicBezTo>
                  <a:cubicBezTo>
                    <a:pt x="959" y="1166"/>
                    <a:pt x="1325" y="1075"/>
                    <a:pt x="1439" y="892"/>
                  </a:cubicBezTo>
                  <a:cubicBezTo>
                    <a:pt x="1621" y="413"/>
                    <a:pt x="1325" y="25"/>
                    <a:pt x="868" y="25"/>
                  </a:cubicBezTo>
                  <a:cubicBezTo>
                    <a:pt x="831" y="8"/>
                    <a:pt x="788" y="1"/>
                    <a:pt x="7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33"/>
            <p:cNvSpPr/>
            <p:nvPr/>
          </p:nvSpPr>
          <p:spPr>
            <a:xfrm>
              <a:off x="5871190" y="4919823"/>
              <a:ext cx="27639" cy="27365"/>
            </a:xfrm>
            <a:custGeom>
              <a:avLst/>
              <a:gdLst/>
              <a:ahLst/>
              <a:cxnLst/>
              <a:rect l="l" t="t" r="r" b="b"/>
              <a:pathLst>
                <a:path w="1325" h="1312" extrusionOk="0">
                  <a:moveTo>
                    <a:pt x="677" y="0"/>
                  </a:moveTo>
                  <a:cubicBezTo>
                    <a:pt x="587" y="0"/>
                    <a:pt x="491" y="18"/>
                    <a:pt x="389" y="57"/>
                  </a:cubicBezTo>
                  <a:cubicBezTo>
                    <a:pt x="184" y="57"/>
                    <a:pt x="92" y="445"/>
                    <a:pt x="1" y="628"/>
                  </a:cubicBezTo>
                  <a:cubicBezTo>
                    <a:pt x="77" y="1106"/>
                    <a:pt x="363" y="1312"/>
                    <a:pt x="682" y="1312"/>
                  </a:cubicBezTo>
                  <a:cubicBezTo>
                    <a:pt x="743" y="1312"/>
                    <a:pt x="806" y="1304"/>
                    <a:pt x="868" y="1290"/>
                  </a:cubicBezTo>
                  <a:cubicBezTo>
                    <a:pt x="1051" y="1198"/>
                    <a:pt x="1325" y="810"/>
                    <a:pt x="1233" y="628"/>
                  </a:cubicBezTo>
                  <a:cubicBezTo>
                    <a:pt x="1233" y="250"/>
                    <a:pt x="1007" y="0"/>
                    <a:pt x="6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33"/>
            <p:cNvSpPr/>
            <p:nvPr/>
          </p:nvSpPr>
          <p:spPr>
            <a:xfrm>
              <a:off x="6055947" y="4920490"/>
              <a:ext cx="33334" cy="26239"/>
            </a:xfrm>
            <a:custGeom>
              <a:avLst/>
              <a:gdLst/>
              <a:ahLst/>
              <a:cxnLst/>
              <a:rect l="l" t="t" r="r" b="b"/>
              <a:pathLst>
                <a:path w="1598" h="1258" extrusionOk="0">
                  <a:moveTo>
                    <a:pt x="728" y="1"/>
                  </a:moveTo>
                  <a:cubicBezTo>
                    <a:pt x="531" y="1"/>
                    <a:pt x="257" y="154"/>
                    <a:pt x="183" y="322"/>
                  </a:cubicBezTo>
                  <a:cubicBezTo>
                    <a:pt x="0" y="778"/>
                    <a:pt x="274" y="1166"/>
                    <a:pt x="753" y="1258"/>
                  </a:cubicBezTo>
                  <a:cubicBezTo>
                    <a:pt x="936" y="1166"/>
                    <a:pt x="1324" y="1075"/>
                    <a:pt x="1415" y="892"/>
                  </a:cubicBezTo>
                  <a:cubicBezTo>
                    <a:pt x="1598" y="413"/>
                    <a:pt x="1324" y="25"/>
                    <a:pt x="845" y="25"/>
                  </a:cubicBezTo>
                  <a:cubicBezTo>
                    <a:pt x="811" y="8"/>
                    <a:pt x="771" y="1"/>
                    <a:pt x="7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33"/>
            <p:cNvSpPr/>
            <p:nvPr/>
          </p:nvSpPr>
          <p:spPr>
            <a:xfrm>
              <a:off x="6244021" y="4919093"/>
              <a:ext cx="31916" cy="27636"/>
            </a:xfrm>
            <a:custGeom>
              <a:avLst/>
              <a:gdLst/>
              <a:ahLst/>
              <a:cxnLst/>
              <a:rect l="l" t="t" r="r" b="b"/>
              <a:pathLst>
                <a:path w="1530" h="1325" extrusionOk="0">
                  <a:moveTo>
                    <a:pt x="571" y="1"/>
                  </a:moveTo>
                  <a:cubicBezTo>
                    <a:pt x="206" y="183"/>
                    <a:pt x="0" y="571"/>
                    <a:pt x="206" y="959"/>
                  </a:cubicBezTo>
                  <a:cubicBezTo>
                    <a:pt x="297" y="1142"/>
                    <a:pt x="685" y="1325"/>
                    <a:pt x="867" y="1325"/>
                  </a:cubicBezTo>
                  <a:cubicBezTo>
                    <a:pt x="1347" y="1142"/>
                    <a:pt x="1529" y="754"/>
                    <a:pt x="1256" y="389"/>
                  </a:cubicBezTo>
                  <a:cubicBezTo>
                    <a:pt x="1141" y="183"/>
                    <a:pt x="867" y="92"/>
                    <a:pt x="5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33"/>
            <p:cNvSpPr/>
            <p:nvPr/>
          </p:nvSpPr>
          <p:spPr>
            <a:xfrm>
              <a:off x="6434473" y="4919823"/>
              <a:ext cx="26200" cy="27365"/>
            </a:xfrm>
            <a:custGeom>
              <a:avLst/>
              <a:gdLst/>
              <a:ahLst/>
              <a:cxnLst/>
              <a:rect l="l" t="t" r="r" b="b"/>
              <a:pathLst>
                <a:path w="1256" h="1312" extrusionOk="0">
                  <a:moveTo>
                    <a:pt x="679" y="0"/>
                  </a:moveTo>
                  <a:cubicBezTo>
                    <a:pt x="588" y="0"/>
                    <a:pt x="490" y="18"/>
                    <a:pt x="388" y="57"/>
                  </a:cubicBezTo>
                  <a:cubicBezTo>
                    <a:pt x="206" y="57"/>
                    <a:pt x="114" y="445"/>
                    <a:pt x="0" y="628"/>
                  </a:cubicBezTo>
                  <a:cubicBezTo>
                    <a:pt x="0" y="1106"/>
                    <a:pt x="273" y="1312"/>
                    <a:pt x="644" y="1312"/>
                  </a:cubicBezTo>
                  <a:cubicBezTo>
                    <a:pt x="715" y="1312"/>
                    <a:pt x="790" y="1304"/>
                    <a:pt x="868" y="1290"/>
                  </a:cubicBezTo>
                  <a:cubicBezTo>
                    <a:pt x="1050" y="1198"/>
                    <a:pt x="1256" y="810"/>
                    <a:pt x="1256" y="628"/>
                  </a:cubicBezTo>
                  <a:cubicBezTo>
                    <a:pt x="1256" y="250"/>
                    <a:pt x="1015" y="0"/>
                    <a:pt x="67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33"/>
            <p:cNvSpPr/>
            <p:nvPr/>
          </p:nvSpPr>
          <p:spPr>
            <a:xfrm>
              <a:off x="6621107" y="4919176"/>
              <a:ext cx="27640" cy="26406"/>
            </a:xfrm>
            <a:custGeom>
              <a:avLst/>
              <a:gdLst/>
              <a:ahLst/>
              <a:cxnLst/>
              <a:rect l="l" t="t" r="r" b="b"/>
              <a:pathLst>
                <a:path w="1325" h="1266" extrusionOk="0">
                  <a:moveTo>
                    <a:pt x="702" y="1"/>
                  </a:moveTo>
                  <a:cubicBezTo>
                    <a:pt x="577" y="1"/>
                    <a:pt x="440" y="31"/>
                    <a:pt x="298" y="88"/>
                  </a:cubicBezTo>
                  <a:cubicBezTo>
                    <a:pt x="183" y="179"/>
                    <a:pt x="1" y="567"/>
                    <a:pt x="1" y="750"/>
                  </a:cubicBezTo>
                  <a:cubicBezTo>
                    <a:pt x="125" y="1077"/>
                    <a:pt x="346" y="1266"/>
                    <a:pt x="596" y="1266"/>
                  </a:cubicBezTo>
                  <a:cubicBezTo>
                    <a:pt x="713" y="1266"/>
                    <a:pt x="836" y="1225"/>
                    <a:pt x="959" y="1138"/>
                  </a:cubicBezTo>
                  <a:cubicBezTo>
                    <a:pt x="1142" y="1047"/>
                    <a:pt x="1233" y="659"/>
                    <a:pt x="1325" y="476"/>
                  </a:cubicBezTo>
                  <a:cubicBezTo>
                    <a:pt x="1199" y="147"/>
                    <a:pt x="977" y="1"/>
                    <a:pt x="7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33"/>
            <p:cNvSpPr/>
            <p:nvPr/>
          </p:nvSpPr>
          <p:spPr>
            <a:xfrm>
              <a:off x="6807762" y="4919176"/>
              <a:ext cx="27640" cy="26406"/>
            </a:xfrm>
            <a:custGeom>
              <a:avLst/>
              <a:gdLst/>
              <a:ahLst/>
              <a:cxnLst/>
              <a:rect l="l" t="t" r="r" b="b"/>
              <a:pathLst>
                <a:path w="1325" h="1266" extrusionOk="0">
                  <a:moveTo>
                    <a:pt x="723" y="1"/>
                  </a:moveTo>
                  <a:cubicBezTo>
                    <a:pt x="608" y="1"/>
                    <a:pt x="487" y="31"/>
                    <a:pt x="366" y="88"/>
                  </a:cubicBezTo>
                  <a:cubicBezTo>
                    <a:pt x="183" y="179"/>
                    <a:pt x="0" y="567"/>
                    <a:pt x="92" y="750"/>
                  </a:cubicBezTo>
                  <a:cubicBezTo>
                    <a:pt x="154" y="1077"/>
                    <a:pt x="397" y="1266"/>
                    <a:pt x="668" y="1266"/>
                  </a:cubicBezTo>
                  <a:cubicBezTo>
                    <a:pt x="795" y="1266"/>
                    <a:pt x="927" y="1225"/>
                    <a:pt x="1050" y="1138"/>
                  </a:cubicBezTo>
                  <a:cubicBezTo>
                    <a:pt x="1233" y="1047"/>
                    <a:pt x="1233" y="659"/>
                    <a:pt x="1324" y="476"/>
                  </a:cubicBezTo>
                  <a:cubicBezTo>
                    <a:pt x="1199" y="147"/>
                    <a:pt x="976" y="1"/>
                    <a:pt x="7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33"/>
            <p:cNvSpPr/>
            <p:nvPr/>
          </p:nvSpPr>
          <p:spPr>
            <a:xfrm>
              <a:off x="6998214" y="4918613"/>
              <a:ext cx="25720" cy="27407"/>
            </a:xfrm>
            <a:custGeom>
              <a:avLst/>
              <a:gdLst/>
              <a:ahLst/>
              <a:cxnLst/>
              <a:rect l="l" t="t" r="r" b="b"/>
              <a:pathLst>
                <a:path w="1233" h="1314" extrusionOk="0">
                  <a:moveTo>
                    <a:pt x="617" y="1"/>
                  </a:moveTo>
                  <a:cubicBezTo>
                    <a:pt x="255" y="1"/>
                    <a:pt x="0" y="194"/>
                    <a:pt x="0" y="594"/>
                  </a:cubicBezTo>
                  <a:cubicBezTo>
                    <a:pt x="0" y="777"/>
                    <a:pt x="183" y="1256"/>
                    <a:pt x="366" y="1256"/>
                  </a:cubicBezTo>
                  <a:cubicBezTo>
                    <a:pt x="448" y="1295"/>
                    <a:pt x="530" y="1313"/>
                    <a:pt x="610" y="1313"/>
                  </a:cubicBezTo>
                  <a:cubicBezTo>
                    <a:pt x="905" y="1313"/>
                    <a:pt x="1161" y="1063"/>
                    <a:pt x="1233" y="686"/>
                  </a:cubicBezTo>
                  <a:cubicBezTo>
                    <a:pt x="1142" y="503"/>
                    <a:pt x="1050" y="115"/>
                    <a:pt x="845" y="24"/>
                  </a:cubicBezTo>
                  <a:cubicBezTo>
                    <a:pt x="766" y="9"/>
                    <a:pt x="689" y="1"/>
                    <a:pt x="6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33"/>
            <p:cNvSpPr/>
            <p:nvPr/>
          </p:nvSpPr>
          <p:spPr>
            <a:xfrm>
              <a:off x="7182470" y="4920490"/>
              <a:ext cx="31937" cy="26239"/>
            </a:xfrm>
            <a:custGeom>
              <a:avLst/>
              <a:gdLst/>
              <a:ahLst/>
              <a:cxnLst/>
              <a:rect l="l" t="t" r="r" b="b"/>
              <a:pathLst>
                <a:path w="1531" h="1258" extrusionOk="0">
                  <a:moveTo>
                    <a:pt x="651" y="1"/>
                  </a:moveTo>
                  <a:cubicBezTo>
                    <a:pt x="447" y="1"/>
                    <a:pt x="185" y="154"/>
                    <a:pt x="92" y="322"/>
                  </a:cubicBezTo>
                  <a:cubicBezTo>
                    <a:pt x="1" y="778"/>
                    <a:pt x="206" y="1166"/>
                    <a:pt x="663" y="1258"/>
                  </a:cubicBezTo>
                  <a:cubicBezTo>
                    <a:pt x="959" y="1166"/>
                    <a:pt x="1348" y="1075"/>
                    <a:pt x="1348" y="892"/>
                  </a:cubicBezTo>
                  <a:cubicBezTo>
                    <a:pt x="1530" y="413"/>
                    <a:pt x="1233" y="25"/>
                    <a:pt x="777" y="25"/>
                  </a:cubicBezTo>
                  <a:cubicBezTo>
                    <a:pt x="740" y="8"/>
                    <a:pt x="697" y="1"/>
                    <a:pt x="6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33"/>
            <p:cNvSpPr/>
            <p:nvPr/>
          </p:nvSpPr>
          <p:spPr>
            <a:xfrm>
              <a:off x="7372922" y="4918613"/>
              <a:ext cx="25741" cy="27407"/>
            </a:xfrm>
            <a:custGeom>
              <a:avLst/>
              <a:gdLst/>
              <a:ahLst/>
              <a:cxnLst/>
              <a:rect l="l" t="t" r="r" b="b"/>
              <a:pathLst>
                <a:path w="1234" h="1314" extrusionOk="0">
                  <a:moveTo>
                    <a:pt x="671" y="1"/>
                  </a:moveTo>
                  <a:cubicBezTo>
                    <a:pt x="335" y="1"/>
                    <a:pt x="1" y="194"/>
                    <a:pt x="1" y="594"/>
                  </a:cubicBezTo>
                  <a:cubicBezTo>
                    <a:pt x="1" y="777"/>
                    <a:pt x="206" y="1256"/>
                    <a:pt x="389" y="1256"/>
                  </a:cubicBezTo>
                  <a:cubicBezTo>
                    <a:pt x="471" y="1295"/>
                    <a:pt x="553" y="1313"/>
                    <a:pt x="631" y="1313"/>
                  </a:cubicBezTo>
                  <a:cubicBezTo>
                    <a:pt x="920" y="1313"/>
                    <a:pt x="1162" y="1063"/>
                    <a:pt x="1234" y="686"/>
                  </a:cubicBezTo>
                  <a:cubicBezTo>
                    <a:pt x="1142" y="503"/>
                    <a:pt x="1051" y="115"/>
                    <a:pt x="868" y="24"/>
                  </a:cubicBezTo>
                  <a:cubicBezTo>
                    <a:pt x="804" y="9"/>
                    <a:pt x="737" y="1"/>
                    <a:pt x="6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33"/>
            <p:cNvSpPr/>
            <p:nvPr/>
          </p:nvSpPr>
          <p:spPr>
            <a:xfrm>
              <a:off x="7559578" y="4918613"/>
              <a:ext cx="27640" cy="27407"/>
            </a:xfrm>
            <a:custGeom>
              <a:avLst/>
              <a:gdLst/>
              <a:ahLst/>
              <a:cxnLst/>
              <a:rect l="l" t="t" r="r" b="b"/>
              <a:pathLst>
                <a:path w="1325" h="1314" extrusionOk="0">
                  <a:moveTo>
                    <a:pt x="730" y="1"/>
                  </a:moveTo>
                  <a:cubicBezTo>
                    <a:pt x="359" y="1"/>
                    <a:pt x="77" y="194"/>
                    <a:pt x="0" y="594"/>
                  </a:cubicBezTo>
                  <a:cubicBezTo>
                    <a:pt x="0" y="777"/>
                    <a:pt x="183" y="1256"/>
                    <a:pt x="388" y="1256"/>
                  </a:cubicBezTo>
                  <a:cubicBezTo>
                    <a:pt x="485" y="1295"/>
                    <a:pt x="575" y="1313"/>
                    <a:pt x="658" y="1313"/>
                  </a:cubicBezTo>
                  <a:cubicBezTo>
                    <a:pt x="966" y="1313"/>
                    <a:pt x="1181" y="1063"/>
                    <a:pt x="1324" y="686"/>
                  </a:cubicBezTo>
                  <a:cubicBezTo>
                    <a:pt x="1233" y="503"/>
                    <a:pt x="1142" y="115"/>
                    <a:pt x="959" y="24"/>
                  </a:cubicBezTo>
                  <a:cubicBezTo>
                    <a:pt x="880" y="9"/>
                    <a:pt x="803" y="1"/>
                    <a:pt x="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33"/>
            <p:cNvSpPr/>
            <p:nvPr/>
          </p:nvSpPr>
          <p:spPr>
            <a:xfrm>
              <a:off x="7748131" y="4918634"/>
              <a:ext cx="25720" cy="27386"/>
            </a:xfrm>
            <a:custGeom>
              <a:avLst/>
              <a:gdLst/>
              <a:ahLst/>
              <a:cxnLst/>
              <a:rect l="l" t="t" r="r" b="b"/>
              <a:pathLst>
                <a:path w="1233" h="1313" extrusionOk="0">
                  <a:moveTo>
                    <a:pt x="552" y="0"/>
                  </a:moveTo>
                  <a:cubicBezTo>
                    <a:pt x="491" y="0"/>
                    <a:pt x="428" y="8"/>
                    <a:pt x="365" y="23"/>
                  </a:cubicBezTo>
                  <a:cubicBezTo>
                    <a:pt x="183" y="114"/>
                    <a:pt x="0" y="502"/>
                    <a:pt x="0" y="685"/>
                  </a:cubicBezTo>
                  <a:cubicBezTo>
                    <a:pt x="0" y="1062"/>
                    <a:pt x="227" y="1312"/>
                    <a:pt x="557" y="1312"/>
                  </a:cubicBezTo>
                  <a:cubicBezTo>
                    <a:pt x="646" y="1312"/>
                    <a:pt x="743" y="1294"/>
                    <a:pt x="845" y="1255"/>
                  </a:cubicBezTo>
                  <a:cubicBezTo>
                    <a:pt x="1050" y="1255"/>
                    <a:pt x="1142" y="867"/>
                    <a:pt x="1233" y="685"/>
                  </a:cubicBezTo>
                  <a:cubicBezTo>
                    <a:pt x="1156" y="206"/>
                    <a:pt x="871" y="0"/>
                    <a:pt x="5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33"/>
            <p:cNvSpPr/>
            <p:nvPr/>
          </p:nvSpPr>
          <p:spPr>
            <a:xfrm>
              <a:off x="5024149" y="5012054"/>
              <a:ext cx="31916" cy="28992"/>
            </a:xfrm>
            <a:custGeom>
              <a:avLst/>
              <a:gdLst/>
              <a:ahLst/>
              <a:cxnLst/>
              <a:rect l="l" t="t" r="r" b="b"/>
              <a:pathLst>
                <a:path w="1530" h="1390" extrusionOk="0">
                  <a:moveTo>
                    <a:pt x="927" y="0"/>
                  </a:moveTo>
                  <a:cubicBezTo>
                    <a:pt x="872" y="0"/>
                    <a:pt x="815" y="6"/>
                    <a:pt x="754" y="17"/>
                  </a:cubicBezTo>
                  <a:cubicBezTo>
                    <a:pt x="571" y="17"/>
                    <a:pt x="183" y="200"/>
                    <a:pt x="92" y="383"/>
                  </a:cubicBezTo>
                  <a:cubicBezTo>
                    <a:pt x="1" y="771"/>
                    <a:pt x="183" y="1250"/>
                    <a:pt x="571" y="1341"/>
                  </a:cubicBezTo>
                  <a:cubicBezTo>
                    <a:pt x="676" y="1375"/>
                    <a:pt x="767" y="1390"/>
                    <a:pt x="848" y="1390"/>
                  </a:cubicBezTo>
                  <a:cubicBezTo>
                    <a:pt x="1209" y="1390"/>
                    <a:pt x="1362" y="1088"/>
                    <a:pt x="1530" y="771"/>
                  </a:cubicBezTo>
                  <a:cubicBezTo>
                    <a:pt x="1530" y="272"/>
                    <a:pt x="1304" y="0"/>
                    <a:pt x="9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33"/>
            <p:cNvSpPr/>
            <p:nvPr/>
          </p:nvSpPr>
          <p:spPr>
            <a:xfrm>
              <a:off x="5212953" y="5012034"/>
              <a:ext cx="33585" cy="29451"/>
            </a:xfrm>
            <a:custGeom>
              <a:avLst/>
              <a:gdLst/>
              <a:ahLst/>
              <a:cxnLst/>
              <a:rect l="l" t="t" r="r" b="b"/>
              <a:pathLst>
                <a:path w="1610" h="1412" extrusionOk="0">
                  <a:moveTo>
                    <a:pt x="628" y="1"/>
                  </a:moveTo>
                  <a:cubicBezTo>
                    <a:pt x="198" y="1"/>
                    <a:pt x="0" y="263"/>
                    <a:pt x="80" y="680"/>
                  </a:cubicBezTo>
                  <a:cubicBezTo>
                    <a:pt x="80" y="954"/>
                    <a:pt x="262" y="1342"/>
                    <a:pt x="468" y="1342"/>
                  </a:cubicBezTo>
                  <a:cubicBezTo>
                    <a:pt x="561" y="1389"/>
                    <a:pt x="662" y="1412"/>
                    <a:pt x="763" y="1412"/>
                  </a:cubicBezTo>
                  <a:cubicBezTo>
                    <a:pt x="1053" y="1412"/>
                    <a:pt x="1336" y="1219"/>
                    <a:pt x="1404" y="863"/>
                  </a:cubicBezTo>
                  <a:cubicBezTo>
                    <a:pt x="1609" y="384"/>
                    <a:pt x="1221" y="110"/>
                    <a:pt x="833" y="18"/>
                  </a:cubicBezTo>
                  <a:cubicBezTo>
                    <a:pt x="760" y="7"/>
                    <a:pt x="691" y="1"/>
                    <a:pt x="6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33"/>
            <p:cNvSpPr/>
            <p:nvPr/>
          </p:nvSpPr>
          <p:spPr>
            <a:xfrm>
              <a:off x="5398878" y="5011241"/>
              <a:ext cx="31916" cy="29159"/>
            </a:xfrm>
            <a:custGeom>
              <a:avLst/>
              <a:gdLst/>
              <a:ahLst/>
              <a:cxnLst/>
              <a:rect l="l" t="t" r="r" b="b"/>
              <a:pathLst>
                <a:path w="1530" h="1398" extrusionOk="0">
                  <a:moveTo>
                    <a:pt x="968" y="0"/>
                  </a:moveTo>
                  <a:cubicBezTo>
                    <a:pt x="886" y="0"/>
                    <a:pt x="792" y="18"/>
                    <a:pt x="685" y="56"/>
                  </a:cubicBezTo>
                  <a:cubicBezTo>
                    <a:pt x="480" y="56"/>
                    <a:pt x="206" y="330"/>
                    <a:pt x="114" y="536"/>
                  </a:cubicBezTo>
                  <a:cubicBezTo>
                    <a:pt x="0" y="992"/>
                    <a:pt x="297" y="1380"/>
                    <a:pt x="776" y="1380"/>
                  </a:cubicBezTo>
                  <a:cubicBezTo>
                    <a:pt x="838" y="1392"/>
                    <a:pt x="896" y="1398"/>
                    <a:pt x="951" y="1398"/>
                  </a:cubicBezTo>
                  <a:cubicBezTo>
                    <a:pt x="1322" y="1398"/>
                    <a:pt x="1530" y="1136"/>
                    <a:pt x="1530" y="718"/>
                  </a:cubicBezTo>
                  <a:cubicBezTo>
                    <a:pt x="1455" y="329"/>
                    <a:pt x="1321" y="0"/>
                    <a:pt x="9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33"/>
            <p:cNvSpPr/>
            <p:nvPr/>
          </p:nvSpPr>
          <p:spPr>
            <a:xfrm>
              <a:off x="5585512" y="5012409"/>
              <a:ext cx="35733" cy="28846"/>
            </a:xfrm>
            <a:custGeom>
              <a:avLst/>
              <a:gdLst/>
              <a:ahLst/>
              <a:cxnLst/>
              <a:rect l="l" t="t" r="r" b="b"/>
              <a:pathLst>
                <a:path w="1713" h="1383" extrusionOk="0">
                  <a:moveTo>
                    <a:pt x="959" y="0"/>
                  </a:moveTo>
                  <a:cubicBezTo>
                    <a:pt x="663" y="0"/>
                    <a:pt x="297" y="183"/>
                    <a:pt x="297" y="366"/>
                  </a:cubicBezTo>
                  <a:cubicBezTo>
                    <a:pt x="1" y="754"/>
                    <a:pt x="183" y="1233"/>
                    <a:pt x="663" y="1324"/>
                  </a:cubicBezTo>
                  <a:cubicBezTo>
                    <a:pt x="747" y="1364"/>
                    <a:pt x="832" y="1382"/>
                    <a:pt x="914" y="1382"/>
                  </a:cubicBezTo>
                  <a:cubicBezTo>
                    <a:pt x="1210" y="1382"/>
                    <a:pt x="1478" y="1148"/>
                    <a:pt x="1621" y="845"/>
                  </a:cubicBezTo>
                  <a:cubicBezTo>
                    <a:pt x="1713" y="274"/>
                    <a:pt x="1325" y="0"/>
                    <a:pt x="9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33"/>
            <p:cNvSpPr/>
            <p:nvPr/>
          </p:nvSpPr>
          <p:spPr>
            <a:xfrm>
              <a:off x="5774066" y="5012054"/>
              <a:ext cx="31916" cy="28992"/>
            </a:xfrm>
            <a:custGeom>
              <a:avLst/>
              <a:gdLst/>
              <a:ahLst/>
              <a:cxnLst/>
              <a:rect l="l" t="t" r="r" b="b"/>
              <a:pathLst>
                <a:path w="1530" h="1390" extrusionOk="0">
                  <a:moveTo>
                    <a:pt x="927" y="0"/>
                  </a:moveTo>
                  <a:cubicBezTo>
                    <a:pt x="872" y="0"/>
                    <a:pt x="814" y="6"/>
                    <a:pt x="754" y="17"/>
                  </a:cubicBezTo>
                  <a:cubicBezTo>
                    <a:pt x="571" y="17"/>
                    <a:pt x="183" y="200"/>
                    <a:pt x="92" y="383"/>
                  </a:cubicBezTo>
                  <a:cubicBezTo>
                    <a:pt x="1" y="771"/>
                    <a:pt x="183" y="1250"/>
                    <a:pt x="662" y="1341"/>
                  </a:cubicBezTo>
                  <a:cubicBezTo>
                    <a:pt x="750" y="1375"/>
                    <a:pt x="831" y="1390"/>
                    <a:pt x="905" y="1390"/>
                  </a:cubicBezTo>
                  <a:cubicBezTo>
                    <a:pt x="1237" y="1390"/>
                    <a:pt x="1437" y="1088"/>
                    <a:pt x="1530" y="771"/>
                  </a:cubicBezTo>
                  <a:cubicBezTo>
                    <a:pt x="1530" y="272"/>
                    <a:pt x="1303" y="0"/>
                    <a:pt x="9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33"/>
            <p:cNvSpPr/>
            <p:nvPr/>
          </p:nvSpPr>
          <p:spPr>
            <a:xfrm>
              <a:off x="5960721" y="5011241"/>
              <a:ext cx="33334" cy="29159"/>
            </a:xfrm>
            <a:custGeom>
              <a:avLst/>
              <a:gdLst/>
              <a:ahLst/>
              <a:cxnLst/>
              <a:rect l="l" t="t" r="r" b="b"/>
              <a:pathLst>
                <a:path w="1598" h="1398" extrusionOk="0">
                  <a:moveTo>
                    <a:pt x="1036" y="0"/>
                  </a:moveTo>
                  <a:cubicBezTo>
                    <a:pt x="954" y="0"/>
                    <a:pt x="861" y="18"/>
                    <a:pt x="753" y="56"/>
                  </a:cubicBezTo>
                  <a:cubicBezTo>
                    <a:pt x="571" y="56"/>
                    <a:pt x="274" y="330"/>
                    <a:pt x="183" y="536"/>
                  </a:cubicBezTo>
                  <a:cubicBezTo>
                    <a:pt x="0" y="992"/>
                    <a:pt x="365" y="1380"/>
                    <a:pt x="753" y="1380"/>
                  </a:cubicBezTo>
                  <a:cubicBezTo>
                    <a:pt x="827" y="1392"/>
                    <a:pt x="894" y="1398"/>
                    <a:pt x="955" y="1398"/>
                  </a:cubicBezTo>
                  <a:cubicBezTo>
                    <a:pt x="1369" y="1398"/>
                    <a:pt x="1518" y="1136"/>
                    <a:pt x="1598" y="718"/>
                  </a:cubicBezTo>
                  <a:cubicBezTo>
                    <a:pt x="1524" y="329"/>
                    <a:pt x="1389" y="0"/>
                    <a:pt x="10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33"/>
            <p:cNvSpPr/>
            <p:nvPr/>
          </p:nvSpPr>
          <p:spPr>
            <a:xfrm>
              <a:off x="6148795" y="5012054"/>
              <a:ext cx="31916" cy="28992"/>
            </a:xfrm>
            <a:custGeom>
              <a:avLst/>
              <a:gdLst/>
              <a:ahLst/>
              <a:cxnLst/>
              <a:rect l="l" t="t" r="r" b="b"/>
              <a:pathLst>
                <a:path w="1530" h="1390" extrusionOk="0">
                  <a:moveTo>
                    <a:pt x="948" y="0"/>
                  </a:moveTo>
                  <a:cubicBezTo>
                    <a:pt x="894" y="0"/>
                    <a:pt x="837" y="6"/>
                    <a:pt x="776" y="17"/>
                  </a:cubicBezTo>
                  <a:cubicBezTo>
                    <a:pt x="571" y="17"/>
                    <a:pt x="206" y="200"/>
                    <a:pt x="114" y="383"/>
                  </a:cubicBezTo>
                  <a:cubicBezTo>
                    <a:pt x="0" y="771"/>
                    <a:pt x="206" y="1250"/>
                    <a:pt x="685" y="1341"/>
                  </a:cubicBezTo>
                  <a:cubicBezTo>
                    <a:pt x="768" y="1375"/>
                    <a:pt x="846" y="1390"/>
                    <a:pt x="919" y="1390"/>
                  </a:cubicBezTo>
                  <a:cubicBezTo>
                    <a:pt x="1243" y="1390"/>
                    <a:pt x="1455" y="1088"/>
                    <a:pt x="1529" y="771"/>
                  </a:cubicBezTo>
                  <a:cubicBezTo>
                    <a:pt x="1529" y="272"/>
                    <a:pt x="1320" y="0"/>
                    <a:pt x="9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33"/>
            <p:cNvSpPr/>
            <p:nvPr/>
          </p:nvSpPr>
          <p:spPr>
            <a:xfrm>
              <a:off x="6335429" y="5011241"/>
              <a:ext cx="33835" cy="29159"/>
            </a:xfrm>
            <a:custGeom>
              <a:avLst/>
              <a:gdLst/>
              <a:ahLst/>
              <a:cxnLst/>
              <a:rect l="l" t="t" r="r" b="b"/>
              <a:pathLst>
                <a:path w="1622" h="1398" extrusionOk="0">
                  <a:moveTo>
                    <a:pt x="1039" y="0"/>
                  </a:moveTo>
                  <a:cubicBezTo>
                    <a:pt x="956" y="0"/>
                    <a:pt x="861" y="18"/>
                    <a:pt x="754" y="56"/>
                  </a:cubicBezTo>
                  <a:cubicBezTo>
                    <a:pt x="571" y="56"/>
                    <a:pt x="297" y="330"/>
                    <a:pt x="183" y="536"/>
                  </a:cubicBezTo>
                  <a:cubicBezTo>
                    <a:pt x="1" y="992"/>
                    <a:pt x="389" y="1380"/>
                    <a:pt x="868" y="1380"/>
                  </a:cubicBezTo>
                  <a:cubicBezTo>
                    <a:pt x="927" y="1392"/>
                    <a:pt x="981" y="1398"/>
                    <a:pt x="1032" y="1398"/>
                  </a:cubicBezTo>
                  <a:cubicBezTo>
                    <a:pt x="1375" y="1398"/>
                    <a:pt x="1542" y="1136"/>
                    <a:pt x="1621" y="718"/>
                  </a:cubicBezTo>
                  <a:cubicBezTo>
                    <a:pt x="1547" y="329"/>
                    <a:pt x="1398" y="0"/>
                    <a:pt x="10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33"/>
            <p:cNvSpPr/>
            <p:nvPr/>
          </p:nvSpPr>
          <p:spPr>
            <a:xfrm>
              <a:off x="6523983" y="5011241"/>
              <a:ext cx="31916" cy="29159"/>
            </a:xfrm>
            <a:custGeom>
              <a:avLst/>
              <a:gdLst/>
              <a:ahLst/>
              <a:cxnLst/>
              <a:rect l="l" t="t" r="r" b="b"/>
              <a:pathLst>
                <a:path w="1530" h="1398" extrusionOk="0">
                  <a:moveTo>
                    <a:pt x="994" y="0"/>
                  </a:moveTo>
                  <a:cubicBezTo>
                    <a:pt x="923" y="0"/>
                    <a:pt x="844" y="18"/>
                    <a:pt x="754" y="56"/>
                  </a:cubicBezTo>
                  <a:cubicBezTo>
                    <a:pt x="480" y="56"/>
                    <a:pt x="183" y="330"/>
                    <a:pt x="183" y="536"/>
                  </a:cubicBezTo>
                  <a:cubicBezTo>
                    <a:pt x="0" y="992"/>
                    <a:pt x="274" y="1380"/>
                    <a:pt x="754" y="1380"/>
                  </a:cubicBezTo>
                  <a:cubicBezTo>
                    <a:pt x="815" y="1392"/>
                    <a:pt x="874" y="1398"/>
                    <a:pt x="929" y="1398"/>
                  </a:cubicBezTo>
                  <a:cubicBezTo>
                    <a:pt x="1304" y="1398"/>
                    <a:pt x="1530" y="1136"/>
                    <a:pt x="1530" y="718"/>
                  </a:cubicBezTo>
                  <a:cubicBezTo>
                    <a:pt x="1437" y="329"/>
                    <a:pt x="1299" y="0"/>
                    <a:pt x="99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33"/>
            <p:cNvSpPr/>
            <p:nvPr/>
          </p:nvSpPr>
          <p:spPr>
            <a:xfrm>
              <a:off x="6712536" y="5011012"/>
              <a:ext cx="33814" cy="29034"/>
            </a:xfrm>
            <a:custGeom>
              <a:avLst/>
              <a:gdLst/>
              <a:ahLst/>
              <a:cxnLst/>
              <a:rect l="l" t="t" r="r" b="b"/>
              <a:pathLst>
                <a:path w="1621" h="1392" extrusionOk="0">
                  <a:moveTo>
                    <a:pt x="819" y="0"/>
                  </a:moveTo>
                  <a:cubicBezTo>
                    <a:pt x="737" y="0"/>
                    <a:pt x="653" y="21"/>
                    <a:pt x="571" y="67"/>
                  </a:cubicBezTo>
                  <a:cubicBezTo>
                    <a:pt x="92" y="159"/>
                    <a:pt x="0" y="638"/>
                    <a:pt x="183" y="1117"/>
                  </a:cubicBezTo>
                  <a:cubicBezTo>
                    <a:pt x="274" y="1300"/>
                    <a:pt x="662" y="1391"/>
                    <a:pt x="845" y="1391"/>
                  </a:cubicBezTo>
                  <a:cubicBezTo>
                    <a:pt x="1324" y="1391"/>
                    <a:pt x="1621" y="1117"/>
                    <a:pt x="1507" y="547"/>
                  </a:cubicBezTo>
                  <a:cubicBezTo>
                    <a:pt x="1365" y="246"/>
                    <a:pt x="1101" y="0"/>
                    <a:pt x="8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33"/>
            <p:cNvSpPr/>
            <p:nvPr/>
          </p:nvSpPr>
          <p:spPr>
            <a:xfrm>
              <a:off x="6898691" y="5012034"/>
              <a:ext cx="31937" cy="29493"/>
            </a:xfrm>
            <a:custGeom>
              <a:avLst/>
              <a:gdLst/>
              <a:ahLst/>
              <a:cxnLst/>
              <a:rect l="l" t="t" r="r" b="b"/>
              <a:pathLst>
                <a:path w="1531" h="1414" extrusionOk="0">
                  <a:moveTo>
                    <a:pt x="857" y="1"/>
                  </a:moveTo>
                  <a:cubicBezTo>
                    <a:pt x="802" y="1"/>
                    <a:pt x="745" y="6"/>
                    <a:pt x="686" y="18"/>
                  </a:cubicBezTo>
                  <a:cubicBezTo>
                    <a:pt x="206" y="201"/>
                    <a:pt x="1" y="589"/>
                    <a:pt x="115" y="954"/>
                  </a:cubicBezTo>
                  <a:cubicBezTo>
                    <a:pt x="249" y="1239"/>
                    <a:pt x="543" y="1413"/>
                    <a:pt x="835" y="1413"/>
                  </a:cubicBezTo>
                  <a:cubicBezTo>
                    <a:pt x="940" y="1413"/>
                    <a:pt x="1045" y="1391"/>
                    <a:pt x="1142" y="1342"/>
                  </a:cubicBezTo>
                  <a:cubicBezTo>
                    <a:pt x="1348" y="1160"/>
                    <a:pt x="1530" y="863"/>
                    <a:pt x="1530" y="589"/>
                  </a:cubicBezTo>
                  <a:cubicBezTo>
                    <a:pt x="1451" y="252"/>
                    <a:pt x="1216" y="1"/>
                    <a:pt x="8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33"/>
            <p:cNvSpPr/>
            <p:nvPr/>
          </p:nvSpPr>
          <p:spPr>
            <a:xfrm>
              <a:off x="7085346" y="5012034"/>
              <a:ext cx="33835" cy="29493"/>
            </a:xfrm>
            <a:custGeom>
              <a:avLst/>
              <a:gdLst/>
              <a:ahLst/>
              <a:cxnLst/>
              <a:rect l="l" t="t" r="r" b="b"/>
              <a:pathLst>
                <a:path w="1622" h="1414" extrusionOk="0">
                  <a:moveTo>
                    <a:pt x="872" y="1"/>
                  </a:moveTo>
                  <a:cubicBezTo>
                    <a:pt x="807" y="1"/>
                    <a:pt x="737" y="6"/>
                    <a:pt x="662" y="18"/>
                  </a:cubicBezTo>
                  <a:cubicBezTo>
                    <a:pt x="297" y="201"/>
                    <a:pt x="0" y="589"/>
                    <a:pt x="183" y="954"/>
                  </a:cubicBezTo>
                  <a:cubicBezTo>
                    <a:pt x="334" y="1239"/>
                    <a:pt x="633" y="1413"/>
                    <a:pt x="925" y="1413"/>
                  </a:cubicBezTo>
                  <a:cubicBezTo>
                    <a:pt x="1031" y="1413"/>
                    <a:pt x="1136" y="1391"/>
                    <a:pt x="1233" y="1342"/>
                  </a:cubicBezTo>
                  <a:cubicBezTo>
                    <a:pt x="1438" y="1160"/>
                    <a:pt x="1621" y="863"/>
                    <a:pt x="1530" y="589"/>
                  </a:cubicBezTo>
                  <a:cubicBezTo>
                    <a:pt x="1530" y="252"/>
                    <a:pt x="1306" y="1"/>
                    <a:pt x="8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33"/>
            <p:cNvSpPr/>
            <p:nvPr/>
          </p:nvSpPr>
          <p:spPr>
            <a:xfrm>
              <a:off x="7273900" y="5012054"/>
              <a:ext cx="33585" cy="28992"/>
            </a:xfrm>
            <a:custGeom>
              <a:avLst/>
              <a:gdLst/>
              <a:ahLst/>
              <a:cxnLst/>
              <a:rect l="l" t="t" r="r" b="b"/>
              <a:pathLst>
                <a:path w="1610" h="1390" extrusionOk="0">
                  <a:moveTo>
                    <a:pt x="1018" y="0"/>
                  </a:moveTo>
                  <a:cubicBezTo>
                    <a:pt x="963" y="0"/>
                    <a:pt x="905" y="6"/>
                    <a:pt x="845" y="17"/>
                  </a:cubicBezTo>
                  <a:cubicBezTo>
                    <a:pt x="571" y="17"/>
                    <a:pt x="183" y="200"/>
                    <a:pt x="183" y="383"/>
                  </a:cubicBezTo>
                  <a:cubicBezTo>
                    <a:pt x="0" y="771"/>
                    <a:pt x="183" y="1250"/>
                    <a:pt x="662" y="1341"/>
                  </a:cubicBezTo>
                  <a:cubicBezTo>
                    <a:pt x="750" y="1375"/>
                    <a:pt x="830" y="1390"/>
                    <a:pt x="905" y="1390"/>
                  </a:cubicBezTo>
                  <a:cubicBezTo>
                    <a:pt x="1236" y="1390"/>
                    <a:pt x="1436" y="1088"/>
                    <a:pt x="1530" y="771"/>
                  </a:cubicBezTo>
                  <a:cubicBezTo>
                    <a:pt x="1609" y="272"/>
                    <a:pt x="1393" y="0"/>
                    <a:pt x="10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33"/>
            <p:cNvSpPr/>
            <p:nvPr/>
          </p:nvSpPr>
          <p:spPr>
            <a:xfrm>
              <a:off x="7462453" y="5011241"/>
              <a:ext cx="31436" cy="29159"/>
            </a:xfrm>
            <a:custGeom>
              <a:avLst/>
              <a:gdLst/>
              <a:ahLst/>
              <a:cxnLst/>
              <a:rect l="l" t="t" r="r" b="b"/>
              <a:pathLst>
                <a:path w="1507" h="1398" extrusionOk="0">
                  <a:moveTo>
                    <a:pt x="945" y="0"/>
                  </a:moveTo>
                  <a:cubicBezTo>
                    <a:pt x="863" y="0"/>
                    <a:pt x="769" y="18"/>
                    <a:pt x="662" y="56"/>
                  </a:cubicBezTo>
                  <a:cubicBezTo>
                    <a:pt x="479" y="56"/>
                    <a:pt x="183" y="330"/>
                    <a:pt x="91" y="536"/>
                  </a:cubicBezTo>
                  <a:cubicBezTo>
                    <a:pt x="0" y="992"/>
                    <a:pt x="274" y="1380"/>
                    <a:pt x="753" y="1380"/>
                  </a:cubicBezTo>
                  <a:cubicBezTo>
                    <a:pt x="815" y="1392"/>
                    <a:pt x="873" y="1398"/>
                    <a:pt x="928" y="1398"/>
                  </a:cubicBezTo>
                  <a:cubicBezTo>
                    <a:pt x="1299" y="1398"/>
                    <a:pt x="1507" y="1136"/>
                    <a:pt x="1507" y="718"/>
                  </a:cubicBezTo>
                  <a:cubicBezTo>
                    <a:pt x="1432" y="329"/>
                    <a:pt x="1298" y="0"/>
                    <a:pt x="9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33"/>
            <p:cNvSpPr/>
            <p:nvPr/>
          </p:nvSpPr>
          <p:spPr>
            <a:xfrm>
              <a:off x="7648608" y="5011012"/>
              <a:ext cx="33835" cy="29034"/>
            </a:xfrm>
            <a:custGeom>
              <a:avLst/>
              <a:gdLst/>
              <a:ahLst/>
              <a:cxnLst/>
              <a:rect l="l" t="t" r="r" b="b"/>
              <a:pathLst>
                <a:path w="1622" h="1392" extrusionOk="0">
                  <a:moveTo>
                    <a:pt x="880" y="0"/>
                  </a:moveTo>
                  <a:cubicBezTo>
                    <a:pt x="783" y="0"/>
                    <a:pt x="679" y="21"/>
                    <a:pt x="571" y="67"/>
                  </a:cubicBezTo>
                  <a:cubicBezTo>
                    <a:pt x="206" y="159"/>
                    <a:pt x="1" y="638"/>
                    <a:pt x="298" y="1117"/>
                  </a:cubicBezTo>
                  <a:cubicBezTo>
                    <a:pt x="389" y="1300"/>
                    <a:pt x="686" y="1391"/>
                    <a:pt x="959" y="1391"/>
                  </a:cubicBezTo>
                  <a:cubicBezTo>
                    <a:pt x="1347" y="1391"/>
                    <a:pt x="1621" y="1117"/>
                    <a:pt x="1621" y="547"/>
                  </a:cubicBezTo>
                  <a:cubicBezTo>
                    <a:pt x="1480" y="246"/>
                    <a:pt x="1215" y="0"/>
                    <a:pt x="8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17" name="Google Shape;2417;p33"/>
          <p:cNvSpPr/>
          <p:nvPr/>
        </p:nvSpPr>
        <p:spPr>
          <a:xfrm flipH="1">
            <a:off x="-379550" y="4938650"/>
            <a:ext cx="2016300" cy="321900"/>
          </a:xfrm>
          <a:prstGeom prst="round2DiagRect">
            <a:avLst>
              <a:gd name="adj1" fmla="val 16667"/>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18" name="Google Shape;2418;p33"/>
          <p:cNvGrpSpPr/>
          <p:nvPr/>
        </p:nvGrpSpPr>
        <p:grpSpPr>
          <a:xfrm>
            <a:off x="749106" y="4323982"/>
            <a:ext cx="695586" cy="614618"/>
            <a:chOff x="1491900" y="512600"/>
            <a:chExt cx="971625" cy="858525"/>
          </a:xfrm>
        </p:grpSpPr>
        <p:sp>
          <p:nvSpPr>
            <p:cNvPr id="2419" name="Google Shape;2419;p33"/>
            <p:cNvSpPr/>
            <p:nvPr/>
          </p:nvSpPr>
          <p:spPr>
            <a:xfrm>
              <a:off x="1942500" y="938450"/>
              <a:ext cx="26200" cy="432675"/>
            </a:xfrm>
            <a:custGeom>
              <a:avLst/>
              <a:gdLst/>
              <a:ahLst/>
              <a:cxnLst/>
              <a:rect l="l" t="t" r="r" b="b"/>
              <a:pathLst>
                <a:path w="1048" h="17307" extrusionOk="0">
                  <a:moveTo>
                    <a:pt x="0" y="1"/>
                  </a:moveTo>
                  <a:lnTo>
                    <a:pt x="0" y="17306"/>
                  </a:lnTo>
                  <a:lnTo>
                    <a:pt x="1047" y="17306"/>
                  </a:lnTo>
                  <a:lnTo>
                    <a:pt x="1047" y="1"/>
                  </a:ln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33"/>
            <p:cNvSpPr/>
            <p:nvPr/>
          </p:nvSpPr>
          <p:spPr>
            <a:xfrm>
              <a:off x="1871750" y="770875"/>
              <a:ext cx="166375" cy="203175"/>
            </a:xfrm>
            <a:custGeom>
              <a:avLst/>
              <a:gdLst/>
              <a:ahLst/>
              <a:cxnLst/>
              <a:rect l="l" t="t" r="r" b="b"/>
              <a:pathLst>
                <a:path w="6655" h="8127" extrusionOk="0">
                  <a:moveTo>
                    <a:pt x="3343" y="1"/>
                  </a:moveTo>
                  <a:cubicBezTo>
                    <a:pt x="3205" y="1"/>
                    <a:pt x="3068" y="73"/>
                    <a:pt x="2995" y="214"/>
                  </a:cubicBezTo>
                  <a:lnTo>
                    <a:pt x="2147" y="1819"/>
                  </a:lnTo>
                  <a:lnTo>
                    <a:pt x="650" y="539"/>
                  </a:lnTo>
                  <a:cubicBezTo>
                    <a:pt x="569" y="474"/>
                    <a:pt x="479" y="444"/>
                    <a:pt x="391" y="444"/>
                  </a:cubicBezTo>
                  <a:cubicBezTo>
                    <a:pt x="187" y="444"/>
                    <a:pt x="1" y="604"/>
                    <a:pt x="1" y="846"/>
                  </a:cubicBezTo>
                  <a:lnTo>
                    <a:pt x="1" y="4791"/>
                  </a:lnTo>
                  <a:cubicBezTo>
                    <a:pt x="1" y="6630"/>
                    <a:pt x="1481" y="8127"/>
                    <a:pt x="3319" y="8127"/>
                  </a:cubicBezTo>
                  <a:cubicBezTo>
                    <a:pt x="5158" y="8127"/>
                    <a:pt x="6655" y="6630"/>
                    <a:pt x="6655" y="4791"/>
                  </a:cubicBezTo>
                  <a:lnTo>
                    <a:pt x="6655" y="716"/>
                  </a:lnTo>
                  <a:cubicBezTo>
                    <a:pt x="6655" y="485"/>
                    <a:pt x="6458" y="330"/>
                    <a:pt x="6252" y="330"/>
                  </a:cubicBezTo>
                  <a:cubicBezTo>
                    <a:pt x="6152" y="330"/>
                    <a:pt x="6050" y="366"/>
                    <a:pt x="5967" y="448"/>
                  </a:cubicBezTo>
                  <a:lnTo>
                    <a:pt x="4691" y="1819"/>
                  </a:lnTo>
                  <a:lnTo>
                    <a:pt x="3678" y="197"/>
                  </a:lnTo>
                  <a:cubicBezTo>
                    <a:pt x="3601" y="65"/>
                    <a:pt x="3472" y="1"/>
                    <a:pt x="3343" y="1"/>
                  </a:cubicBez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33"/>
            <p:cNvSpPr/>
            <p:nvPr/>
          </p:nvSpPr>
          <p:spPr>
            <a:xfrm>
              <a:off x="1881275" y="866750"/>
              <a:ext cx="48275" cy="83400"/>
            </a:xfrm>
            <a:custGeom>
              <a:avLst/>
              <a:gdLst/>
              <a:ahLst/>
              <a:cxnLst/>
              <a:rect l="l" t="t" r="r" b="b"/>
              <a:pathLst>
                <a:path w="1931" h="3336" extrusionOk="0">
                  <a:moveTo>
                    <a:pt x="394" y="0"/>
                  </a:moveTo>
                  <a:cubicBezTo>
                    <a:pt x="178" y="0"/>
                    <a:pt x="1" y="182"/>
                    <a:pt x="1" y="381"/>
                  </a:cubicBezTo>
                  <a:lnTo>
                    <a:pt x="1" y="814"/>
                  </a:lnTo>
                  <a:cubicBezTo>
                    <a:pt x="1" y="1770"/>
                    <a:pt x="468" y="2687"/>
                    <a:pt x="1260" y="3262"/>
                  </a:cubicBezTo>
                  <a:cubicBezTo>
                    <a:pt x="1333" y="3319"/>
                    <a:pt x="1407" y="3336"/>
                    <a:pt x="1476" y="3336"/>
                  </a:cubicBezTo>
                  <a:cubicBezTo>
                    <a:pt x="1606" y="3336"/>
                    <a:pt x="1731" y="3284"/>
                    <a:pt x="1800" y="3176"/>
                  </a:cubicBezTo>
                  <a:cubicBezTo>
                    <a:pt x="1930" y="2994"/>
                    <a:pt x="1891" y="2760"/>
                    <a:pt x="1714" y="2635"/>
                  </a:cubicBezTo>
                  <a:cubicBezTo>
                    <a:pt x="1134" y="2220"/>
                    <a:pt x="775" y="1532"/>
                    <a:pt x="775" y="814"/>
                  </a:cubicBezTo>
                  <a:lnTo>
                    <a:pt x="775" y="381"/>
                  </a:lnTo>
                  <a:cubicBezTo>
                    <a:pt x="775" y="182"/>
                    <a:pt x="611" y="0"/>
                    <a:pt x="3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33"/>
            <p:cNvSpPr/>
            <p:nvPr/>
          </p:nvSpPr>
          <p:spPr>
            <a:xfrm>
              <a:off x="1881275" y="825325"/>
              <a:ext cx="19400" cy="32900"/>
            </a:xfrm>
            <a:custGeom>
              <a:avLst/>
              <a:gdLst/>
              <a:ahLst/>
              <a:cxnLst/>
              <a:rect l="l" t="t" r="r" b="b"/>
              <a:pathLst>
                <a:path w="776" h="1316" extrusionOk="0">
                  <a:moveTo>
                    <a:pt x="394" y="0"/>
                  </a:moveTo>
                  <a:cubicBezTo>
                    <a:pt x="178" y="0"/>
                    <a:pt x="1" y="182"/>
                    <a:pt x="1" y="377"/>
                  </a:cubicBezTo>
                  <a:lnTo>
                    <a:pt x="1" y="917"/>
                  </a:lnTo>
                  <a:cubicBezTo>
                    <a:pt x="1" y="1134"/>
                    <a:pt x="178" y="1315"/>
                    <a:pt x="394" y="1315"/>
                  </a:cubicBezTo>
                  <a:cubicBezTo>
                    <a:pt x="611" y="1315"/>
                    <a:pt x="775" y="1134"/>
                    <a:pt x="775" y="917"/>
                  </a:cubicBezTo>
                  <a:lnTo>
                    <a:pt x="775" y="377"/>
                  </a:lnTo>
                  <a:cubicBezTo>
                    <a:pt x="775" y="182"/>
                    <a:pt x="611" y="0"/>
                    <a:pt x="3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33"/>
            <p:cNvSpPr/>
            <p:nvPr/>
          </p:nvSpPr>
          <p:spPr>
            <a:xfrm>
              <a:off x="1964675" y="984175"/>
              <a:ext cx="140075" cy="122775"/>
            </a:xfrm>
            <a:custGeom>
              <a:avLst/>
              <a:gdLst/>
              <a:ahLst/>
              <a:cxnLst/>
              <a:rect l="l" t="t" r="r" b="b"/>
              <a:pathLst>
                <a:path w="5603" h="4911" extrusionOk="0">
                  <a:moveTo>
                    <a:pt x="4357" y="0"/>
                  </a:moveTo>
                  <a:cubicBezTo>
                    <a:pt x="3621" y="0"/>
                    <a:pt x="2707" y="91"/>
                    <a:pt x="1982" y="443"/>
                  </a:cubicBezTo>
                  <a:cubicBezTo>
                    <a:pt x="576" y="1144"/>
                    <a:pt x="0" y="3130"/>
                    <a:pt x="866" y="4298"/>
                  </a:cubicBezTo>
                  <a:cubicBezTo>
                    <a:pt x="883" y="4319"/>
                    <a:pt x="900" y="4337"/>
                    <a:pt x="918" y="4354"/>
                  </a:cubicBezTo>
                  <a:cubicBezTo>
                    <a:pt x="1336" y="4731"/>
                    <a:pt x="1896" y="4911"/>
                    <a:pt x="2473" y="4911"/>
                  </a:cubicBezTo>
                  <a:cubicBezTo>
                    <a:pt x="3385" y="4911"/>
                    <a:pt x="4340" y="4461"/>
                    <a:pt x="4846" y="3632"/>
                  </a:cubicBezTo>
                  <a:cubicBezTo>
                    <a:pt x="5603" y="2442"/>
                    <a:pt x="5603" y="603"/>
                    <a:pt x="5603" y="136"/>
                  </a:cubicBezTo>
                  <a:lnTo>
                    <a:pt x="5603" y="80"/>
                  </a:lnTo>
                  <a:lnTo>
                    <a:pt x="5551" y="80"/>
                  </a:lnTo>
                  <a:cubicBezTo>
                    <a:pt x="5352" y="50"/>
                    <a:pt x="4903" y="0"/>
                    <a:pt x="4357" y="0"/>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33"/>
            <p:cNvSpPr/>
            <p:nvPr/>
          </p:nvSpPr>
          <p:spPr>
            <a:xfrm>
              <a:off x="2016900" y="992975"/>
              <a:ext cx="57250" cy="17525"/>
            </a:xfrm>
            <a:custGeom>
              <a:avLst/>
              <a:gdLst/>
              <a:ahLst/>
              <a:cxnLst/>
              <a:rect l="l" t="t" r="r" b="b"/>
              <a:pathLst>
                <a:path w="2290" h="701" extrusionOk="0">
                  <a:moveTo>
                    <a:pt x="2000" y="0"/>
                  </a:moveTo>
                  <a:cubicBezTo>
                    <a:pt x="1822" y="0"/>
                    <a:pt x="1641" y="17"/>
                    <a:pt x="1481" y="35"/>
                  </a:cubicBezTo>
                  <a:cubicBezTo>
                    <a:pt x="940" y="74"/>
                    <a:pt x="486" y="182"/>
                    <a:pt x="126" y="359"/>
                  </a:cubicBezTo>
                  <a:cubicBezTo>
                    <a:pt x="36" y="415"/>
                    <a:pt x="1" y="524"/>
                    <a:pt x="36" y="614"/>
                  </a:cubicBezTo>
                  <a:cubicBezTo>
                    <a:pt x="75" y="666"/>
                    <a:pt x="126" y="701"/>
                    <a:pt x="200" y="701"/>
                  </a:cubicBezTo>
                  <a:lnTo>
                    <a:pt x="217" y="701"/>
                  </a:lnTo>
                  <a:cubicBezTo>
                    <a:pt x="235" y="701"/>
                    <a:pt x="252" y="701"/>
                    <a:pt x="291" y="684"/>
                  </a:cubicBezTo>
                  <a:cubicBezTo>
                    <a:pt x="615" y="541"/>
                    <a:pt x="1009" y="433"/>
                    <a:pt x="1498" y="398"/>
                  </a:cubicBezTo>
                  <a:cubicBezTo>
                    <a:pt x="1658" y="377"/>
                    <a:pt x="1822" y="377"/>
                    <a:pt x="2000" y="377"/>
                  </a:cubicBezTo>
                  <a:lnTo>
                    <a:pt x="2091" y="377"/>
                  </a:lnTo>
                  <a:cubicBezTo>
                    <a:pt x="2199" y="377"/>
                    <a:pt x="2290" y="290"/>
                    <a:pt x="2290" y="199"/>
                  </a:cubicBezTo>
                  <a:cubicBezTo>
                    <a:pt x="2290" y="91"/>
                    <a:pt x="2199" y="17"/>
                    <a:pt x="2108" y="0"/>
                  </a:cubicBezTo>
                  <a:close/>
                </a:path>
              </a:pathLst>
            </a:custGeom>
            <a:solidFill>
              <a:srgbClr val="00D2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33"/>
            <p:cNvSpPr/>
            <p:nvPr/>
          </p:nvSpPr>
          <p:spPr>
            <a:xfrm>
              <a:off x="1806425" y="984175"/>
              <a:ext cx="140650" cy="122775"/>
            </a:xfrm>
            <a:custGeom>
              <a:avLst/>
              <a:gdLst/>
              <a:ahLst/>
              <a:cxnLst/>
              <a:rect l="l" t="t" r="r" b="b"/>
              <a:pathLst>
                <a:path w="5626" h="4911" extrusionOk="0">
                  <a:moveTo>
                    <a:pt x="1252" y="0"/>
                  </a:moveTo>
                  <a:cubicBezTo>
                    <a:pt x="705" y="0"/>
                    <a:pt x="256" y="50"/>
                    <a:pt x="57" y="80"/>
                  </a:cubicBezTo>
                  <a:lnTo>
                    <a:pt x="18" y="80"/>
                  </a:lnTo>
                  <a:lnTo>
                    <a:pt x="18" y="136"/>
                  </a:lnTo>
                  <a:cubicBezTo>
                    <a:pt x="1" y="603"/>
                    <a:pt x="1" y="2442"/>
                    <a:pt x="758" y="3632"/>
                  </a:cubicBezTo>
                  <a:cubicBezTo>
                    <a:pt x="1267" y="4461"/>
                    <a:pt x="2221" y="4911"/>
                    <a:pt x="3137" y="4911"/>
                  </a:cubicBezTo>
                  <a:cubicBezTo>
                    <a:pt x="3716" y="4911"/>
                    <a:pt x="4281" y="4731"/>
                    <a:pt x="4708" y="4354"/>
                  </a:cubicBezTo>
                  <a:cubicBezTo>
                    <a:pt x="4708" y="4337"/>
                    <a:pt x="4743" y="4319"/>
                    <a:pt x="4743" y="4298"/>
                  </a:cubicBezTo>
                  <a:cubicBezTo>
                    <a:pt x="5625" y="3130"/>
                    <a:pt x="5050" y="1144"/>
                    <a:pt x="3626" y="443"/>
                  </a:cubicBezTo>
                  <a:cubicBezTo>
                    <a:pt x="2902" y="91"/>
                    <a:pt x="1988" y="0"/>
                    <a:pt x="1252" y="0"/>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33"/>
            <p:cNvSpPr/>
            <p:nvPr/>
          </p:nvSpPr>
          <p:spPr>
            <a:xfrm>
              <a:off x="1837575" y="992975"/>
              <a:ext cx="57250" cy="17525"/>
            </a:xfrm>
            <a:custGeom>
              <a:avLst/>
              <a:gdLst/>
              <a:ahLst/>
              <a:cxnLst/>
              <a:rect l="l" t="t" r="r" b="b"/>
              <a:pathLst>
                <a:path w="2290" h="701" extrusionOk="0">
                  <a:moveTo>
                    <a:pt x="178" y="0"/>
                  </a:moveTo>
                  <a:cubicBezTo>
                    <a:pt x="70" y="17"/>
                    <a:pt x="1" y="91"/>
                    <a:pt x="1" y="199"/>
                  </a:cubicBezTo>
                  <a:cubicBezTo>
                    <a:pt x="1" y="290"/>
                    <a:pt x="70" y="377"/>
                    <a:pt x="178" y="377"/>
                  </a:cubicBezTo>
                  <a:lnTo>
                    <a:pt x="269" y="377"/>
                  </a:lnTo>
                  <a:cubicBezTo>
                    <a:pt x="451" y="377"/>
                    <a:pt x="611" y="377"/>
                    <a:pt x="775" y="398"/>
                  </a:cubicBezTo>
                  <a:cubicBezTo>
                    <a:pt x="1260" y="433"/>
                    <a:pt x="1675" y="541"/>
                    <a:pt x="2000" y="684"/>
                  </a:cubicBezTo>
                  <a:cubicBezTo>
                    <a:pt x="2017" y="701"/>
                    <a:pt x="2034" y="701"/>
                    <a:pt x="2073" y="701"/>
                  </a:cubicBezTo>
                  <a:cubicBezTo>
                    <a:pt x="2142" y="701"/>
                    <a:pt x="2216" y="666"/>
                    <a:pt x="2233" y="614"/>
                  </a:cubicBezTo>
                  <a:cubicBezTo>
                    <a:pt x="2289" y="524"/>
                    <a:pt x="2251" y="415"/>
                    <a:pt x="2164" y="359"/>
                  </a:cubicBezTo>
                  <a:cubicBezTo>
                    <a:pt x="1783" y="182"/>
                    <a:pt x="1333" y="74"/>
                    <a:pt x="810" y="35"/>
                  </a:cubicBezTo>
                  <a:cubicBezTo>
                    <a:pt x="628" y="17"/>
                    <a:pt x="451" y="0"/>
                    <a:pt x="269" y="0"/>
                  </a:cubicBezTo>
                  <a:close/>
                </a:path>
              </a:pathLst>
            </a:custGeom>
            <a:solidFill>
              <a:srgbClr val="00D2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33"/>
            <p:cNvSpPr/>
            <p:nvPr/>
          </p:nvSpPr>
          <p:spPr>
            <a:xfrm>
              <a:off x="2214725" y="680600"/>
              <a:ext cx="21675" cy="676025"/>
            </a:xfrm>
            <a:custGeom>
              <a:avLst/>
              <a:gdLst/>
              <a:ahLst/>
              <a:cxnLst/>
              <a:rect l="l" t="t" r="r" b="b"/>
              <a:pathLst>
                <a:path w="867" h="27041" extrusionOk="0">
                  <a:moveTo>
                    <a:pt x="1" y="1"/>
                  </a:moveTo>
                  <a:lnTo>
                    <a:pt x="1" y="27040"/>
                  </a:lnTo>
                  <a:lnTo>
                    <a:pt x="866" y="27040"/>
                  </a:lnTo>
                  <a:lnTo>
                    <a:pt x="866" y="1"/>
                  </a:ln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33"/>
            <p:cNvSpPr/>
            <p:nvPr/>
          </p:nvSpPr>
          <p:spPr>
            <a:xfrm>
              <a:off x="2205325" y="512600"/>
              <a:ext cx="89700" cy="131850"/>
            </a:xfrm>
            <a:custGeom>
              <a:avLst/>
              <a:gdLst/>
              <a:ahLst/>
              <a:cxnLst/>
              <a:rect l="l" t="t" r="r" b="b"/>
              <a:pathLst>
                <a:path w="3588" h="5274" extrusionOk="0">
                  <a:moveTo>
                    <a:pt x="2204" y="0"/>
                  </a:moveTo>
                  <a:cubicBezTo>
                    <a:pt x="1676" y="0"/>
                    <a:pt x="1189" y="349"/>
                    <a:pt x="1026" y="880"/>
                  </a:cubicBezTo>
                  <a:lnTo>
                    <a:pt x="178" y="3675"/>
                  </a:lnTo>
                  <a:cubicBezTo>
                    <a:pt x="1" y="4341"/>
                    <a:pt x="360" y="5029"/>
                    <a:pt x="1009" y="5228"/>
                  </a:cubicBezTo>
                  <a:cubicBezTo>
                    <a:pt x="1123" y="5258"/>
                    <a:pt x="1238" y="5273"/>
                    <a:pt x="1352" y="5273"/>
                  </a:cubicBezTo>
                  <a:cubicBezTo>
                    <a:pt x="1896" y="5273"/>
                    <a:pt x="2393" y="4934"/>
                    <a:pt x="2557" y="4397"/>
                  </a:cubicBezTo>
                  <a:lnTo>
                    <a:pt x="3388" y="1585"/>
                  </a:lnTo>
                  <a:cubicBezTo>
                    <a:pt x="3587" y="936"/>
                    <a:pt x="3206" y="253"/>
                    <a:pt x="2557" y="54"/>
                  </a:cubicBezTo>
                  <a:cubicBezTo>
                    <a:pt x="2440" y="17"/>
                    <a:pt x="2321" y="0"/>
                    <a:pt x="2204" y="0"/>
                  </a:cubicBezTo>
                  <a:close/>
                </a:path>
              </a:pathLst>
            </a:custGeom>
            <a:solidFill>
              <a:srgbClr val="B3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33"/>
            <p:cNvSpPr/>
            <p:nvPr/>
          </p:nvSpPr>
          <p:spPr>
            <a:xfrm>
              <a:off x="2229125" y="555375"/>
              <a:ext cx="128075" cy="105950"/>
            </a:xfrm>
            <a:custGeom>
              <a:avLst/>
              <a:gdLst/>
              <a:ahLst/>
              <a:cxnLst/>
              <a:rect l="l" t="t" r="r" b="b"/>
              <a:pathLst>
                <a:path w="5123" h="4238" extrusionOk="0">
                  <a:moveTo>
                    <a:pt x="3719" y="1"/>
                  </a:moveTo>
                  <a:cubicBezTo>
                    <a:pt x="3459" y="1"/>
                    <a:pt x="3199" y="82"/>
                    <a:pt x="2977" y="250"/>
                  </a:cubicBezTo>
                  <a:lnTo>
                    <a:pt x="649" y="2020"/>
                  </a:lnTo>
                  <a:cubicBezTo>
                    <a:pt x="109" y="2435"/>
                    <a:pt x="0" y="3210"/>
                    <a:pt x="416" y="3751"/>
                  </a:cubicBezTo>
                  <a:cubicBezTo>
                    <a:pt x="660" y="4069"/>
                    <a:pt x="1029" y="4237"/>
                    <a:pt x="1401" y="4237"/>
                  </a:cubicBezTo>
                  <a:cubicBezTo>
                    <a:pt x="1662" y="4237"/>
                    <a:pt x="1924" y="4155"/>
                    <a:pt x="2146" y="3984"/>
                  </a:cubicBezTo>
                  <a:lnTo>
                    <a:pt x="4474" y="2219"/>
                  </a:lnTo>
                  <a:cubicBezTo>
                    <a:pt x="5015" y="1804"/>
                    <a:pt x="5123" y="1029"/>
                    <a:pt x="4707" y="488"/>
                  </a:cubicBezTo>
                  <a:cubicBezTo>
                    <a:pt x="4462" y="169"/>
                    <a:pt x="4092" y="1"/>
                    <a:pt x="3719" y="1"/>
                  </a:cubicBezTo>
                  <a:close/>
                </a:path>
              </a:pathLst>
            </a:custGeom>
            <a:solidFill>
              <a:srgbClr val="B3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33"/>
            <p:cNvSpPr/>
            <p:nvPr/>
          </p:nvSpPr>
          <p:spPr>
            <a:xfrm>
              <a:off x="2242650" y="626075"/>
              <a:ext cx="135750" cy="63650"/>
            </a:xfrm>
            <a:custGeom>
              <a:avLst/>
              <a:gdLst/>
              <a:ahLst/>
              <a:cxnLst/>
              <a:rect l="l" t="t" r="r" b="b"/>
              <a:pathLst>
                <a:path w="5430" h="2546" extrusionOk="0">
                  <a:moveTo>
                    <a:pt x="4181" y="1"/>
                  </a:moveTo>
                  <a:cubicBezTo>
                    <a:pt x="4170" y="1"/>
                    <a:pt x="4160" y="1"/>
                    <a:pt x="4149" y="1"/>
                  </a:cubicBezTo>
                  <a:lnTo>
                    <a:pt x="1229" y="75"/>
                  </a:lnTo>
                  <a:cubicBezTo>
                    <a:pt x="541" y="92"/>
                    <a:pt x="0" y="650"/>
                    <a:pt x="22" y="1338"/>
                  </a:cubicBezTo>
                  <a:cubicBezTo>
                    <a:pt x="39" y="2011"/>
                    <a:pt x="597" y="2545"/>
                    <a:pt x="1266" y="2545"/>
                  </a:cubicBezTo>
                  <a:cubicBezTo>
                    <a:pt x="1277" y="2545"/>
                    <a:pt x="1287" y="2545"/>
                    <a:pt x="1298" y="2545"/>
                  </a:cubicBezTo>
                  <a:lnTo>
                    <a:pt x="4218" y="2471"/>
                  </a:lnTo>
                  <a:cubicBezTo>
                    <a:pt x="4906" y="2454"/>
                    <a:pt x="5430" y="1896"/>
                    <a:pt x="5430" y="1208"/>
                  </a:cubicBezTo>
                  <a:cubicBezTo>
                    <a:pt x="5408" y="535"/>
                    <a:pt x="4851" y="1"/>
                    <a:pt x="4181" y="1"/>
                  </a:cubicBezTo>
                  <a:close/>
                </a:path>
              </a:pathLst>
            </a:custGeom>
            <a:solidFill>
              <a:srgbClr val="B3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33"/>
            <p:cNvSpPr/>
            <p:nvPr/>
          </p:nvSpPr>
          <p:spPr>
            <a:xfrm>
              <a:off x="2230525" y="656550"/>
              <a:ext cx="130250" cy="103625"/>
            </a:xfrm>
            <a:custGeom>
              <a:avLst/>
              <a:gdLst/>
              <a:ahLst/>
              <a:cxnLst/>
              <a:rect l="l" t="t" r="r" b="b"/>
              <a:pathLst>
                <a:path w="5210" h="4145" extrusionOk="0">
                  <a:moveTo>
                    <a:pt x="1400" y="1"/>
                  </a:moveTo>
                  <a:cubicBezTo>
                    <a:pt x="1009" y="1"/>
                    <a:pt x="622" y="187"/>
                    <a:pt x="377" y="530"/>
                  </a:cubicBezTo>
                  <a:cubicBezTo>
                    <a:pt x="1" y="1110"/>
                    <a:pt x="143" y="1867"/>
                    <a:pt x="701" y="2260"/>
                  </a:cubicBezTo>
                  <a:lnTo>
                    <a:pt x="3103" y="3922"/>
                  </a:lnTo>
                  <a:cubicBezTo>
                    <a:pt x="3317" y="4073"/>
                    <a:pt x="3563" y="4145"/>
                    <a:pt x="3807" y="4145"/>
                  </a:cubicBezTo>
                  <a:cubicBezTo>
                    <a:pt x="4199" y="4145"/>
                    <a:pt x="4588" y="3959"/>
                    <a:pt x="4833" y="3615"/>
                  </a:cubicBezTo>
                  <a:cubicBezTo>
                    <a:pt x="5210" y="3039"/>
                    <a:pt x="5067" y="2282"/>
                    <a:pt x="4509" y="1884"/>
                  </a:cubicBezTo>
                  <a:lnTo>
                    <a:pt x="2108" y="227"/>
                  </a:lnTo>
                  <a:cubicBezTo>
                    <a:pt x="1893" y="74"/>
                    <a:pt x="1645" y="1"/>
                    <a:pt x="1400" y="1"/>
                  </a:cubicBezTo>
                  <a:close/>
                </a:path>
              </a:pathLst>
            </a:custGeom>
            <a:solidFill>
              <a:srgbClr val="B3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33"/>
            <p:cNvSpPr/>
            <p:nvPr/>
          </p:nvSpPr>
          <p:spPr>
            <a:xfrm>
              <a:off x="2207050" y="674925"/>
              <a:ext cx="93800" cy="130625"/>
            </a:xfrm>
            <a:custGeom>
              <a:avLst/>
              <a:gdLst/>
              <a:ahLst/>
              <a:cxnLst/>
              <a:rect l="l" t="t" r="r" b="b"/>
              <a:pathLst>
                <a:path w="3752" h="5225" extrusionOk="0">
                  <a:moveTo>
                    <a:pt x="1383" y="1"/>
                  </a:moveTo>
                  <a:cubicBezTo>
                    <a:pt x="1248" y="1"/>
                    <a:pt x="1110" y="22"/>
                    <a:pt x="974" y="67"/>
                  </a:cubicBezTo>
                  <a:cubicBezTo>
                    <a:pt x="325" y="301"/>
                    <a:pt x="1" y="1006"/>
                    <a:pt x="217" y="1655"/>
                  </a:cubicBezTo>
                  <a:lnTo>
                    <a:pt x="1191" y="4394"/>
                  </a:lnTo>
                  <a:cubicBezTo>
                    <a:pt x="1374" y="4904"/>
                    <a:pt x="1850" y="5224"/>
                    <a:pt x="2351" y="5224"/>
                  </a:cubicBezTo>
                  <a:cubicBezTo>
                    <a:pt x="2488" y="5224"/>
                    <a:pt x="2626" y="5201"/>
                    <a:pt x="2761" y="5151"/>
                  </a:cubicBezTo>
                  <a:cubicBezTo>
                    <a:pt x="3410" y="4935"/>
                    <a:pt x="3752" y="4229"/>
                    <a:pt x="3518" y="3580"/>
                  </a:cubicBezTo>
                  <a:lnTo>
                    <a:pt x="2562" y="825"/>
                  </a:lnTo>
                  <a:cubicBezTo>
                    <a:pt x="2377" y="311"/>
                    <a:pt x="1897" y="1"/>
                    <a:pt x="1383" y="1"/>
                  </a:cubicBezTo>
                  <a:close/>
                </a:path>
              </a:pathLst>
            </a:custGeom>
            <a:solidFill>
              <a:srgbClr val="B3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33"/>
            <p:cNvSpPr/>
            <p:nvPr/>
          </p:nvSpPr>
          <p:spPr>
            <a:xfrm>
              <a:off x="2156125" y="675675"/>
              <a:ext cx="90225" cy="131675"/>
            </a:xfrm>
            <a:custGeom>
              <a:avLst/>
              <a:gdLst/>
              <a:ahLst/>
              <a:cxnLst/>
              <a:rect l="l" t="t" r="r" b="b"/>
              <a:pathLst>
                <a:path w="3609" h="5267" extrusionOk="0">
                  <a:moveTo>
                    <a:pt x="2217" y="0"/>
                  </a:moveTo>
                  <a:cubicBezTo>
                    <a:pt x="1688" y="0"/>
                    <a:pt x="1195" y="342"/>
                    <a:pt x="1047" y="885"/>
                  </a:cubicBezTo>
                  <a:lnTo>
                    <a:pt x="199" y="3680"/>
                  </a:lnTo>
                  <a:cubicBezTo>
                    <a:pt x="0" y="4329"/>
                    <a:pt x="381" y="5030"/>
                    <a:pt x="1030" y="5212"/>
                  </a:cubicBezTo>
                  <a:cubicBezTo>
                    <a:pt x="1153" y="5249"/>
                    <a:pt x="1277" y="5266"/>
                    <a:pt x="1398" y="5266"/>
                  </a:cubicBezTo>
                  <a:cubicBezTo>
                    <a:pt x="1932" y="5266"/>
                    <a:pt x="2416" y="4924"/>
                    <a:pt x="2579" y="4381"/>
                  </a:cubicBezTo>
                  <a:lnTo>
                    <a:pt x="3409" y="1586"/>
                  </a:lnTo>
                  <a:cubicBezTo>
                    <a:pt x="3608" y="937"/>
                    <a:pt x="3228" y="254"/>
                    <a:pt x="2579" y="55"/>
                  </a:cubicBezTo>
                  <a:cubicBezTo>
                    <a:pt x="2459" y="18"/>
                    <a:pt x="2337" y="0"/>
                    <a:pt x="2217" y="0"/>
                  </a:cubicBezTo>
                  <a:close/>
                </a:path>
              </a:pathLst>
            </a:custGeom>
            <a:solidFill>
              <a:srgbClr val="B3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33"/>
            <p:cNvSpPr/>
            <p:nvPr/>
          </p:nvSpPr>
          <p:spPr>
            <a:xfrm>
              <a:off x="2093925" y="658600"/>
              <a:ext cx="128075" cy="106075"/>
            </a:xfrm>
            <a:custGeom>
              <a:avLst/>
              <a:gdLst/>
              <a:ahLst/>
              <a:cxnLst/>
              <a:rect l="l" t="t" r="r" b="b"/>
              <a:pathLst>
                <a:path w="5123" h="4243" extrusionOk="0">
                  <a:moveTo>
                    <a:pt x="3722" y="0"/>
                  </a:moveTo>
                  <a:cubicBezTo>
                    <a:pt x="3461" y="0"/>
                    <a:pt x="3199" y="82"/>
                    <a:pt x="2977" y="253"/>
                  </a:cubicBezTo>
                  <a:lnTo>
                    <a:pt x="649" y="2018"/>
                  </a:lnTo>
                  <a:cubicBezTo>
                    <a:pt x="109" y="2434"/>
                    <a:pt x="0" y="3208"/>
                    <a:pt x="416" y="3766"/>
                  </a:cubicBezTo>
                  <a:cubicBezTo>
                    <a:pt x="657" y="4080"/>
                    <a:pt x="1018" y="4242"/>
                    <a:pt x="1385" y="4242"/>
                  </a:cubicBezTo>
                  <a:cubicBezTo>
                    <a:pt x="1651" y="4242"/>
                    <a:pt x="1919" y="4157"/>
                    <a:pt x="2146" y="3983"/>
                  </a:cubicBezTo>
                  <a:lnTo>
                    <a:pt x="4474" y="2217"/>
                  </a:lnTo>
                  <a:cubicBezTo>
                    <a:pt x="5015" y="1802"/>
                    <a:pt x="5123" y="1028"/>
                    <a:pt x="4707" y="487"/>
                  </a:cubicBezTo>
                  <a:cubicBezTo>
                    <a:pt x="4463" y="168"/>
                    <a:pt x="4094" y="0"/>
                    <a:pt x="3722" y="0"/>
                  </a:cubicBezTo>
                  <a:close/>
                </a:path>
              </a:pathLst>
            </a:custGeom>
            <a:solidFill>
              <a:srgbClr val="B3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33"/>
            <p:cNvSpPr/>
            <p:nvPr/>
          </p:nvSpPr>
          <p:spPr>
            <a:xfrm>
              <a:off x="2072825" y="630200"/>
              <a:ext cx="135675" cy="63525"/>
            </a:xfrm>
            <a:custGeom>
              <a:avLst/>
              <a:gdLst/>
              <a:ahLst/>
              <a:cxnLst/>
              <a:rect l="l" t="t" r="r" b="b"/>
              <a:pathLst>
                <a:path w="5427" h="2541" extrusionOk="0">
                  <a:moveTo>
                    <a:pt x="4177" y="0"/>
                  </a:moveTo>
                  <a:cubicBezTo>
                    <a:pt x="4167" y="0"/>
                    <a:pt x="4156" y="0"/>
                    <a:pt x="4145" y="0"/>
                  </a:cubicBezTo>
                  <a:lnTo>
                    <a:pt x="1225" y="70"/>
                  </a:lnTo>
                  <a:cubicBezTo>
                    <a:pt x="542" y="91"/>
                    <a:pt x="1" y="649"/>
                    <a:pt x="18" y="1333"/>
                  </a:cubicBezTo>
                  <a:cubicBezTo>
                    <a:pt x="35" y="2006"/>
                    <a:pt x="576" y="2540"/>
                    <a:pt x="1245" y="2540"/>
                  </a:cubicBezTo>
                  <a:cubicBezTo>
                    <a:pt x="1256" y="2540"/>
                    <a:pt x="1266" y="2540"/>
                    <a:pt x="1277" y="2540"/>
                  </a:cubicBezTo>
                  <a:lnTo>
                    <a:pt x="4197" y="2471"/>
                  </a:lnTo>
                  <a:cubicBezTo>
                    <a:pt x="4885" y="2449"/>
                    <a:pt x="5426" y="1891"/>
                    <a:pt x="5409" y="1207"/>
                  </a:cubicBezTo>
                  <a:cubicBezTo>
                    <a:pt x="5387" y="535"/>
                    <a:pt x="4846" y="0"/>
                    <a:pt x="4177" y="0"/>
                  </a:cubicBezTo>
                  <a:close/>
                </a:path>
              </a:pathLst>
            </a:custGeom>
            <a:solidFill>
              <a:srgbClr val="B3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33"/>
            <p:cNvSpPr/>
            <p:nvPr/>
          </p:nvSpPr>
          <p:spPr>
            <a:xfrm>
              <a:off x="2090350" y="560000"/>
              <a:ext cx="130675" cy="103325"/>
            </a:xfrm>
            <a:custGeom>
              <a:avLst/>
              <a:gdLst/>
              <a:ahLst/>
              <a:cxnLst/>
              <a:rect l="l" t="t" r="r" b="b"/>
              <a:pathLst>
                <a:path w="5227" h="4133" extrusionOk="0">
                  <a:moveTo>
                    <a:pt x="1419" y="1"/>
                  </a:moveTo>
                  <a:cubicBezTo>
                    <a:pt x="1023" y="1"/>
                    <a:pt x="633" y="189"/>
                    <a:pt x="399" y="537"/>
                  </a:cubicBezTo>
                  <a:cubicBezTo>
                    <a:pt x="1" y="1095"/>
                    <a:pt x="143" y="1870"/>
                    <a:pt x="706" y="2250"/>
                  </a:cubicBezTo>
                  <a:lnTo>
                    <a:pt x="3120" y="3907"/>
                  </a:lnTo>
                  <a:cubicBezTo>
                    <a:pt x="3334" y="4060"/>
                    <a:pt x="3577" y="4132"/>
                    <a:pt x="3818" y="4132"/>
                  </a:cubicBezTo>
                  <a:cubicBezTo>
                    <a:pt x="4205" y="4132"/>
                    <a:pt x="4588" y="3944"/>
                    <a:pt x="4833" y="3600"/>
                  </a:cubicBezTo>
                  <a:cubicBezTo>
                    <a:pt x="5227" y="3042"/>
                    <a:pt x="5084" y="2268"/>
                    <a:pt x="4526" y="1870"/>
                  </a:cubicBezTo>
                  <a:lnTo>
                    <a:pt x="2112" y="213"/>
                  </a:lnTo>
                  <a:cubicBezTo>
                    <a:pt x="1900" y="69"/>
                    <a:pt x="1659" y="1"/>
                    <a:pt x="1419" y="1"/>
                  </a:cubicBezTo>
                  <a:close/>
                </a:path>
              </a:pathLst>
            </a:custGeom>
            <a:solidFill>
              <a:srgbClr val="B3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33"/>
            <p:cNvSpPr/>
            <p:nvPr/>
          </p:nvSpPr>
          <p:spPr>
            <a:xfrm>
              <a:off x="2150275" y="514325"/>
              <a:ext cx="94225" cy="130825"/>
            </a:xfrm>
            <a:custGeom>
              <a:avLst/>
              <a:gdLst/>
              <a:ahLst/>
              <a:cxnLst/>
              <a:rect l="l" t="t" r="r" b="b"/>
              <a:pathLst>
                <a:path w="3769" h="5233" extrusionOk="0">
                  <a:moveTo>
                    <a:pt x="1412" y="0"/>
                  </a:moveTo>
                  <a:cubicBezTo>
                    <a:pt x="1273" y="0"/>
                    <a:pt x="1131" y="24"/>
                    <a:pt x="991" y="75"/>
                  </a:cubicBezTo>
                  <a:cubicBezTo>
                    <a:pt x="342" y="292"/>
                    <a:pt x="0" y="1010"/>
                    <a:pt x="234" y="1642"/>
                  </a:cubicBezTo>
                  <a:lnTo>
                    <a:pt x="1207" y="4402"/>
                  </a:lnTo>
                  <a:cubicBezTo>
                    <a:pt x="1378" y="4912"/>
                    <a:pt x="1850" y="5232"/>
                    <a:pt x="2360" y="5232"/>
                  </a:cubicBezTo>
                  <a:cubicBezTo>
                    <a:pt x="2498" y="5232"/>
                    <a:pt x="2639" y="5209"/>
                    <a:pt x="2778" y="5159"/>
                  </a:cubicBezTo>
                  <a:cubicBezTo>
                    <a:pt x="3427" y="4943"/>
                    <a:pt x="3769" y="4220"/>
                    <a:pt x="3535" y="3588"/>
                  </a:cubicBezTo>
                  <a:lnTo>
                    <a:pt x="2562" y="833"/>
                  </a:lnTo>
                  <a:cubicBezTo>
                    <a:pt x="2392" y="323"/>
                    <a:pt x="1921" y="0"/>
                    <a:pt x="1412" y="0"/>
                  </a:cubicBezTo>
                  <a:close/>
                </a:path>
              </a:pathLst>
            </a:custGeom>
            <a:solidFill>
              <a:srgbClr val="B3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33"/>
            <p:cNvSpPr/>
            <p:nvPr/>
          </p:nvSpPr>
          <p:spPr>
            <a:xfrm>
              <a:off x="2205325" y="512600"/>
              <a:ext cx="89700" cy="131850"/>
            </a:xfrm>
            <a:custGeom>
              <a:avLst/>
              <a:gdLst/>
              <a:ahLst/>
              <a:cxnLst/>
              <a:rect l="l" t="t" r="r" b="b"/>
              <a:pathLst>
                <a:path w="3588" h="5274" extrusionOk="0">
                  <a:moveTo>
                    <a:pt x="2204" y="0"/>
                  </a:moveTo>
                  <a:cubicBezTo>
                    <a:pt x="1676" y="0"/>
                    <a:pt x="1189" y="349"/>
                    <a:pt x="1026" y="880"/>
                  </a:cubicBezTo>
                  <a:lnTo>
                    <a:pt x="178" y="3675"/>
                  </a:lnTo>
                  <a:cubicBezTo>
                    <a:pt x="1" y="4341"/>
                    <a:pt x="360" y="5029"/>
                    <a:pt x="1009" y="5228"/>
                  </a:cubicBezTo>
                  <a:cubicBezTo>
                    <a:pt x="1123" y="5258"/>
                    <a:pt x="1238" y="5273"/>
                    <a:pt x="1352" y="5273"/>
                  </a:cubicBezTo>
                  <a:cubicBezTo>
                    <a:pt x="1896" y="5273"/>
                    <a:pt x="2393" y="4934"/>
                    <a:pt x="2557" y="4397"/>
                  </a:cubicBezTo>
                  <a:lnTo>
                    <a:pt x="3388" y="1585"/>
                  </a:lnTo>
                  <a:cubicBezTo>
                    <a:pt x="3587" y="936"/>
                    <a:pt x="3206" y="253"/>
                    <a:pt x="2557" y="54"/>
                  </a:cubicBezTo>
                  <a:cubicBezTo>
                    <a:pt x="2440" y="17"/>
                    <a:pt x="2321" y="0"/>
                    <a:pt x="2204" y="0"/>
                  </a:cubicBezTo>
                  <a:close/>
                </a:path>
              </a:pathLst>
            </a:custGeom>
            <a:solidFill>
              <a:srgbClr val="B3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33"/>
            <p:cNvSpPr/>
            <p:nvPr/>
          </p:nvSpPr>
          <p:spPr>
            <a:xfrm>
              <a:off x="2166925" y="607300"/>
              <a:ext cx="117275" cy="105200"/>
            </a:xfrm>
            <a:custGeom>
              <a:avLst/>
              <a:gdLst/>
              <a:ahLst/>
              <a:cxnLst/>
              <a:rect l="l" t="t" r="r" b="b"/>
              <a:pathLst>
                <a:path w="4691" h="4208" extrusionOk="0">
                  <a:moveTo>
                    <a:pt x="2364" y="1"/>
                  </a:moveTo>
                  <a:cubicBezTo>
                    <a:pt x="1451" y="1"/>
                    <a:pt x="614" y="591"/>
                    <a:pt x="347" y="1509"/>
                  </a:cubicBezTo>
                  <a:cubicBezTo>
                    <a:pt x="1" y="2608"/>
                    <a:pt x="632" y="3780"/>
                    <a:pt x="1753" y="4122"/>
                  </a:cubicBezTo>
                  <a:cubicBezTo>
                    <a:pt x="1952" y="4180"/>
                    <a:pt x="2152" y="4208"/>
                    <a:pt x="2349" y="4208"/>
                  </a:cubicBezTo>
                  <a:cubicBezTo>
                    <a:pt x="3255" y="4208"/>
                    <a:pt x="4085" y="3623"/>
                    <a:pt x="4366" y="2716"/>
                  </a:cubicBezTo>
                  <a:cubicBezTo>
                    <a:pt x="4690" y="1600"/>
                    <a:pt x="4059" y="428"/>
                    <a:pt x="2960" y="86"/>
                  </a:cubicBezTo>
                  <a:cubicBezTo>
                    <a:pt x="2761" y="28"/>
                    <a:pt x="2561" y="1"/>
                    <a:pt x="23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33"/>
            <p:cNvSpPr/>
            <p:nvPr/>
          </p:nvSpPr>
          <p:spPr>
            <a:xfrm>
              <a:off x="2227825" y="817125"/>
              <a:ext cx="231700" cy="176500"/>
            </a:xfrm>
            <a:custGeom>
              <a:avLst/>
              <a:gdLst/>
              <a:ahLst/>
              <a:cxnLst/>
              <a:rect l="l" t="t" r="r" b="b"/>
              <a:pathLst>
                <a:path w="9268" h="7060" extrusionOk="0">
                  <a:moveTo>
                    <a:pt x="7780" y="0"/>
                  </a:moveTo>
                  <a:cubicBezTo>
                    <a:pt x="6547" y="0"/>
                    <a:pt x="4745" y="205"/>
                    <a:pt x="2903" y="1137"/>
                  </a:cubicBezTo>
                  <a:cubicBezTo>
                    <a:pt x="0" y="2600"/>
                    <a:pt x="1424" y="5053"/>
                    <a:pt x="1805" y="5611"/>
                  </a:cubicBezTo>
                  <a:cubicBezTo>
                    <a:pt x="1805" y="5611"/>
                    <a:pt x="1822" y="5645"/>
                    <a:pt x="1839" y="5680"/>
                  </a:cubicBezTo>
                  <a:cubicBezTo>
                    <a:pt x="1874" y="5719"/>
                    <a:pt x="1891" y="5736"/>
                    <a:pt x="1891" y="5736"/>
                  </a:cubicBezTo>
                  <a:cubicBezTo>
                    <a:pt x="2172" y="6076"/>
                    <a:pt x="3099" y="7060"/>
                    <a:pt x="4320" y="7060"/>
                  </a:cubicBezTo>
                  <a:cubicBezTo>
                    <a:pt x="4981" y="7060"/>
                    <a:pt x="5729" y="6771"/>
                    <a:pt x="6507" y="5935"/>
                  </a:cubicBezTo>
                  <a:cubicBezTo>
                    <a:pt x="8653" y="3625"/>
                    <a:pt x="9159" y="960"/>
                    <a:pt x="9246" y="220"/>
                  </a:cubicBezTo>
                  <a:cubicBezTo>
                    <a:pt x="9246" y="220"/>
                    <a:pt x="9268" y="129"/>
                    <a:pt x="9268" y="112"/>
                  </a:cubicBezTo>
                  <a:lnTo>
                    <a:pt x="9177" y="95"/>
                  </a:lnTo>
                  <a:cubicBezTo>
                    <a:pt x="8921" y="57"/>
                    <a:pt x="8430" y="0"/>
                    <a:pt x="7780" y="0"/>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33"/>
            <p:cNvSpPr/>
            <p:nvPr/>
          </p:nvSpPr>
          <p:spPr>
            <a:xfrm>
              <a:off x="2280500" y="835425"/>
              <a:ext cx="158250" cy="118850"/>
            </a:xfrm>
            <a:custGeom>
              <a:avLst/>
              <a:gdLst/>
              <a:ahLst/>
              <a:cxnLst/>
              <a:rect l="l" t="t" r="r" b="b"/>
              <a:pathLst>
                <a:path w="6330" h="4754" extrusionOk="0">
                  <a:moveTo>
                    <a:pt x="6231" y="0"/>
                  </a:moveTo>
                  <a:cubicBezTo>
                    <a:pt x="6211" y="0"/>
                    <a:pt x="6189" y="4"/>
                    <a:pt x="6166" y="12"/>
                  </a:cubicBezTo>
                  <a:lnTo>
                    <a:pt x="57" y="4606"/>
                  </a:lnTo>
                  <a:cubicBezTo>
                    <a:pt x="22" y="4623"/>
                    <a:pt x="0" y="4680"/>
                    <a:pt x="39" y="4714"/>
                  </a:cubicBezTo>
                  <a:cubicBezTo>
                    <a:pt x="57" y="4753"/>
                    <a:pt x="74" y="4753"/>
                    <a:pt x="109" y="4753"/>
                  </a:cubicBezTo>
                  <a:cubicBezTo>
                    <a:pt x="130" y="4753"/>
                    <a:pt x="147" y="4753"/>
                    <a:pt x="165" y="4732"/>
                  </a:cubicBezTo>
                  <a:lnTo>
                    <a:pt x="6274" y="154"/>
                  </a:lnTo>
                  <a:cubicBezTo>
                    <a:pt x="6313" y="120"/>
                    <a:pt x="6330" y="63"/>
                    <a:pt x="6295" y="29"/>
                  </a:cubicBezTo>
                  <a:cubicBezTo>
                    <a:pt x="6283" y="9"/>
                    <a:pt x="6260" y="0"/>
                    <a:pt x="6231" y="0"/>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33"/>
            <p:cNvSpPr/>
            <p:nvPr/>
          </p:nvSpPr>
          <p:spPr>
            <a:xfrm>
              <a:off x="2345400" y="851500"/>
              <a:ext cx="5975" cy="54525"/>
            </a:xfrm>
            <a:custGeom>
              <a:avLst/>
              <a:gdLst/>
              <a:ahLst/>
              <a:cxnLst/>
              <a:rect l="l" t="t" r="r" b="b"/>
              <a:pathLst>
                <a:path w="239" h="2181" extrusionOk="0">
                  <a:moveTo>
                    <a:pt x="165" y="0"/>
                  </a:moveTo>
                  <a:cubicBezTo>
                    <a:pt x="108" y="0"/>
                    <a:pt x="74" y="35"/>
                    <a:pt x="74" y="87"/>
                  </a:cubicBezTo>
                  <a:lnTo>
                    <a:pt x="0" y="2090"/>
                  </a:lnTo>
                  <a:cubicBezTo>
                    <a:pt x="0" y="2142"/>
                    <a:pt x="39" y="2181"/>
                    <a:pt x="91" y="2181"/>
                  </a:cubicBezTo>
                  <a:cubicBezTo>
                    <a:pt x="147" y="2181"/>
                    <a:pt x="182" y="2142"/>
                    <a:pt x="182" y="2090"/>
                  </a:cubicBezTo>
                  <a:lnTo>
                    <a:pt x="238" y="87"/>
                  </a:lnTo>
                  <a:cubicBezTo>
                    <a:pt x="238" y="35"/>
                    <a:pt x="199" y="0"/>
                    <a:pt x="165" y="0"/>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33"/>
            <p:cNvSpPr/>
            <p:nvPr/>
          </p:nvSpPr>
          <p:spPr>
            <a:xfrm>
              <a:off x="2301275" y="884800"/>
              <a:ext cx="5850" cy="54550"/>
            </a:xfrm>
            <a:custGeom>
              <a:avLst/>
              <a:gdLst/>
              <a:ahLst/>
              <a:cxnLst/>
              <a:rect l="l" t="t" r="r" b="b"/>
              <a:pathLst>
                <a:path w="234" h="2182" extrusionOk="0">
                  <a:moveTo>
                    <a:pt x="143" y="1"/>
                  </a:moveTo>
                  <a:cubicBezTo>
                    <a:pt x="108" y="1"/>
                    <a:pt x="74" y="35"/>
                    <a:pt x="56" y="74"/>
                  </a:cubicBezTo>
                  <a:lnTo>
                    <a:pt x="0" y="2090"/>
                  </a:lnTo>
                  <a:cubicBezTo>
                    <a:pt x="0" y="2129"/>
                    <a:pt x="35" y="2181"/>
                    <a:pt x="91" y="2181"/>
                  </a:cubicBezTo>
                  <a:cubicBezTo>
                    <a:pt x="126" y="2181"/>
                    <a:pt x="164" y="2147"/>
                    <a:pt x="164" y="2090"/>
                  </a:cubicBezTo>
                  <a:lnTo>
                    <a:pt x="234" y="92"/>
                  </a:lnTo>
                  <a:cubicBezTo>
                    <a:pt x="234" y="35"/>
                    <a:pt x="199" y="1"/>
                    <a:pt x="143" y="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33"/>
            <p:cNvSpPr/>
            <p:nvPr/>
          </p:nvSpPr>
          <p:spPr>
            <a:xfrm>
              <a:off x="2345400" y="901900"/>
              <a:ext cx="53675" cy="16675"/>
            </a:xfrm>
            <a:custGeom>
              <a:avLst/>
              <a:gdLst/>
              <a:ahLst/>
              <a:cxnLst/>
              <a:rect l="l" t="t" r="r" b="b"/>
              <a:pathLst>
                <a:path w="2147" h="667" extrusionOk="0">
                  <a:moveTo>
                    <a:pt x="130" y="0"/>
                  </a:moveTo>
                  <a:cubicBezTo>
                    <a:pt x="74" y="0"/>
                    <a:pt x="39" y="18"/>
                    <a:pt x="22" y="74"/>
                  </a:cubicBezTo>
                  <a:cubicBezTo>
                    <a:pt x="0" y="108"/>
                    <a:pt x="39" y="165"/>
                    <a:pt x="74" y="165"/>
                  </a:cubicBezTo>
                  <a:lnTo>
                    <a:pt x="2021" y="667"/>
                  </a:lnTo>
                  <a:lnTo>
                    <a:pt x="2038" y="667"/>
                  </a:lnTo>
                  <a:cubicBezTo>
                    <a:pt x="2077" y="667"/>
                    <a:pt x="2112" y="649"/>
                    <a:pt x="2129" y="615"/>
                  </a:cubicBezTo>
                  <a:cubicBezTo>
                    <a:pt x="2146" y="558"/>
                    <a:pt x="2112" y="524"/>
                    <a:pt x="2055" y="506"/>
                  </a:cubicBezTo>
                  <a:lnTo>
                    <a:pt x="130" y="0"/>
                  </a:ln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33"/>
            <p:cNvSpPr/>
            <p:nvPr/>
          </p:nvSpPr>
          <p:spPr>
            <a:xfrm>
              <a:off x="2301275" y="935150"/>
              <a:ext cx="53225" cy="16850"/>
            </a:xfrm>
            <a:custGeom>
              <a:avLst/>
              <a:gdLst/>
              <a:ahLst/>
              <a:cxnLst/>
              <a:rect l="l" t="t" r="r" b="b"/>
              <a:pathLst>
                <a:path w="2129" h="674" extrusionOk="0">
                  <a:moveTo>
                    <a:pt x="85" y="1"/>
                  </a:moveTo>
                  <a:cubicBezTo>
                    <a:pt x="53" y="1"/>
                    <a:pt x="17" y="31"/>
                    <a:pt x="17" y="59"/>
                  </a:cubicBezTo>
                  <a:cubicBezTo>
                    <a:pt x="0" y="115"/>
                    <a:pt x="17" y="150"/>
                    <a:pt x="74" y="167"/>
                  </a:cubicBezTo>
                  <a:lnTo>
                    <a:pt x="2020" y="673"/>
                  </a:lnTo>
                  <a:lnTo>
                    <a:pt x="2038" y="673"/>
                  </a:lnTo>
                  <a:cubicBezTo>
                    <a:pt x="2072" y="673"/>
                    <a:pt x="2111" y="656"/>
                    <a:pt x="2129" y="617"/>
                  </a:cubicBezTo>
                  <a:cubicBezTo>
                    <a:pt x="2129" y="565"/>
                    <a:pt x="2111" y="509"/>
                    <a:pt x="2055" y="509"/>
                  </a:cubicBezTo>
                  <a:lnTo>
                    <a:pt x="108" y="7"/>
                  </a:lnTo>
                  <a:cubicBezTo>
                    <a:pt x="101" y="3"/>
                    <a:pt x="94" y="1"/>
                    <a:pt x="85" y="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33"/>
            <p:cNvSpPr/>
            <p:nvPr/>
          </p:nvSpPr>
          <p:spPr>
            <a:xfrm>
              <a:off x="2353500" y="827600"/>
              <a:ext cx="64925" cy="20675"/>
            </a:xfrm>
            <a:custGeom>
              <a:avLst/>
              <a:gdLst/>
              <a:ahLst/>
              <a:cxnLst/>
              <a:rect l="l" t="t" r="r" b="b"/>
              <a:pathLst>
                <a:path w="2597" h="827" extrusionOk="0">
                  <a:moveTo>
                    <a:pt x="1" y="0"/>
                  </a:moveTo>
                  <a:lnTo>
                    <a:pt x="1" y="826"/>
                  </a:lnTo>
                  <a:lnTo>
                    <a:pt x="2597" y="826"/>
                  </a:lnTo>
                  <a:lnTo>
                    <a:pt x="2597" y="0"/>
                  </a:lnTo>
                  <a:close/>
                </a:path>
              </a:pathLst>
            </a:custGeom>
            <a:solidFill>
              <a:srgbClr val="00D2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33"/>
            <p:cNvSpPr/>
            <p:nvPr/>
          </p:nvSpPr>
          <p:spPr>
            <a:xfrm>
              <a:off x="2057050" y="1151150"/>
              <a:ext cx="156425" cy="104125"/>
            </a:xfrm>
            <a:custGeom>
              <a:avLst/>
              <a:gdLst/>
              <a:ahLst/>
              <a:cxnLst/>
              <a:rect l="l" t="t" r="r" b="b"/>
              <a:pathLst>
                <a:path w="6257" h="4165" extrusionOk="0">
                  <a:moveTo>
                    <a:pt x="2709" y="1"/>
                  </a:moveTo>
                  <a:cubicBezTo>
                    <a:pt x="1395" y="1"/>
                    <a:pt x="390" y="374"/>
                    <a:pt x="69" y="522"/>
                  </a:cubicBezTo>
                  <a:cubicBezTo>
                    <a:pt x="69" y="522"/>
                    <a:pt x="17" y="539"/>
                    <a:pt x="0" y="539"/>
                  </a:cubicBezTo>
                  <a:lnTo>
                    <a:pt x="35" y="613"/>
                  </a:lnTo>
                  <a:cubicBezTo>
                    <a:pt x="216" y="1063"/>
                    <a:pt x="973" y="2668"/>
                    <a:pt x="2704" y="3767"/>
                  </a:cubicBezTo>
                  <a:cubicBezTo>
                    <a:pt x="3153" y="4053"/>
                    <a:pt x="3546" y="4165"/>
                    <a:pt x="3886" y="4165"/>
                  </a:cubicBezTo>
                  <a:cubicBezTo>
                    <a:pt x="4896" y="4165"/>
                    <a:pt x="5435" y="3182"/>
                    <a:pt x="5568" y="2884"/>
                  </a:cubicBezTo>
                  <a:cubicBezTo>
                    <a:pt x="5568" y="2884"/>
                    <a:pt x="5585" y="2867"/>
                    <a:pt x="5585" y="2849"/>
                  </a:cubicBezTo>
                  <a:cubicBezTo>
                    <a:pt x="5607" y="2810"/>
                    <a:pt x="5607" y="2793"/>
                    <a:pt x="5607" y="2793"/>
                  </a:cubicBezTo>
                  <a:cubicBezTo>
                    <a:pt x="5750" y="2378"/>
                    <a:pt x="6256" y="595"/>
                    <a:pt x="4179" y="163"/>
                  </a:cubicBezTo>
                  <a:cubicBezTo>
                    <a:pt x="3662" y="46"/>
                    <a:pt x="3167" y="1"/>
                    <a:pt x="2709" y="1"/>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33"/>
            <p:cNvSpPr/>
            <p:nvPr/>
          </p:nvSpPr>
          <p:spPr>
            <a:xfrm>
              <a:off x="2072300" y="1169850"/>
              <a:ext cx="119975" cy="51575"/>
            </a:xfrm>
            <a:custGeom>
              <a:avLst/>
              <a:gdLst/>
              <a:ahLst/>
              <a:cxnLst/>
              <a:rect l="l" t="t" r="r" b="b"/>
              <a:pathLst>
                <a:path w="4799" h="2063" extrusionOk="0">
                  <a:moveTo>
                    <a:pt x="99" y="1"/>
                  </a:moveTo>
                  <a:cubicBezTo>
                    <a:pt x="67" y="1"/>
                    <a:pt x="35" y="21"/>
                    <a:pt x="22" y="64"/>
                  </a:cubicBezTo>
                  <a:cubicBezTo>
                    <a:pt x="0" y="98"/>
                    <a:pt x="22" y="155"/>
                    <a:pt x="74" y="172"/>
                  </a:cubicBezTo>
                  <a:lnTo>
                    <a:pt x="4673" y="2062"/>
                  </a:lnTo>
                  <a:lnTo>
                    <a:pt x="4707" y="2062"/>
                  </a:lnTo>
                  <a:cubicBezTo>
                    <a:pt x="4742" y="2062"/>
                    <a:pt x="4781" y="2045"/>
                    <a:pt x="4781" y="2011"/>
                  </a:cubicBezTo>
                  <a:cubicBezTo>
                    <a:pt x="4798" y="1976"/>
                    <a:pt x="4781" y="1920"/>
                    <a:pt x="4742" y="1902"/>
                  </a:cubicBezTo>
                  <a:lnTo>
                    <a:pt x="130" y="7"/>
                  </a:lnTo>
                  <a:cubicBezTo>
                    <a:pt x="120" y="3"/>
                    <a:pt x="110" y="1"/>
                    <a:pt x="99" y="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33"/>
            <p:cNvSpPr/>
            <p:nvPr/>
          </p:nvSpPr>
          <p:spPr>
            <a:xfrm>
              <a:off x="2110150" y="1197375"/>
              <a:ext cx="33875" cy="20050"/>
            </a:xfrm>
            <a:custGeom>
              <a:avLst/>
              <a:gdLst/>
              <a:ahLst/>
              <a:cxnLst/>
              <a:rect l="l" t="t" r="r" b="b"/>
              <a:pathLst>
                <a:path w="1355" h="802" extrusionOk="0">
                  <a:moveTo>
                    <a:pt x="1243" y="1"/>
                  </a:moveTo>
                  <a:cubicBezTo>
                    <a:pt x="1232" y="1"/>
                    <a:pt x="1221" y="4"/>
                    <a:pt x="1212" y="10"/>
                  </a:cubicBezTo>
                  <a:lnTo>
                    <a:pt x="57" y="637"/>
                  </a:lnTo>
                  <a:cubicBezTo>
                    <a:pt x="22" y="659"/>
                    <a:pt x="0" y="711"/>
                    <a:pt x="39" y="767"/>
                  </a:cubicBezTo>
                  <a:cubicBezTo>
                    <a:pt x="39" y="784"/>
                    <a:pt x="74" y="801"/>
                    <a:pt x="108" y="801"/>
                  </a:cubicBezTo>
                  <a:lnTo>
                    <a:pt x="147" y="801"/>
                  </a:lnTo>
                  <a:lnTo>
                    <a:pt x="1281" y="152"/>
                  </a:lnTo>
                  <a:cubicBezTo>
                    <a:pt x="1337" y="135"/>
                    <a:pt x="1354" y="79"/>
                    <a:pt x="1320" y="44"/>
                  </a:cubicBezTo>
                  <a:cubicBezTo>
                    <a:pt x="1304" y="19"/>
                    <a:pt x="1273" y="1"/>
                    <a:pt x="1243" y="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33"/>
            <p:cNvSpPr/>
            <p:nvPr/>
          </p:nvSpPr>
          <p:spPr>
            <a:xfrm>
              <a:off x="2143575" y="1210900"/>
              <a:ext cx="33775" cy="20475"/>
            </a:xfrm>
            <a:custGeom>
              <a:avLst/>
              <a:gdLst/>
              <a:ahLst/>
              <a:cxnLst/>
              <a:rect l="l" t="t" r="r" b="b"/>
              <a:pathLst>
                <a:path w="1351" h="819" extrusionOk="0">
                  <a:moveTo>
                    <a:pt x="1240" y="1"/>
                  </a:moveTo>
                  <a:cubicBezTo>
                    <a:pt x="1228" y="1"/>
                    <a:pt x="1217" y="3"/>
                    <a:pt x="1207" y="9"/>
                  </a:cubicBezTo>
                  <a:lnTo>
                    <a:pt x="52" y="658"/>
                  </a:lnTo>
                  <a:cubicBezTo>
                    <a:pt x="17" y="676"/>
                    <a:pt x="0" y="728"/>
                    <a:pt x="35" y="767"/>
                  </a:cubicBezTo>
                  <a:cubicBezTo>
                    <a:pt x="35" y="801"/>
                    <a:pt x="69" y="818"/>
                    <a:pt x="108" y="818"/>
                  </a:cubicBezTo>
                  <a:cubicBezTo>
                    <a:pt x="126" y="818"/>
                    <a:pt x="126" y="801"/>
                    <a:pt x="143" y="801"/>
                  </a:cubicBezTo>
                  <a:lnTo>
                    <a:pt x="1281" y="170"/>
                  </a:lnTo>
                  <a:cubicBezTo>
                    <a:pt x="1333" y="152"/>
                    <a:pt x="1350" y="96"/>
                    <a:pt x="1315" y="44"/>
                  </a:cubicBezTo>
                  <a:cubicBezTo>
                    <a:pt x="1303" y="19"/>
                    <a:pt x="1270" y="1"/>
                    <a:pt x="1240" y="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33"/>
            <p:cNvSpPr/>
            <p:nvPr/>
          </p:nvSpPr>
          <p:spPr>
            <a:xfrm>
              <a:off x="2130050" y="1165850"/>
              <a:ext cx="13975" cy="35775"/>
            </a:xfrm>
            <a:custGeom>
              <a:avLst/>
              <a:gdLst/>
              <a:ahLst/>
              <a:cxnLst/>
              <a:rect l="l" t="t" r="r" b="b"/>
              <a:pathLst>
                <a:path w="559" h="1431" extrusionOk="0">
                  <a:moveTo>
                    <a:pt x="100" y="1"/>
                  </a:moveTo>
                  <a:cubicBezTo>
                    <a:pt x="90" y="1"/>
                    <a:pt x="79" y="3"/>
                    <a:pt x="70" y="7"/>
                  </a:cubicBezTo>
                  <a:cubicBezTo>
                    <a:pt x="18" y="7"/>
                    <a:pt x="0" y="59"/>
                    <a:pt x="0" y="115"/>
                  </a:cubicBezTo>
                  <a:lnTo>
                    <a:pt x="377" y="1357"/>
                  </a:lnTo>
                  <a:cubicBezTo>
                    <a:pt x="377" y="1396"/>
                    <a:pt x="416" y="1431"/>
                    <a:pt x="450" y="1431"/>
                  </a:cubicBezTo>
                  <a:cubicBezTo>
                    <a:pt x="468" y="1431"/>
                    <a:pt x="468" y="1413"/>
                    <a:pt x="485" y="1413"/>
                  </a:cubicBezTo>
                  <a:cubicBezTo>
                    <a:pt x="524" y="1413"/>
                    <a:pt x="558" y="1357"/>
                    <a:pt x="541" y="1305"/>
                  </a:cubicBezTo>
                  <a:lnTo>
                    <a:pt x="178" y="59"/>
                  </a:lnTo>
                  <a:cubicBezTo>
                    <a:pt x="165" y="20"/>
                    <a:pt x="132" y="1"/>
                    <a:pt x="100" y="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33"/>
            <p:cNvSpPr/>
            <p:nvPr/>
          </p:nvSpPr>
          <p:spPr>
            <a:xfrm>
              <a:off x="2163350" y="1179425"/>
              <a:ext cx="14000" cy="35725"/>
            </a:xfrm>
            <a:custGeom>
              <a:avLst/>
              <a:gdLst/>
              <a:ahLst/>
              <a:cxnLst/>
              <a:rect l="l" t="t" r="r" b="b"/>
              <a:pathLst>
                <a:path w="560" h="1429" extrusionOk="0">
                  <a:moveTo>
                    <a:pt x="95" y="1"/>
                  </a:moveTo>
                  <a:cubicBezTo>
                    <a:pt x="88" y="1"/>
                    <a:pt x="81" y="2"/>
                    <a:pt x="74" y="5"/>
                  </a:cubicBezTo>
                  <a:cubicBezTo>
                    <a:pt x="18" y="22"/>
                    <a:pt x="1" y="57"/>
                    <a:pt x="1" y="113"/>
                  </a:cubicBezTo>
                  <a:lnTo>
                    <a:pt x="382" y="1377"/>
                  </a:lnTo>
                  <a:cubicBezTo>
                    <a:pt x="382" y="1411"/>
                    <a:pt x="416" y="1429"/>
                    <a:pt x="451" y="1429"/>
                  </a:cubicBezTo>
                  <a:lnTo>
                    <a:pt x="490" y="1429"/>
                  </a:lnTo>
                  <a:cubicBezTo>
                    <a:pt x="524" y="1411"/>
                    <a:pt x="559" y="1355"/>
                    <a:pt x="542" y="1320"/>
                  </a:cubicBezTo>
                  <a:lnTo>
                    <a:pt x="183" y="57"/>
                  </a:lnTo>
                  <a:cubicBezTo>
                    <a:pt x="168" y="29"/>
                    <a:pt x="128" y="1"/>
                    <a:pt x="95" y="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33"/>
            <p:cNvSpPr/>
            <p:nvPr/>
          </p:nvSpPr>
          <p:spPr>
            <a:xfrm>
              <a:off x="2076400" y="1181800"/>
              <a:ext cx="30200" cy="35625"/>
            </a:xfrm>
            <a:custGeom>
              <a:avLst/>
              <a:gdLst/>
              <a:ahLst/>
              <a:cxnLst/>
              <a:rect l="l" t="t" r="r" b="b"/>
              <a:pathLst>
                <a:path w="1208" h="1425" extrusionOk="0">
                  <a:moveTo>
                    <a:pt x="234" y="1"/>
                  </a:moveTo>
                  <a:cubicBezTo>
                    <a:pt x="199" y="1"/>
                    <a:pt x="161" y="18"/>
                    <a:pt x="126" y="36"/>
                  </a:cubicBezTo>
                  <a:cubicBezTo>
                    <a:pt x="35" y="92"/>
                    <a:pt x="0" y="217"/>
                    <a:pt x="52" y="308"/>
                  </a:cubicBezTo>
                  <a:cubicBezTo>
                    <a:pt x="269" y="685"/>
                    <a:pt x="541" y="1044"/>
                    <a:pt x="831" y="1368"/>
                  </a:cubicBezTo>
                  <a:cubicBezTo>
                    <a:pt x="883" y="1407"/>
                    <a:pt x="939" y="1424"/>
                    <a:pt x="991" y="1424"/>
                  </a:cubicBezTo>
                  <a:cubicBezTo>
                    <a:pt x="1026" y="1424"/>
                    <a:pt x="1082" y="1407"/>
                    <a:pt x="1117" y="1368"/>
                  </a:cubicBezTo>
                  <a:cubicBezTo>
                    <a:pt x="1156" y="1351"/>
                    <a:pt x="1173" y="1334"/>
                    <a:pt x="1173" y="1299"/>
                  </a:cubicBezTo>
                  <a:cubicBezTo>
                    <a:pt x="1208" y="1225"/>
                    <a:pt x="1190" y="1134"/>
                    <a:pt x="1134" y="1083"/>
                  </a:cubicBezTo>
                  <a:cubicBezTo>
                    <a:pt x="848" y="793"/>
                    <a:pt x="615" y="451"/>
                    <a:pt x="416" y="109"/>
                  </a:cubicBezTo>
                  <a:cubicBezTo>
                    <a:pt x="360" y="36"/>
                    <a:pt x="308" y="1"/>
                    <a:pt x="234" y="1"/>
                  </a:cubicBezTo>
                  <a:close/>
                </a:path>
              </a:pathLst>
            </a:custGeom>
            <a:solidFill>
              <a:srgbClr val="00D2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33"/>
            <p:cNvSpPr/>
            <p:nvPr/>
          </p:nvSpPr>
          <p:spPr>
            <a:xfrm>
              <a:off x="1671225" y="680600"/>
              <a:ext cx="21675" cy="676025"/>
            </a:xfrm>
            <a:custGeom>
              <a:avLst/>
              <a:gdLst/>
              <a:ahLst/>
              <a:cxnLst/>
              <a:rect l="l" t="t" r="r" b="b"/>
              <a:pathLst>
                <a:path w="867" h="27041" extrusionOk="0">
                  <a:moveTo>
                    <a:pt x="1" y="1"/>
                  </a:moveTo>
                  <a:lnTo>
                    <a:pt x="1" y="27040"/>
                  </a:lnTo>
                  <a:lnTo>
                    <a:pt x="866" y="27040"/>
                  </a:lnTo>
                  <a:lnTo>
                    <a:pt x="866" y="1"/>
                  </a:ln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33"/>
            <p:cNvSpPr/>
            <p:nvPr/>
          </p:nvSpPr>
          <p:spPr>
            <a:xfrm>
              <a:off x="1666250" y="635800"/>
              <a:ext cx="69050" cy="101225"/>
            </a:xfrm>
            <a:custGeom>
              <a:avLst/>
              <a:gdLst/>
              <a:ahLst/>
              <a:cxnLst/>
              <a:rect l="l" t="t" r="r" b="b"/>
              <a:pathLst>
                <a:path w="2762" h="4049" extrusionOk="0">
                  <a:moveTo>
                    <a:pt x="1688" y="0"/>
                  </a:moveTo>
                  <a:cubicBezTo>
                    <a:pt x="1291" y="0"/>
                    <a:pt x="913" y="266"/>
                    <a:pt x="797" y="676"/>
                  </a:cubicBezTo>
                  <a:lnTo>
                    <a:pt x="148" y="2822"/>
                  </a:lnTo>
                  <a:cubicBezTo>
                    <a:pt x="1" y="3328"/>
                    <a:pt x="291" y="3848"/>
                    <a:pt x="797" y="4012"/>
                  </a:cubicBezTo>
                  <a:cubicBezTo>
                    <a:pt x="881" y="4037"/>
                    <a:pt x="967" y="4049"/>
                    <a:pt x="1052" y="4049"/>
                  </a:cubicBezTo>
                  <a:cubicBezTo>
                    <a:pt x="1458" y="4049"/>
                    <a:pt x="1847" y="3781"/>
                    <a:pt x="1965" y="3363"/>
                  </a:cubicBezTo>
                  <a:lnTo>
                    <a:pt x="2614" y="1217"/>
                  </a:lnTo>
                  <a:cubicBezTo>
                    <a:pt x="2761" y="711"/>
                    <a:pt x="2471" y="192"/>
                    <a:pt x="1965" y="45"/>
                  </a:cubicBezTo>
                  <a:cubicBezTo>
                    <a:pt x="1874" y="14"/>
                    <a:pt x="1780" y="0"/>
                    <a:pt x="1688"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33"/>
            <p:cNvSpPr/>
            <p:nvPr/>
          </p:nvSpPr>
          <p:spPr>
            <a:xfrm>
              <a:off x="1684750" y="668550"/>
              <a:ext cx="98225" cy="81450"/>
            </a:xfrm>
            <a:custGeom>
              <a:avLst/>
              <a:gdLst/>
              <a:ahLst/>
              <a:cxnLst/>
              <a:rect l="l" t="t" r="r" b="b"/>
              <a:pathLst>
                <a:path w="3929" h="3258" extrusionOk="0">
                  <a:moveTo>
                    <a:pt x="2859" y="1"/>
                  </a:moveTo>
                  <a:cubicBezTo>
                    <a:pt x="2660" y="1"/>
                    <a:pt x="2459" y="64"/>
                    <a:pt x="2289" y="197"/>
                  </a:cubicBezTo>
                  <a:lnTo>
                    <a:pt x="507" y="1564"/>
                  </a:lnTo>
                  <a:cubicBezTo>
                    <a:pt x="91" y="1871"/>
                    <a:pt x="1" y="2468"/>
                    <a:pt x="325" y="2884"/>
                  </a:cubicBezTo>
                  <a:cubicBezTo>
                    <a:pt x="506" y="3126"/>
                    <a:pt x="795" y="3257"/>
                    <a:pt x="1085" y="3257"/>
                  </a:cubicBezTo>
                  <a:cubicBezTo>
                    <a:pt x="1287" y="3257"/>
                    <a:pt x="1489" y="3194"/>
                    <a:pt x="1658" y="3061"/>
                  </a:cubicBezTo>
                  <a:lnTo>
                    <a:pt x="3444" y="1711"/>
                  </a:lnTo>
                  <a:cubicBezTo>
                    <a:pt x="3860" y="1387"/>
                    <a:pt x="3929" y="790"/>
                    <a:pt x="3604" y="374"/>
                  </a:cubicBezTo>
                  <a:cubicBezTo>
                    <a:pt x="3426" y="132"/>
                    <a:pt x="3145" y="1"/>
                    <a:pt x="2859"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33"/>
            <p:cNvSpPr/>
            <p:nvPr/>
          </p:nvSpPr>
          <p:spPr>
            <a:xfrm>
              <a:off x="1695125" y="722975"/>
              <a:ext cx="104075" cy="48725"/>
            </a:xfrm>
            <a:custGeom>
              <a:avLst/>
              <a:gdLst/>
              <a:ahLst/>
              <a:cxnLst/>
              <a:rect l="l" t="t" r="r" b="b"/>
              <a:pathLst>
                <a:path w="4163" h="1949" extrusionOk="0">
                  <a:moveTo>
                    <a:pt x="3221" y="1"/>
                  </a:moveTo>
                  <a:cubicBezTo>
                    <a:pt x="3211" y="1"/>
                    <a:pt x="3200" y="1"/>
                    <a:pt x="3189" y="1"/>
                  </a:cubicBezTo>
                  <a:lnTo>
                    <a:pt x="940" y="58"/>
                  </a:lnTo>
                  <a:cubicBezTo>
                    <a:pt x="416" y="75"/>
                    <a:pt x="1" y="508"/>
                    <a:pt x="18" y="1031"/>
                  </a:cubicBezTo>
                  <a:cubicBezTo>
                    <a:pt x="35" y="1540"/>
                    <a:pt x="451" y="1949"/>
                    <a:pt x="960" y="1949"/>
                  </a:cubicBezTo>
                  <a:cubicBezTo>
                    <a:pt x="971" y="1949"/>
                    <a:pt x="981" y="1949"/>
                    <a:pt x="992" y="1948"/>
                  </a:cubicBezTo>
                  <a:lnTo>
                    <a:pt x="3228" y="1896"/>
                  </a:lnTo>
                  <a:cubicBezTo>
                    <a:pt x="3752" y="1896"/>
                    <a:pt x="4163" y="1464"/>
                    <a:pt x="4163" y="923"/>
                  </a:cubicBezTo>
                  <a:cubicBezTo>
                    <a:pt x="4146" y="410"/>
                    <a:pt x="3730" y="1"/>
                    <a:pt x="3221"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33"/>
            <p:cNvSpPr/>
            <p:nvPr/>
          </p:nvSpPr>
          <p:spPr>
            <a:xfrm>
              <a:off x="1685625" y="746500"/>
              <a:ext cx="100075" cy="79250"/>
            </a:xfrm>
            <a:custGeom>
              <a:avLst/>
              <a:gdLst/>
              <a:ahLst/>
              <a:cxnLst/>
              <a:rect l="l" t="t" r="r" b="b"/>
              <a:pathLst>
                <a:path w="4003" h="3170" extrusionOk="0">
                  <a:moveTo>
                    <a:pt x="1093" y="1"/>
                  </a:moveTo>
                  <a:cubicBezTo>
                    <a:pt x="788" y="1"/>
                    <a:pt x="489" y="144"/>
                    <a:pt x="307" y="415"/>
                  </a:cubicBezTo>
                  <a:cubicBezTo>
                    <a:pt x="0" y="847"/>
                    <a:pt x="108" y="1423"/>
                    <a:pt x="541" y="1730"/>
                  </a:cubicBezTo>
                  <a:lnTo>
                    <a:pt x="2380" y="3010"/>
                  </a:lnTo>
                  <a:cubicBezTo>
                    <a:pt x="2542" y="3118"/>
                    <a:pt x="2727" y="3169"/>
                    <a:pt x="2912" y="3169"/>
                  </a:cubicBezTo>
                  <a:cubicBezTo>
                    <a:pt x="3219" y="3169"/>
                    <a:pt x="3525" y="3026"/>
                    <a:pt x="3717" y="2755"/>
                  </a:cubicBezTo>
                  <a:cubicBezTo>
                    <a:pt x="4002" y="2323"/>
                    <a:pt x="3894" y="1747"/>
                    <a:pt x="3461" y="1440"/>
                  </a:cubicBezTo>
                  <a:lnTo>
                    <a:pt x="1623" y="159"/>
                  </a:lnTo>
                  <a:cubicBezTo>
                    <a:pt x="1460" y="52"/>
                    <a:pt x="1276" y="1"/>
                    <a:pt x="1093"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33"/>
            <p:cNvSpPr/>
            <p:nvPr/>
          </p:nvSpPr>
          <p:spPr>
            <a:xfrm>
              <a:off x="1667675" y="760350"/>
              <a:ext cx="72050" cy="100475"/>
            </a:xfrm>
            <a:custGeom>
              <a:avLst/>
              <a:gdLst/>
              <a:ahLst/>
              <a:cxnLst/>
              <a:rect l="l" t="t" r="r" b="b"/>
              <a:pathLst>
                <a:path w="2882" h="4019" extrusionOk="0">
                  <a:moveTo>
                    <a:pt x="1066" y="0"/>
                  </a:moveTo>
                  <a:cubicBezTo>
                    <a:pt x="963" y="0"/>
                    <a:pt x="859" y="18"/>
                    <a:pt x="757" y="55"/>
                  </a:cubicBezTo>
                  <a:cubicBezTo>
                    <a:pt x="251" y="237"/>
                    <a:pt x="0" y="778"/>
                    <a:pt x="177" y="1267"/>
                  </a:cubicBezTo>
                  <a:lnTo>
                    <a:pt x="917" y="3374"/>
                  </a:lnTo>
                  <a:cubicBezTo>
                    <a:pt x="1062" y="3777"/>
                    <a:pt x="1435" y="4019"/>
                    <a:pt x="1826" y="4019"/>
                  </a:cubicBezTo>
                  <a:cubicBezTo>
                    <a:pt x="1926" y="4019"/>
                    <a:pt x="2026" y="4003"/>
                    <a:pt x="2124" y="3971"/>
                  </a:cubicBezTo>
                  <a:cubicBezTo>
                    <a:pt x="2613" y="3789"/>
                    <a:pt x="2881" y="3248"/>
                    <a:pt x="2704" y="2759"/>
                  </a:cubicBezTo>
                  <a:lnTo>
                    <a:pt x="1964" y="635"/>
                  </a:lnTo>
                  <a:cubicBezTo>
                    <a:pt x="1821" y="249"/>
                    <a:pt x="1453" y="0"/>
                    <a:pt x="1066"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33"/>
            <p:cNvSpPr/>
            <p:nvPr/>
          </p:nvSpPr>
          <p:spPr>
            <a:xfrm>
              <a:off x="1628825" y="760800"/>
              <a:ext cx="69050" cy="101525"/>
            </a:xfrm>
            <a:custGeom>
              <a:avLst/>
              <a:gdLst/>
              <a:ahLst/>
              <a:cxnLst/>
              <a:rect l="l" t="t" r="r" b="b"/>
              <a:pathLst>
                <a:path w="2762" h="4061" extrusionOk="0">
                  <a:moveTo>
                    <a:pt x="1708" y="1"/>
                  </a:moveTo>
                  <a:cubicBezTo>
                    <a:pt x="1294" y="1"/>
                    <a:pt x="915" y="271"/>
                    <a:pt x="797" y="686"/>
                  </a:cubicBezTo>
                  <a:lnTo>
                    <a:pt x="148" y="2832"/>
                  </a:lnTo>
                  <a:cubicBezTo>
                    <a:pt x="1" y="3338"/>
                    <a:pt x="291" y="3862"/>
                    <a:pt x="797" y="4022"/>
                  </a:cubicBezTo>
                  <a:cubicBezTo>
                    <a:pt x="882" y="4048"/>
                    <a:pt x="969" y="4060"/>
                    <a:pt x="1056" y="4060"/>
                  </a:cubicBezTo>
                  <a:cubicBezTo>
                    <a:pt x="1460" y="4060"/>
                    <a:pt x="1848" y="3790"/>
                    <a:pt x="1969" y="3373"/>
                  </a:cubicBezTo>
                  <a:lnTo>
                    <a:pt x="2618" y="1227"/>
                  </a:lnTo>
                  <a:cubicBezTo>
                    <a:pt x="2761" y="725"/>
                    <a:pt x="2471" y="202"/>
                    <a:pt x="1969" y="37"/>
                  </a:cubicBezTo>
                  <a:cubicBezTo>
                    <a:pt x="1882" y="13"/>
                    <a:pt x="1794" y="1"/>
                    <a:pt x="1708"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33"/>
            <p:cNvSpPr/>
            <p:nvPr/>
          </p:nvSpPr>
          <p:spPr>
            <a:xfrm>
              <a:off x="1581125" y="747850"/>
              <a:ext cx="98250" cy="81525"/>
            </a:xfrm>
            <a:custGeom>
              <a:avLst/>
              <a:gdLst/>
              <a:ahLst/>
              <a:cxnLst/>
              <a:rect l="l" t="t" r="r" b="b"/>
              <a:pathLst>
                <a:path w="3930" h="3261" extrusionOk="0">
                  <a:moveTo>
                    <a:pt x="2840" y="0"/>
                  </a:moveTo>
                  <a:cubicBezTo>
                    <a:pt x="2642" y="0"/>
                    <a:pt x="2442" y="64"/>
                    <a:pt x="2272" y="196"/>
                  </a:cubicBezTo>
                  <a:lnTo>
                    <a:pt x="485" y="1550"/>
                  </a:lnTo>
                  <a:cubicBezTo>
                    <a:pt x="70" y="1875"/>
                    <a:pt x="1" y="2468"/>
                    <a:pt x="308" y="2883"/>
                  </a:cubicBezTo>
                  <a:cubicBezTo>
                    <a:pt x="500" y="3128"/>
                    <a:pt x="785" y="3261"/>
                    <a:pt x="1073" y="3261"/>
                  </a:cubicBezTo>
                  <a:cubicBezTo>
                    <a:pt x="1271" y="3261"/>
                    <a:pt x="1471" y="3197"/>
                    <a:pt x="1641" y="3065"/>
                  </a:cubicBezTo>
                  <a:lnTo>
                    <a:pt x="3423" y="1710"/>
                  </a:lnTo>
                  <a:cubicBezTo>
                    <a:pt x="3838" y="1386"/>
                    <a:pt x="3929" y="793"/>
                    <a:pt x="3605" y="378"/>
                  </a:cubicBezTo>
                  <a:cubicBezTo>
                    <a:pt x="3413" y="132"/>
                    <a:pt x="3127" y="0"/>
                    <a:pt x="2840"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33"/>
            <p:cNvSpPr/>
            <p:nvPr/>
          </p:nvSpPr>
          <p:spPr>
            <a:xfrm>
              <a:off x="1564900" y="726125"/>
              <a:ext cx="104075" cy="48725"/>
            </a:xfrm>
            <a:custGeom>
              <a:avLst/>
              <a:gdLst/>
              <a:ahLst/>
              <a:cxnLst/>
              <a:rect l="l" t="t" r="r" b="b"/>
              <a:pathLst>
                <a:path w="4163" h="1949" extrusionOk="0">
                  <a:moveTo>
                    <a:pt x="3204" y="0"/>
                  </a:moveTo>
                  <a:cubicBezTo>
                    <a:pt x="3193" y="0"/>
                    <a:pt x="3183" y="1"/>
                    <a:pt x="3172" y="1"/>
                  </a:cubicBezTo>
                  <a:lnTo>
                    <a:pt x="935" y="57"/>
                  </a:lnTo>
                  <a:cubicBezTo>
                    <a:pt x="416" y="74"/>
                    <a:pt x="1" y="507"/>
                    <a:pt x="1" y="1031"/>
                  </a:cubicBezTo>
                  <a:cubicBezTo>
                    <a:pt x="18" y="1543"/>
                    <a:pt x="433" y="1948"/>
                    <a:pt x="943" y="1948"/>
                  </a:cubicBezTo>
                  <a:cubicBezTo>
                    <a:pt x="953" y="1948"/>
                    <a:pt x="964" y="1948"/>
                    <a:pt x="974" y="1948"/>
                  </a:cubicBezTo>
                  <a:lnTo>
                    <a:pt x="3207" y="1896"/>
                  </a:lnTo>
                  <a:cubicBezTo>
                    <a:pt x="3748" y="1879"/>
                    <a:pt x="4163" y="1446"/>
                    <a:pt x="4146" y="922"/>
                  </a:cubicBezTo>
                  <a:cubicBezTo>
                    <a:pt x="4129" y="409"/>
                    <a:pt x="3713" y="0"/>
                    <a:pt x="3204"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33"/>
            <p:cNvSpPr/>
            <p:nvPr/>
          </p:nvSpPr>
          <p:spPr>
            <a:xfrm>
              <a:off x="1578425" y="672225"/>
              <a:ext cx="100075" cy="79175"/>
            </a:xfrm>
            <a:custGeom>
              <a:avLst/>
              <a:gdLst/>
              <a:ahLst/>
              <a:cxnLst/>
              <a:rect l="l" t="t" r="r" b="b"/>
              <a:pathLst>
                <a:path w="4003" h="3167" extrusionOk="0">
                  <a:moveTo>
                    <a:pt x="1071" y="0"/>
                  </a:moveTo>
                  <a:cubicBezTo>
                    <a:pt x="773" y="0"/>
                    <a:pt x="475" y="143"/>
                    <a:pt x="286" y="409"/>
                  </a:cubicBezTo>
                  <a:cubicBezTo>
                    <a:pt x="1" y="842"/>
                    <a:pt x="109" y="1439"/>
                    <a:pt x="542" y="1724"/>
                  </a:cubicBezTo>
                  <a:lnTo>
                    <a:pt x="2380" y="3005"/>
                  </a:lnTo>
                  <a:cubicBezTo>
                    <a:pt x="2543" y="3114"/>
                    <a:pt x="2729" y="3167"/>
                    <a:pt x="2913" y="3167"/>
                  </a:cubicBezTo>
                  <a:cubicBezTo>
                    <a:pt x="3217" y="3167"/>
                    <a:pt x="3515" y="3023"/>
                    <a:pt x="3695" y="2754"/>
                  </a:cubicBezTo>
                  <a:cubicBezTo>
                    <a:pt x="4003" y="2339"/>
                    <a:pt x="3894" y="1742"/>
                    <a:pt x="3462" y="1439"/>
                  </a:cubicBezTo>
                  <a:lnTo>
                    <a:pt x="1606" y="175"/>
                  </a:lnTo>
                  <a:cubicBezTo>
                    <a:pt x="1445" y="57"/>
                    <a:pt x="1258" y="0"/>
                    <a:pt x="1071"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33"/>
            <p:cNvSpPr/>
            <p:nvPr/>
          </p:nvSpPr>
          <p:spPr>
            <a:xfrm>
              <a:off x="1624400" y="637075"/>
              <a:ext cx="72050" cy="100450"/>
            </a:xfrm>
            <a:custGeom>
              <a:avLst/>
              <a:gdLst/>
              <a:ahLst/>
              <a:cxnLst/>
              <a:rect l="l" t="t" r="r" b="b"/>
              <a:pathLst>
                <a:path w="2882" h="4018" extrusionOk="0">
                  <a:moveTo>
                    <a:pt x="1058" y="0"/>
                  </a:moveTo>
                  <a:cubicBezTo>
                    <a:pt x="958" y="0"/>
                    <a:pt x="857" y="16"/>
                    <a:pt x="758" y="50"/>
                  </a:cubicBezTo>
                  <a:cubicBezTo>
                    <a:pt x="251" y="227"/>
                    <a:pt x="0" y="768"/>
                    <a:pt x="178" y="1274"/>
                  </a:cubicBezTo>
                  <a:lnTo>
                    <a:pt x="918" y="3386"/>
                  </a:lnTo>
                  <a:cubicBezTo>
                    <a:pt x="1047" y="3767"/>
                    <a:pt x="1421" y="4018"/>
                    <a:pt x="1811" y="4018"/>
                  </a:cubicBezTo>
                  <a:cubicBezTo>
                    <a:pt x="1916" y="4018"/>
                    <a:pt x="2022" y="3999"/>
                    <a:pt x="2125" y="3961"/>
                  </a:cubicBezTo>
                  <a:cubicBezTo>
                    <a:pt x="2614" y="3797"/>
                    <a:pt x="2882" y="3256"/>
                    <a:pt x="2704" y="2754"/>
                  </a:cubicBezTo>
                  <a:lnTo>
                    <a:pt x="1965" y="643"/>
                  </a:lnTo>
                  <a:cubicBezTo>
                    <a:pt x="1820" y="243"/>
                    <a:pt x="1448" y="0"/>
                    <a:pt x="1058"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33"/>
            <p:cNvSpPr/>
            <p:nvPr/>
          </p:nvSpPr>
          <p:spPr>
            <a:xfrm>
              <a:off x="1666250" y="635800"/>
              <a:ext cx="69050" cy="101225"/>
            </a:xfrm>
            <a:custGeom>
              <a:avLst/>
              <a:gdLst/>
              <a:ahLst/>
              <a:cxnLst/>
              <a:rect l="l" t="t" r="r" b="b"/>
              <a:pathLst>
                <a:path w="2762" h="4049" extrusionOk="0">
                  <a:moveTo>
                    <a:pt x="1688" y="0"/>
                  </a:moveTo>
                  <a:cubicBezTo>
                    <a:pt x="1291" y="0"/>
                    <a:pt x="913" y="266"/>
                    <a:pt x="797" y="676"/>
                  </a:cubicBezTo>
                  <a:lnTo>
                    <a:pt x="148" y="2822"/>
                  </a:lnTo>
                  <a:cubicBezTo>
                    <a:pt x="1" y="3328"/>
                    <a:pt x="291" y="3848"/>
                    <a:pt x="797" y="4012"/>
                  </a:cubicBezTo>
                  <a:cubicBezTo>
                    <a:pt x="881" y="4037"/>
                    <a:pt x="967" y="4049"/>
                    <a:pt x="1052" y="4049"/>
                  </a:cubicBezTo>
                  <a:cubicBezTo>
                    <a:pt x="1458" y="4049"/>
                    <a:pt x="1847" y="3781"/>
                    <a:pt x="1965" y="3363"/>
                  </a:cubicBezTo>
                  <a:lnTo>
                    <a:pt x="2614" y="1217"/>
                  </a:lnTo>
                  <a:cubicBezTo>
                    <a:pt x="2761" y="711"/>
                    <a:pt x="2471" y="192"/>
                    <a:pt x="1965" y="45"/>
                  </a:cubicBezTo>
                  <a:cubicBezTo>
                    <a:pt x="1874" y="14"/>
                    <a:pt x="1780" y="0"/>
                    <a:pt x="1688"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33"/>
            <p:cNvSpPr/>
            <p:nvPr/>
          </p:nvSpPr>
          <p:spPr>
            <a:xfrm>
              <a:off x="1636950" y="708700"/>
              <a:ext cx="90225" cy="80475"/>
            </a:xfrm>
            <a:custGeom>
              <a:avLst/>
              <a:gdLst/>
              <a:ahLst/>
              <a:cxnLst/>
              <a:rect l="l" t="t" r="r" b="b"/>
              <a:pathLst>
                <a:path w="3609" h="3219" extrusionOk="0">
                  <a:moveTo>
                    <a:pt x="1811" y="0"/>
                  </a:moveTo>
                  <a:cubicBezTo>
                    <a:pt x="1107" y="0"/>
                    <a:pt x="462" y="454"/>
                    <a:pt x="256" y="1148"/>
                  </a:cubicBezTo>
                  <a:cubicBezTo>
                    <a:pt x="0" y="1996"/>
                    <a:pt x="489" y="2900"/>
                    <a:pt x="1337" y="3151"/>
                  </a:cubicBezTo>
                  <a:cubicBezTo>
                    <a:pt x="1495" y="3197"/>
                    <a:pt x="1653" y="3219"/>
                    <a:pt x="1809" y="3219"/>
                  </a:cubicBezTo>
                  <a:cubicBezTo>
                    <a:pt x="2509" y="3219"/>
                    <a:pt x="3148" y="2777"/>
                    <a:pt x="3353" y="2069"/>
                  </a:cubicBezTo>
                  <a:cubicBezTo>
                    <a:pt x="3609" y="1221"/>
                    <a:pt x="3120" y="322"/>
                    <a:pt x="2272" y="66"/>
                  </a:cubicBezTo>
                  <a:cubicBezTo>
                    <a:pt x="2118" y="22"/>
                    <a:pt x="1963" y="0"/>
                    <a:pt x="1811" y="0"/>
                  </a:cubicBezTo>
                  <a:close/>
                </a:path>
              </a:pathLst>
            </a:custGeom>
            <a:solidFill>
              <a:srgbClr val="FFD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33"/>
            <p:cNvSpPr/>
            <p:nvPr/>
          </p:nvSpPr>
          <p:spPr>
            <a:xfrm>
              <a:off x="1491900" y="1060600"/>
              <a:ext cx="182050" cy="121175"/>
            </a:xfrm>
            <a:custGeom>
              <a:avLst/>
              <a:gdLst/>
              <a:ahLst/>
              <a:cxnLst/>
              <a:rect l="l" t="t" r="r" b="b"/>
              <a:pathLst>
                <a:path w="7282" h="4847" extrusionOk="0">
                  <a:moveTo>
                    <a:pt x="3169" y="1"/>
                  </a:moveTo>
                  <a:cubicBezTo>
                    <a:pt x="1629" y="1"/>
                    <a:pt x="460" y="431"/>
                    <a:pt x="70" y="592"/>
                  </a:cubicBezTo>
                  <a:cubicBezTo>
                    <a:pt x="70" y="592"/>
                    <a:pt x="18" y="631"/>
                    <a:pt x="1" y="631"/>
                  </a:cubicBezTo>
                  <a:lnTo>
                    <a:pt x="18" y="700"/>
                  </a:lnTo>
                  <a:cubicBezTo>
                    <a:pt x="234" y="1223"/>
                    <a:pt x="1117" y="3101"/>
                    <a:pt x="3137" y="4377"/>
                  </a:cubicBezTo>
                  <a:cubicBezTo>
                    <a:pt x="3661" y="4716"/>
                    <a:pt x="4120" y="4847"/>
                    <a:pt x="4516" y="4847"/>
                  </a:cubicBezTo>
                  <a:cubicBezTo>
                    <a:pt x="5686" y="4847"/>
                    <a:pt x="6311" y="3701"/>
                    <a:pt x="6473" y="3352"/>
                  </a:cubicBezTo>
                  <a:cubicBezTo>
                    <a:pt x="6473" y="3352"/>
                    <a:pt x="6490" y="3335"/>
                    <a:pt x="6508" y="3296"/>
                  </a:cubicBezTo>
                  <a:cubicBezTo>
                    <a:pt x="6508" y="3279"/>
                    <a:pt x="6525" y="3261"/>
                    <a:pt x="6525" y="3261"/>
                  </a:cubicBezTo>
                  <a:cubicBezTo>
                    <a:pt x="6689" y="2777"/>
                    <a:pt x="7282" y="700"/>
                    <a:pt x="4868" y="181"/>
                  </a:cubicBezTo>
                  <a:cubicBezTo>
                    <a:pt x="4269" y="52"/>
                    <a:pt x="3697" y="1"/>
                    <a:pt x="3169" y="1"/>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33"/>
            <p:cNvSpPr/>
            <p:nvPr/>
          </p:nvSpPr>
          <p:spPr>
            <a:xfrm>
              <a:off x="1509850" y="1082525"/>
              <a:ext cx="138900" cy="59625"/>
            </a:xfrm>
            <a:custGeom>
              <a:avLst/>
              <a:gdLst/>
              <a:ahLst/>
              <a:cxnLst/>
              <a:rect l="l" t="t" r="r" b="b"/>
              <a:pathLst>
                <a:path w="5556" h="2385" extrusionOk="0">
                  <a:moveTo>
                    <a:pt x="108" y="0"/>
                  </a:moveTo>
                  <a:cubicBezTo>
                    <a:pt x="74" y="0"/>
                    <a:pt x="37" y="29"/>
                    <a:pt x="22" y="61"/>
                  </a:cubicBezTo>
                  <a:cubicBezTo>
                    <a:pt x="1" y="96"/>
                    <a:pt x="22" y="147"/>
                    <a:pt x="74" y="169"/>
                  </a:cubicBezTo>
                  <a:lnTo>
                    <a:pt x="5430" y="2367"/>
                  </a:lnTo>
                  <a:cubicBezTo>
                    <a:pt x="5430" y="2384"/>
                    <a:pt x="5448" y="2384"/>
                    <a:pt x="5465" y="2384"/>
                  </a:cubicBezTo>
                  <a:cubicBezTo>
                    <a:pt x="5500" y="2384"/>
                    <a:pt x="5517" y="2367"/>
                    <a:pt x="5539" y="2332"/>
                  </a:cubicBezTo>
                  <a:cubicBezTo>
                    <a:pt x="5556" y="2276"/>
                    <a:pt x="5539" y="2241"/>
                    <a:pt x="5500" y="2224"/>
                  </a:cubicBezTo>
                  <a:lnTo>
                    <a:pt x="131" y="5"/>
                  </a:lnTo>
                  <a:cubicBezTo>
                    <a:pt x="124" y="2"/>
                    <a:pt x="116" y="0"/>
                    <a:pt x="108" y="0"/>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33"/>
            <p:cNvSpPr/>
            <p:nvPr/>
          </p:nvSpPr>
          <p:spPr>
            <a:xfrm>
              <a:off x="1554100" y="1114475"/>
              <a:ext cx="38300" cy="22700"/>
            </a:xfrm>
            <a:custGeom>
              <a:avLst/>
              <a:gdLst/>
              <a:ahLst/>
              <a:cxnLst/>
              <a:rect l="l" t="t" r="r" b="b"/>
              <a:pathLst>
                <a:path w="1532" h="908" extrusionOk="0">
                  <a:moveTo>
                    <a:pt x="1420" y="1"/>
                  </a:moveTo>
                  <a:cubicBezTo>
                    <a:pt x="1409" y="1"/>
                    <a:pt x="1398" y="3"/>
                    <a:pt x="1389" y="7"/>
                  </a:cubicBezTo>
                  <a:lnTo>
                    <a:pt x="52" y="747"/>
                  </a:lnTo>
                  <a:cubicBezTo>
                    <a:pt x="18" y="782"/>
                    <a:pt x="0" y="816"/>
                    <a:pt x="18" y="873"/>
                  </a:cubicBezTo>
                  <a:cubicBezTo>
                    <a:pt x="35" y="890"/>
                    <a:pt x="70" y="907"/>
                    <a:pt x="108" y="907"/>
                  </a:cubicBezTo>
                  <a:lnTo>
                    <a:pt x="143" y="907"/>
                  </a:lnTo>
                  <a:lnTo>
                    <a:pt x="1476" y="167"/>
                  </a:lnTo>
                  <a:cubicBezTo>
                    <a:pt x="1515" y="133"/>
                    <a:pt x="1532" y="98"/>
                    <a:pt x="1497" y="42"/>
                  </a:cubicBezTo>
                  <a:cubicBezTo>
                    <a:pt x="1481" y="17"/>
                    <a:pt x="1449" y="1"/>
                    <a:pt x="1420" y="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33"/>
            <p:cNvSpPr/>
            <p:nvPr/>
          </p:nvSpPr>
          <p:spPr>
            <a:xfrm>
              <a:off x="1592825" y="1130425"/>
              <a:ext cx="38300" cy="22975"/>
            </a:xfrm>
            <a:custGeom>
              <a:avLst/>
              <a:gdLst/>
              <a:ahLst/>
              <a:cxnLst/>
              <a:rect l="l" t="t" r="r" b="b"/>
              <a:pathLst>
                <a:path w="1532" h="919" extrusionOk="0">
                  <a:moveTo>
                    <a:pt x="1432" y="0"/>
                  </a:moveTo>
                  <a:cubicBezTo>
                    <a:pt x="1416" y="0"/>
                    <a:pt x="1401" y="6"/>
                    <a:pt x="1389" y="18"/>
                  </a:cubicBezTo>
                  <a:lnTo>
                    <a:pt x="56" y="758"/>
                  </a:lnTo>
                  <a:cubicBezTo>
                    <a:pt x="17" y="775"/>
                    <a:pt x="0" y="827"/>
                    <a:pt x="17" y="866"/>
                  </a:cubicBezTo>
                  <a:cubicBezTo>
                    <a:pt x="35" y="901"/>
                    <a:pt x="74" y="918"/>
                    <a:pt x="108" y="918"/>
                  </a:cubicBezTo>
                  <a:cubicBezTo>
                    <a:pt x="108" y="918"/>
                    <a:pt x="126" y="901"/>
                    <a:pt x="143" y="901"/>
                  </a:cubicBezTo>
                  <a:lnTo>
                    <a:pt x="1480" y="161"/>
                  </a:lnTo>
                  <a:cubicBezTo>
                    <a:pt x="1514" y="144"/>
                    <a:pt x="1532" y="92"/>
                    <a:pt x="1514" y="53"/>
                  </a:cubicBezTo>
                  <a:cubicBezTo>
                    <a:pt x="1492" y="19"/>
                    <a:pt x="1461" y="0"/>
                    <a:pt x="1432" y="0"/>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33"/>
            <p:cNvSpPr/>
            <p:nvPr/>
          </p:nvSpPr>
          <p:spPr>
            <a:xfrm>
              <a:off x="1577025" y="1077650"/>
              <a:ext cx="15375" cy="41025"/>
            </a:xfrm>
            <a:custGeom>
              <a:avLst/>
              <a:gdLst/>
              <a:ahLst/>
              <a:cxnLst/>
              <a:rect l="l" t="t" r="r" b="b"/>
              <a:pathLst>
                <a:path w="615" h="1641" extrusionOk="0">
                  <a:moveTo>
                    <a:pt x="57" y="1"/>
                  </a:moveTo>
                  <a:cubicBezTo>
                    <a:pt x="18" y="18"/>
                    <a:pt x="0" y="74"/>
                    <a:pt x="0" y="109"/>
                  </a:cubicBezTo>
                  <a:lnTo>
                    <a:pt x="433" y="1571"/>
                  </a:lnTo>
                  <a:cubicBezTo>
                    <a:pt x="450" y="1606"/>
                    <a:pt x="472" y="1640"/>
                    <a:pt x="524" y="1640"/>
                  </a:cubicBezTo>
                  <a:lnTo>
                    <a:pt x="541" y="1640"/>
                  </a:lnTo>
                  <a:cubicBezTo>
                    <a:pt x="580" y="1623"/>
                    <a:pt x="615" y="1571"/>
                    <a:pt x="598" y="1532"/>
                  </a:cubicBezTo>
                  <a:lnTo>
                    <a:pt x="165" y="74"/>
                  </a:lnTo>
                  <a:cubicBezTo>
                    <a:pt x="165" y="18"/>
                    <a:pt x="109" y="1"/>
                    <a:pt x="57" y="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33"/>
            <p:cNvSpPr/>
            <p:nvPr/>
          </p:nvSpPr>
          <p:spPr>
            <a:xfrm>
              <a:off x="1615850" y="1093775"/>
              <a:ext cx="15275" cy="40700"/>
            </a:xfrm>
            <a:custGeom>
              <a:avLst/>
              <a:gdLst/>
              <a:ahLst/>
              <a:cxnLst/>
              <a:rect l="l" t="t" r="r" b="b"/>
              <a:pathLst>
                <a:path w="611" h="1628" extrusionOk="0">
                  <a:moveTo>
                    <a:pt x="92" y="0"/>
                  </a:moveTo>
                  <a:cubicBezTo>
                    <a:pt x="84" y="0"/>
                    <a:pt x="77" y="1"/>
                    <a:pt x="70" y="5"/>
                  </a:cubicBezTo>
                  <a:cubicBezTo>
                    <a:pt x="18" y="22"/>
                    <a:pt x="1" y="61"/>
                    <a:pt x="1" y="113"/>
                  </a:cubicBezTo>
                  <a:lnTo>
                    <a:pt x="433" y="1575"/>
                  </a:lnTo>
                  <a:cubicBezTo>
                    <a:pt x="451" y="1610"/>
                    <a:pt x="485" y="1627"/>
                    <a:pt x="520" y="1627"/>
                  </a:cubicBezTo>
                  <a:lnTo>
                    <a:pt x="541" y="1627"/>
                  </a:lnTo>
                  <a:cubicBezTo>
                    <a:pt x="576" y="1610"/>
                    <a:pt x="611" y="1575"/>
                    <a:pt x="593" y="1519"/>
                  </a:cubicBezTo>
                  <a:lnTo>
                    <a:pt x="161" y="61"/>
                  </a:lnTo>
                  <a:cubicBezTo>
                    <a:pt x="161" y="29"/>
                    <a:pt x="126" y="0"/>
                    <a:pt x="92" y="0"/>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33"/>
            <p:cNvSpPr/>
            <p:nvPr/>
          </p:nvSpPr>
          <p:spPr>
            <a:xfrm>
              <a:off x="1513975" y="1096150"/>
              <a:ext cx="35175" cy="41450"/>
            </a:xfrm>
            <a:custGeom>
              <a:avLst/>
              <a:gdLst/>
              <a:ahLst/>
              <a:cxnLst/>
              <a:rect l="l" t="t" r="r" b="b"/>
              <a:pathLst>
                <a:path w="1407" h="1658" extrusionOk="0">
                  <a:moveTo>
                    <a:pt x="0" y="0"/>
                  </a:moveTo>
                  <a:lnTo>
                    <a:pt x="0" y="1657"/>
                  </a:lnTo>
                  <a:lnTo>
                    <a:pt x="1406" y="1657"/>
                  </a:lnTo>
                  <a:lnTo>
                    <a:pt x="1406" y="0"/>
                  </a:lnTo>
                  <a:close/>
                </a:path>
              </a:pathLst>
            </a:custGeom>
            <a:solidFill>
              <a:srgbClr val="00D2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33"/>
            <p:cNvSpPr/>
            <p:nvPr/>
          </p:nvSpPr>
          <p:spPr>
            <a:xfrm>
              <a:off x="1694700" y="866250"/>
              <a:ext cx="119425" cy="100650"/>
            </a:xfrm>
            <a:custGeom>
              <a:avLst/>
              <a:gdLst/>
              <a:ahLst/>
              <a:cxnLst/>
              <a:rect l="l" t="t" r="r" b="b"/>
              <a:pathLst>
                <a:path w="4777" h="4026" extrusionOk="0">
                  <a:moveTo>
                    <a:pt x="4582" y="0"/>
                  </a:moveTo>
                  <a:cubicBezTo>
                    <a:pt x="4052" y="0"/>
                    <a:pt x="2732" y="109"/>
                    <a:pt x="1459" y="959"/>
                  </a:cubicBezTo>
                  <a:cubicBezTo>
                    <a:pt x="1" y="1932"/>
                    <a:pt x="918" y="3140"/>
                    <a:pt x="1173" y="3412"/>
                  </a:cubicBezTo>
                  <a:cubicBezTo>
                    <a:pt x="1173" y="3412"/>
                    <a:pt x="1173" y="3429"/>
                    <a:pt x="1190" y="3447"/>
                  </a:cubicBezTo>
                  <a:cubicBezTo>
                    <a:pt x="1208" y="3464"/>
                    <a:pt x="1225" y="3464"/>
                    <a:pt x="1225" y="3464"/>
                  </a:cubicBezTo>
                  <a:cubicBezTo>
                    <a:pt x="1376" y="3615"/>
                    <a:pt x="1859" y="4026"/>
                    <a:pt x="2447" y="4026"/>
                  </a:cubicBezTo>
                  <a:cubicBezTo>
                    <a:pt x="2839" y="4026"/>
                    <a:pt x="3277" y="3844"/>
                    <a:pt x="3695" y="3282"/>
                  </a:cubicBezTo>
                  <a:cubicBezTo>
                    <a:pt x="4686" y="1915"/>
                    <a:pt x="4777" y="453"/>
                    <a:pt x="4777" y="59"/>
                  </a:cubicBezTo>
                  <a:lnTo>
                    <a:pt x="4777" y="3"/>
                  </a:lnTo>
                  <a:lnTo>
                    <a:pt x="4721" y="3"/>
                  </a:lnTo>
                  <a:cubicBezTo>
                    <a:pt x="4684" y="1"/>
                    <a:pt x="4637" y="0"/>
                    <a:pt x="4582" y="0"/>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33"/>
            <p:cNvSpPr/>
            <p:nvPr/>
          </p:nvSpPr>
          <p:spPr>
            <a:xfrm>
              <a:off x="1726725" y="875100"/>
              <a:ext cx="78425" cy="75050"/>
            </a:xfrm>
            <a:custGeom>
              <a:avLst/>
              <a:gdLst/>
              <a:ahLst/>
              <a:cxnLst/>
              <a:rect l="l" t="t" r="r" b="b"/>
              <a:pathLst>
                <a:path w="3137" h="3002" extrusionOk="0">
                  <a:moveTo>
                    <a:pt x="3054" y="0"/>
                  </a:moveTo>
                  <a:cubicBezTo>
                    <a:pt x="3032" y="0"/>
                    <a:pt x="3009" y="10"/>
                    <a:pt x="2990" y="30"/>
                  </a:cubicBezTo>
                  <a:lnTo>
                    <a:pt x="35" y="2859"/>
                  </a:lnTo>
                  <a:cubicBezTo>
                    <a:pt x="0" y="2894"/>
                    <a:pt x="0" y="2950"/>
                    <a:pt x="18" y="2985"/>
                  </a:cubicBezTo>
                  <a:cubicBezTo>
                    <a:pt x="35" y="3002"/>
                    <a:pt x="69" y="3002"/>
                    <a:pt x="87" y="3002"/>
                  </a:cubicBezTo>
                  <a:cubicBezTo>
                    <a:pt x="108" y="3002"/>
                    <a:pt x="126" y="3002"/>
                    <a:pt x="143" y="2985"/>
                  </a:cubicBezTo>
                  <a:lnTo>
                    <a:pt x="3098" y="138"/>
                  </a:lnTo>
                  <a:cubicBezTo>
                    <a:pt x="3137" y="116"/>
                    <a:pt x="3137" y="64"/>
                    <a:pt x="3115" y="30"/>
                  </a:cubicBezTo>
                  <a:cubicBezTo>
                    <a:pt x="3098" y="10"/>
                    <a:pt x="3076" y="0"/>
                    <a:pt x="3054" y="0"/>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33"/>
            <p:cNvSpPr/>
            <p:nvPr/>
          </p:nvSpPr>
          <p:spPr>
            <a:xfrm>
              <a:off x="1755500" y="889350"/>
              <a:ext cx="6825" cy="31075"/>
            </a:xfrm>
            <a:custGeom>
              <a:avLst/>
              <a:gdLst/>
              <a:ahLst/>
              <a:cxnLst/>
              <a:rect l="l" t="t" r="r" b="b"/>
              <a:pathLst>
                <a:path w="273" h="1243" extrusionOk="0">
                  <a:moveTo>
                    <a:pt x="74" y="0"/>
                  </a:moveTo>
                  <a:cubicBezTo>
                    <a:pt x="39" y="0"/>
                    <a:pt x="0" y="35"/>
                    <a:pt x="0" y="87"/>
                  </a:cubicBezTo>
                  <a:lnTo>
                    <a:pt x="91" y="1151"/>
                  </a:lnTo>
                  <a:cubicBezTo>
                    <a:pt x="108" y="1207"/>
                    <a:pt x="147" y="1242"/>
                    <a:pt x="182" y="1242"/>
                  </a:cubicBezTo>
                  <a:lnTo>
                    <a:pt x="199" y="1242"/>
                  </a:lnTo>
                  <a:cubicBezTo>
                    <a:pt x="234" y="1242"/>
                    <a:pt x="273" y="1190"/>
                    <a:pt x="273" y="1151"/>
                  </a:cubicBezTo>
                  <a:lnTo>
                    <a:pt x="182" y="70"/>
                  </a:lnTo>
                  <a:cubicBezTo>
                    <a:pt x="164" y="35"/>
                    <a:pt x="126" y="0"/>
                    <a:pt x="74" y="0"/>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33"/>
            <p:cNvSpPr/>
            <p:nvPr/>
          </p:nvSpPr>
          <p:spPr>
            <a:xfrm>
              <a:off x="1733850" y="909575"/>
              <a:ext cx="7275" cy="31175"/>
            </a:xfrm>
            <a:custGeom>
              <a:avLst/>
              <a:gdLst/>
              <a:ahLst/>
              <a:cxnLst/>
              <a:rect l="l" t="t" r="r" b="b"/>
              <a:pathLst>
                <a:path w="291" h="1247" extrusionOk="0">
                  <a:moveTo>
                    <a:pt x="92" y="0"/>
                  </a:moveTo>
                  <a:cubicBezTo>
                    <a:pt x="40" y="18"/>
                    <a:pt x="1" y="57"/>
                    <a:pt x="1" y="109"/>
                  </a:cubicBezTo>
                  <a:lnTo>
                    <a:pt x="109" y="1173"/>
                  </a:lnTo>
                  <a:cubicBezTo>
                    <a:pt x="109" y="1225"/>
                    <a:pt x="148" y="1246"/>
                    <a:pt x="200" y="1246"/>
                  </a:cubicBezTo>
                  <a:cubicBezTo>
                    <a:pt x="256" y="1246"/>
                    <a:pt x="291" y="1208"/>
                    <a:pt x="273" y="1156"/>
                  </a:cubicBezTo>
                  <a:lnTo>
                    <a:pt x="182" y="91"/>
                  </a:lnTo>
                  <a:cubicBezTo>
                    <a:pt x="182" y="35"/>
                    <a:pt x="126" y="0"/>
                    <a:pt x="92" y="0"/>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33"/>
            <p:cNvSpPr/>
            <p:nvPr/>
          </p:nvSpPr>
          <p:spPr>
            <a:xfrm>
              <a:off x="1757750" y="916225"/>
              <a:ext cx="31625" cy="7750"/>
            </a:xfrm>
            <a:custGeom>
              <a:avLst/>
              <a:gdLst/>
              <a:ahLst/>
              <a:cxnLst/>
              <a:rect l="l" t="t" r="r" b="b"/>
              <a:pathLst>
                <a:path w="1265" h="310" extrusionOk="0">
                  <a:moveTo>
                    <a:pt x="81" y="1"/>
                  </a:moveTo>
                  <a:cubicBezTo>
                    <a:pt x="44" y="1"/>
                    <a:pt x="18" y="34"/>
                    <a:pt x="18" y="76"/>
                  </a:cubicBezTo>
                  <a:cubicBezTo>
                    <a:pt x="1" y="115"/>
                    <a:pt x="36" y="167"/>
                    <a:pt x="92" y="167"/>
                  </a:cubicBezTo>
                  <a:lnTo>
                    <a:pt x="1156" y="310"/>
                  </a:lnTo>
                  <a:lnTo>
                    <a:pt x="1173" y="310"/>
                  </a:lnTo>
                  <a:cubicBezTo>
                    <a:pt x="1208" y="310"/>
                    <a:pt x="1247" y="275"/>
                    <a:pt x="1247" y="241"/>
                  </a:cubicBezTo>
                  <a:cubicBezTo>
                    <a:pt x="1264" y="184"/>
                    <a:pt x="1225" y="150"/>
                    <a:pt x="1173" y="150"/>
                  </a:cubicBezTo>
                  <a:lnTo>
                    <a:pt x="109" y="7"/>
                  </a:lnTo>
                  <a:cubicBezTo>
                    <a:pt x="99" y="3"/>
                    <a:pt x="89" y="1"/>
                    <a:pt x="81" y="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33"/>
            <p:cNvSpPr/>
            <p:nvPr/>
          </p:nvSpPr>
          <p:spPr>
            <a:xfrm>
              <a:off x="1736550" y="936625"/>
              <a:ext cx="31175" cy="8125"/>
            </a:xfrm>
            <a:custGeom>
              <a:avLst/>
              <a:gdLst/>
              <a:ahLst/>
              <a:cxnLst/>
              <a:rect l="l" t="t" r="r" b="b"/>
              <a:pathLst>
                <a:path w="1247" h="325" extrusionOk="0">
                  <a:moveTo>
                    <a:pt x="92" y="0"/>
                  </a:moveTo>
                  <a:cubicBezTo>
                    <a:pt x="57" y="0"/>
                    <a:pt x="1" y="35"/>
                    <a:pt x="1" y="74"/>
                  </a:cubicBezTo>
                  <a:cubicBezTo>
                    <a:pt x="1" y="126"/>
                    <a:pt x="40" y="164"/>
                    <a:pt x="74" y="182"/>
                  </a:cubicBezTo>
                  <a:lnTo>
                    <a:pt x="1139" y="325"/>
                  </a:lnTo>
                  <a:lnTo>
                    <a:pt x="1156" y="325"/>
                  </a:lnTo>
                  <a:cubicBezTo>
                    <a:pt x="1191" y="325"/>
                    <a:pt x="1230" y="290"/>
                    <a:pt x="1247" y="234"/>
                  </a:cubicBezTo>
                  <a:cubicBezTo>
                    <a:pt x="1247" y="199"/>
                    <a:pt x="1208" y="143"/>
                    <a:pt x="1173" y="143"/>
                  </a:cubicBezTo>
                  <a:lnTo>
                    <a:pt x="92" y="0"/>
                  </a:ln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33"/>
            <p:cNvSpPr/>
            <p:nvPr/>
          </p:nvSpPr>
          <p:spPr>
            <a:xfrm>
              <a:off x="1759175" y="873550"/>
              <a:ext cx="34625" cy="13975"/>
            </a:xfrm>
            <a:custGeom>
              <a:avLst/>
              <a:gdLst/>
              <a:ahLst/>
              <a:cxnLst/>
              <a:rect l="l" t="t" r="r" b="b"/>
              <a:pathLst>
                <a:path w="1385" h="559" extrusionOk="0">
                  <a:moveTo>
                    <a:pt x="1190" y="1"/>
                  </a:moveTo>
                  <a:cubicBezTo>
                    <a:pt x="826" y="35"/>
                    <a:pt x="467" y="126"/>
                    <a:pt x="126" y="234"/>
                  </a:cubicBezTo>
                  <a:cubicBezTo>
                    <a:pt x="35" y="269"/>
                    <a:pt x="0" y="360"/>
                    <a:pt x="35" y="451"/>
                  </a:cubicBezTo>
                  <a:cubicBezTo>
                    <a:pt x="35" y="485"/>
                    <a:pt x="52" y="503"/>
                    <a:pt x="69" y="524"/>
                  </a:cubicBezTo>
                  <a:cubicBezTo>
                    <a:pt x="87" y="542"/>
                    <a:pt x="143" y="559"/>
                    <a:pt x="195" y="559"/>
                  </a:cubicBezTo>
                  <a:lnTo>
                    <a:pt x="251" y="559"/>
                  </a:lnTo>
                  <a:cubicBezTo>
                    <a:pt x="558" y="451"/>
                    <a:pt x="883" y="377"/>
                    <a:pt x="1225" y="343"/>
                  </a:cubicBezTo>
                  <a:cubicBezTo>
                    <a:pt x="1315" y="325"/>
                    <a:pt x="1385" y="234"/>
                    <a:pt x="1367" y="144"/>
                  </a:cubicBezTo>
                  <a:cubicBezTo>
                    <a:pt x="1367" y="53"/>
                    <a:pt x="1276" y="1"/>
                    <a:pt x="1207" y="1"/>
                  </a:cubicBezTo>
                  <a:close/>
                </a:path>
              </a:pathLst>
            </a:custGeom>
            <a:solidFill>
              <a:srgbClr val="00D2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33"/>
            <p:cNvSpPr/>
            <p:nvPr/>
          </p:nvSpPr>
          <p:spPr>
            <a:xfrm>
              <a:off x="2276925" y="1224100"/>
              <a:ext cx="186600" cy="132525"/>
            </a:xfrm>
            <a:custGeom>
              <a:avLst/>
              <a:gdLst/>
              <a:ahLst/>
              <a:cxnLst/>
              <a:rect l="l" t="t" r="r" b="b"/>
              <a:pathLst>
                <a:path w="7464" h="5301" extrusionOk="0">
                  <a:moveTo>
                    <a:pt x="3875" y="0"/>
                  </a:moveTo>
                  <a:cubicBezTo>
                    <a:pt x="3864" y="0"/>
                    <a:pt x="3853" y="0"/>
                    <a:pt x="3842" y="1"/>
                  </a:cubicBezTo>
                  <a:cubicBezTo>
                    <a:pt x="3211" y="22"/>
                    <a:pt x="2705" y="541"/>
                    <a:pt x="2722" y="1190"/>
                  </a:cubicBezTo>
                  <a:lnTo>
                    <a:pt x="2761" y="2705"/>
                  </a:lnTo>
                  <a:lnTo>
                    <a:pt x="2272" y="1986"/>
                  </a:lnTo>
                  <a:cubicBezTo>
                    <a:pt x="2058" y="1659"/>
                    <a:pt x="1696" y="1481"/>
                    <a:pt x="1326" y="1481"/>
                  </a:cubicBezTo>
                  <a:cubicBezTo>
                    <a:pt x="1104" y="1481"/>
                    <a:pt x="880" y="1545"/>
                    <a:pt x="684" y="1679"/>
                  </a:cubicBezTo>
                  <a:cubicBezTo>
                    <a:pt x="143" y="2021"/>
                    <a:pt x="1" y="2744"/>
                    <a:pt x="360" y="3267"/>
                  </a:cubicBezTo>
                  <a:lnTo>
                    <a:pt x="1731" y="5300"/>
                  </a:lnTo>
                  <a:lnTo>
                    <a:pt x="5227" y="5283"/>
                  </a:lnTo>
                  <a:lnTo>
                    <a:pt x="6940" y="3769"/>
                  </a:lnTo>
                  <a:cubicBezTo>
                    <a:pt x="7429" y="3354"/>
                    <a:pt x="7464" y="2635"/>
                    <a:pt x="7048" y="2146"/>
                  </a:cubicBezTo>
                  <a:cubicBezTo>
                    <a:pt x="6821" y="1891"/>
                    <a:pt x="6499" y="1759"/>
                    <a:pt x="6176" y="1759"/>
                  </a:cubicBezTo>
                  <a:cubicBezTo>
                    <a:pt x="5908" y="1759"/>
                    <a:pt x="5640" y="1850"/>
                    <a:pt x="5426" y="2038"/>
                  </a:cubicBezTo>
                  <a:lnTo>
                    <a:pt x="5067" y="2363"/>
                  </a:lnTo>
                  <a:lnTo>
                    <a:pt x="5032" y="1121"/>
                  </a:lnTo>
                  <a:cubicBezTo>
                    <a:pt x="5011" y="500"/>
                    <a:pt x="4509" y="0"/>
                    <a:pt x="3875" y="0"/>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aytone One"/>
              <a:buNone/>
              <a:defRPr sz="3000">
                <a:solidFill>
                  <a:schemeClr val="dk1"/>
                </a:solidFill>
                <a:latin typeface="Paytone One"/>
                <a:ea typeface="Paytone One"/>
                <a:cs typeface="Paytone One"/>
                <a:sym typeface="Paytone On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marL="914400" lvl="1"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00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7" r:id="rId3"/>
    <p:sldLayoutId id="2147483658" r:id="rId4"/>
    <p:sldLayoutId id="2147483662" r:id="rId5"/>
    <p:sldLayoutId id="2147483678" r:id="rId6"/>
    <p:sldLayoutId id="2147483679"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91"/>
        <p:cNvGrpSpPr/>
        <p:nvPr/>
      </p:nvGrpSpPr>
      <p:grpSpPr>
        <a:xfrm>
          <a:off x="0" y="0"/>
          <a:ext cx="0" cy="0"/>
          <a:chOff x="0" y="0"/>
          <a:chExt cx="0" cy="0"/>
        </a:xfrm>
      </p:grpSpPr>
      <p:sp>
        <p:nvSpPr>
          <p:cNvPr id="2492" name="Google Shape;2492;p37"/>
          <p:cNvSpPr/>
          <p:nvPr/>
        </p:nvSpPr>
        <p:spPr>
          <a:xfrm>
            <a:off x="6208225" y="1611088"/>
            <a:ext cx="3611700" cy="3611700"/>
          </a:xfrm>
          <a:prstGeom prst="round2DiagRect">
            <a:avLst>
              <a:gd name="adj1" fmla="val 16667"/>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37"/>
          <p:cNvSpPr txBox="1">
            <a:spLocks noGrp="1"/>
          </p:cNvSpPr>
          <p:nvPr>
            <p:ph type="ctrTitle"/>
          </p:nvPr>
        </p:nvSpPr>
        <p:spPr>
          <a:xfrm>
            <a:off x="713225" y="539500"/>
            <a:ext cx="5120400" cy="145555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Understanding Global Emissions</a:t>
            </a:r>
            <a:endParaRPr dirty="0"/>
          </a:p>
        </p:txBody>
      </p:sp>
      <p:sp>
        <p:nvSpPr>
          <p:cNvPr id="2494" name="Google Shape;2494;p37"/>
          <p:cNvSpPr txBox="1">
            <a:spLocks noGrp="1"/>
          </p:cNvSpPr>
          <p:nvPr>
            <p:ph type="subTitle" idx="1"/>
          </p:nvPr>
        </p:nvSpPr>
        <p:spPr>
          <a:xfrm>
            <a:off x="713225" y="2291775"/>
            <a:ext cx="2327848"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t>By Jake Crossett and Logan Crossett</a:t>
            </a:r>
            <a:endParaRPr sz="1800" dirty="0"/>
          </a:p>
        </p:txBody>
      </p:sp>
      <p:grpSp>
        <p:nvGrpSpPr>
          <p:cNvPr id="2495" name="Google Shape;2495;p37"/>
          <p:cNvGrpSpPr/>
          <p:nvPr/>
        </p:nvGrpSpPr>
        <p:grpSpPr>
          <a:xfrm>
            <a:off x="3543047" y="1998952"/>
            <a:ext cx="4962455" cy="2353774"/>
            <a:chOff x="3543047" y="2291777"/>
            <a:chExt cx="4962455" cy="2353774"/>
          </a:xfrm>
        </p:grpSpPr>
        <p:grpSp>
          <p:nvGrpSpPr>
            <p:cNvPr id="2496" name="Google Shape;2496;p37"/>
            <p:cNvGrpSpPr/>
            <p:nvPr/>
          </p:nvGrpSpPr>
          <p:grpSpPr>
            <a:xfrm>
              <a:off x="5144543" y="3090517"/>
              <a:ext cx="711915" cy="309843"/>
              <a:chOff x="5089506" y="3133229"/>
              <a:chExt cx="711915" cy="309843"/>
            </a:xfrm>
          </p:grpSpPr>
          <p:sp>
            <p:nvSpPr>
              <p:cNvPr id="2497" name="Google Shape;2497;p37"/>
              <p:cNvSpPr/>
              <p:nvPr/>
            </p:nvSpPr>
            <p:spPr>
              <a:xfrm>
                <a:off x="5089506" y="3133229"/>
                <a:ext cx="711915" cy="309843"/>
              </a:xfrm>
              <a:custGeom>
                <a:avLst/>
                <a:gdLst/>
                <a:ahLst/>
                <a:cxnLst/>
                <a:rect l="l" t="t" r="r" b="b"/>
                <a:pathLst>
                  <a:path w="8568" h="3729" extrusionOk="0">
                    <a:moveTo>
                      <a:pt x="4485" y="1"/>
                    </a:moveTo>
                    <a:cubicBezTo>
                      <a:pt x="4480" y="1"/>
                      <a:pt x="4475" y="1"/>
                      <a:pt x="4470" y="1"/>
                    </a:cubicBezTo>
                    <a:cubicBezTo>
                      <a:pt x="3848" y="17"/>
                      <a:pt x="3328" y="424"/>
                      <a:pt x="3150" y="995"/>
                    </a:cubicBezTo>
                    <a:cubicBezTo>
                      <a:pt x="3069" y="972"/>
                      <a:pt x="2987" y="965"/>
                      <a:pt x="2898" y="965"/>
                    </a:cubicBezTo>
                    <a:cubicBezTo>
                      <a:pt x="2231" y="979"/>
                      <a:pt x="1706" y="1521"/>
                      <a:pt x="1714" y="2188"/>
                    </a:cubicBezTo>
                    <a:lnTo>
                      <a:pt x="1632" y="2188"/>
                    </a:lnTo>
                    <a:cubicBezTo>
                      <a:pt x="698" y="2202"/>
                      <a:pt x="209" y="2862"/>
                      <a:pt x="1" y="3728"/>
                    </a:cubicBezTo>
                    <a:lnTo>
                      <a:pt x="8567" y="3602"/>
                    </a:lnTo>
                    <a:cubicBezTo>
                      <a:pt x="8382" y="2907"/>
                      <a:pt x="7826" y="2357"/>
                      <a:pt x="7130" y="2179"/>
                    </a:cubicBezTo>
                    <a:cubicBezTo>
                      <a:pt x="7108" y="1592"/>
                      <a:pt x="6626" y="1128"/>
                      <a:pt x="6033" y="1128"/>
                    </a:cubicBezTo>
                    <a:cubicBezTo>
                      <a:pt x="6028" y="1128"/>
                      <a:pt x="6024" y="1128"/>
                      <a:pt x="6019" y="1128"/>
                    </a:cubicBezTo>
                    <a:cubicBezTo>
                      <a:pt x="5975" y="1128"/>
                      <a:pt x="5921" y="1135"/>
                      <a:pt x="5877" y="1143"/>
                    </a:cubicBezTo>
                    <a:cubicBezTo>
                      <a:pt x="5744" y="488"/>
                      <a:pt x="5174" y="1"/>
                      <a:pt x="4485" y="1"/>
                    </a:cubicBez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37"/>
              <p:cNvSpPr/>
              <p:nvPr/>
            </p:nvSpPr>
            <p:spPr>
              <a:xfrm>
                <a:off x="5497810" y="3229281"/>
                <a:ext cx="78271" cy="156625"/>
              </a:xfrm>
              <a:custGeom>
                <a:avLst/>
                <a:gdLst/>
                <a:ahLst/>
                <a:cxnLst/>
                <a:rect l="l" t="t" r="r" b="b"/>
                <a:pathLst>
                  <a:path w="942" h="1885" extrusionOk="0">
                    <a:moveTo>
                      <a:pt x="941" y="1"/>
                    </a:moveTo>
                    <a:cubicBezTo>
                      <a:pt x="422" y="1"/>
                      <a:pt x="1" y="424"/>
                      <a:pt x="1" y="943"/>
                    </a:cubicBezTo>
                    <a:cubicBezTo>
                      <a:pt x="1" y="1461"/>
                      <a:pt x="422" y="1884"/>
                      <a:pt x="941" y="1884"/>
                    </a:cubicBezTo>
                    <a:cubicBezTo>
                      <a:pt x="941" y="1884"/>
                      <a:pt x="274" y="1713"/>
                      <a:pt x="230" y="943"/>
                    </a:cubicBezTo>
                    <a:cubicBezTo>
                      <a:pt x="193" y="246"/>
                      <a:pt x="941" y="1"/>
                      <a:pt x="941" y="1"/>
                    </a:cubicBezTo>
                    <a:close/>
                  </a:path>
                </a:pathLst>
              </a:custGeom>
              <a:solidFill>
                <a:srgbClr val="CBEF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37"/>
              <p:cNvSpPr/>
              <p:nvPr/>
            </p:nvSpPr>
            <p:spPr>
              <a:xfrm>
                <a:off x="5098230" y="3321096"/>
                <a:ext cx="222349" cy="113418"/>
              </a:xfrm>
              <a:custGeom>
                <a:avLst/>
                <a:gdLst/>
                <a:ahLst/>
                <a:cxnLst/>
                <a:rect l="l" t="t" r="r" b="b"/>
                <a:pathLst>
                  <a:path w="2676" h="1365" extrusionOk="0">
                    <a:moveTo>
                      <a:pt x="1260" y="0"/>
                    </a:moveTo>
                    <a:cubicBezTo>
                      <a:pt x="1148" y="0"/>
                      <a:pt x="1045" y="16"/>
                      <a:pt x="942" y="38"/>
                    </a:cubicBezTo>
                    <a:cubicBezTo>
                      <a:pt x="481" y="222"/>
                      <a:pt x="186" y="616"/>
                      <a:pt x="1" y="1119"/>
                    </a:cubicBezTo>
                    <a:cubicBezTo>
                      <a:pt x="163" y="800"/>
                      <a:pt x="518" y="319"/>
                      <a:pt x="1267" y="267"/>
                    </a:cubicBezTo>
                    <a:lnTo>
                      <a:pt x="1356" y="267"/>
                    </a:lnTo>
                    <a:cubicBezTo>
                      <a:pt x="2320" y="267"/>
                      <a:pt x="2676" y="1364"/>
                      <a:pt x="2676" y="1364"/>
                    </a:cubicBezTo>
                    <a:cubicBezTo>
                      <a:pt x="2660" y="608"/>
                      <a:pt x="2037" y="0"/>
                      <a:pt x="1281" y="0"/>
                    </a:cubicBezTo>
                    <a:close/>
                  </a:path>
                </a:pathLst>
              </a:custGeom>
              <a:solidFill>
                <a:srgbClr val="CBEF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37"/>
              <p:cNvSpPr/>
              <p:nvPr/>
            </p:nvSpPr>
            <p:spPr>
              <a:xfrm>
                <a:off x="5389445" y="3256351"/>
                <a:ext cx="42044" cy="41877"/>
              </a:xfrm>
              <a:custGeom>
                <a:avLst/>
                <a:gdLst/>
                <a:ahLst/>
                <a:cxnLst/>
                <a:rect l="l" t="t" r="r" b="b"/>
                <a:pathLst>
                  <a:path w="506" h="504" extrusionOk="0">
                    <a:moveTo>
                      <a:pt x="253" y="1"/>
                    </a:moveTo>
                    <a:cubicBezTo>
                      <a:pt x="113" y="1"/>
                      <a:pt x="0" y="113"/>
                      <a:pt x="0" y="253"/>
                    </a:cubicBezTo>
                    <a:cubicBezTo>
                      <a:pt x="0" y="394"/>
                      <a:pt x="113" y="504"/>
                      <a:pt x="253" y="504"/>
                    </a:cubicBezTo>
                    <a:cubicBezTo>
                      <a:pt x="394" y="504"/>
                      <a:pt x="506" y="394"/>
                      <a:pt x="506" y="253"/>
                    </a:cubicBezTo>
                    <a:cubicBezTo>
                      <a:pt x="506" y="113"/>
                      <a:pt x="394" y="1"/>
                      <a:pt x="253" y="1"/>
                    </a:cubicBezTo>
                    <a:close/>
                  </a:path>
                </a:pathLst>
              </a:custGeom>
              <a:solidFill>
                <a:srgbClr val="CBEF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01" name="Google Shape;2501;p37"/>
            <p:cNvGrpSpPr/>
            <p:nvPr/>
          </p:nvGrpSpPr>
          <p:grpSpPr>
            <a:xfrm>
              <a:off x="3543047" y="3827485"/>
              <a:ext cx="564098" cy="245780"/>
              <a:chOff x="3406747" y="3772073"/>
              <a:chExt cx="564098" cy="245780"/>
            </a:xfrm>
          </p:grpSpPr>
          <p:sp>
            <p:nvSpPr>
              <p:cNvPr id="2502" name="Google Shape;2502;p37"/>
              <p:cNvSpPr/>
              <p:nvPr/>
            </p:nvSpPr>
            <p:spPr>
              <a:xfrm>
                <a:off x="3406747" y="3772073"/>
                <a:ext cx="564098" cy="245780"/>
              </a:xfrm>
              <a:custGeom>
                <a:avLst/>
                <a:gdLst/>
                <a:ahLst/>
                <a:cxnLst/>
                <a:rect l="l" t="t" r="r" b="b"/>
                <a:pathLst>
                  <a:path w="6789" h="2958" extrusionOk="0">
                    <a:moveTo>
                      <a:pt x="3232" y="0"/>
                    </a:moveTo>
                    <a:cubicBezTo>
                      <a:pt x="2690" y="0"/>
                      <a:pt x="2239" y="391"/>
                      <a:pt x="2135" y="906"/>
                    </a:cubicBezTo>
                    <a:cubicBezTo>
                      <a:pt x="2097" y="899"/>
                      <a:pt x="2062" y="899"/>
                      <a:pt x="2017" y="890"/>
                    </a:cubicBezTo>
                    <a:cubicBezTo>
                      <a:pt x="1550" y="890"/>
                      <a:pt x="1157" y="1261"/>
                      <a:pt x="1135" y="1727"/>
                    </a:cubicBezTo>
                    <a:cubicBezTo>
                      <a:pt x="586" y="1868"/>
                      <a:pt x="150" y="2305"/>
                      <a:pt x="1" y="2855"/>
                    </a:cubicBezTo>
                    <a:lnTo>
                      <a:pt x="6789" y="2958"/>
                    </a:lnTo>
                    <a:cubicBezTo>
                      <a:pt x="6625" y="2268"/>
                      <a:pt x="6241" y="1743"/>
                      <a:pt x="5499" y="1734"/>
                    </a:cubicBezTo>
                    <a:lnTo>
                      <a:pt x="5432" y="1734"/>
                    </a:lnTo>
                    <a:cubicBezTo>
                      <a:pt x="5441" y="1210"/>
                      <a:pt x="5025" y="772"/>
                      <a:pt x="4498" y="765"/>
                    </a:cubicBezTo>
                    <a:cubicBezTo>
                      <a:pt x="4425" y="765"/>
                      <a:pt x="4358" y="772"/>
                      <a:pt x="4292" y="787"/>
                    </a:cubicBezTo>
                    <a:cubicBezTo>
                      <a:pt x="4159" y="335"/>
                      <a:pt x="3742" y="9"/>
                      <a:pt x="3246" y="1"/>
                    </a:cubicBezTo>
                    <a:cubicBezTo>
                      <a:pt x="3241" y="1"/>
                      <a:pt x="3237" y="0"/>
                      <a:pt x="3232" y="0"/>
                    </a:cubicBez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37"/>
              <p:cNvSpPr/>
              <p:nvPr/>
            </p:nvSpPr>
            <p:spPr>
              <a:xfrm>
                <a:off x="3585390" y="3847851"/>
                <a:ext cx="62151" cy="124552"/>
              </a:xfrm>
              <a:custGeom>
                <a:avLst/>
                <a:gdLst/>
                <a:ahLst/>
                <a:cxnLst/>
                <a:rect l="l" t="t" r="r" b="b"/>
                <a:pathLst>
                  <a:path w="748" h="1499" extrusionOk="0">
                    <a:moveTo>
                      <a:pt x="1" y="1"/>
                    </a:moveTo>
                    <a:cubicBezTo>
                      <a:pt x="1" y="1"/>
                      <a:pt x="593" y="193"/>
                      <a:pt x="563" y="750"/>
                    </a:cubicBezTo>
                    <a:cubicBezTo>
                      <a:pt x="534" y="1365"/>
                      <a:pt x="1" y="1498"/>
                      <a:pt x="1" y="1498"/>
                    </a:cubicBezTo>
                    <a:cubicBezTo>
                      <a:pt x="415" y="1498"/>
                      <a:pt x="748" y="1164"/>
                      <a:pt x="748" y="750"/>
                    </a:cubicBezTo>
                    <a:cubicBezTo>
                      <a:pt x="748" y="333"/>
                      <a:pt x="415" y="1"/>
                      <a:pt x="1" y="1"/>
                    </a:cubicBezTo>
                    <a:close/>
                  </a:path>
                </a:pathLst>
              </a:custGeom>
              <a:solidFill>
                <a:srgbClr val="CBEF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37"/>
              <p:cNvSpPr/>
              <p:nvPr/>
            </p:nvSpPr>
            <p:spPr>
              <a:xfrm>
                <a:off x="3901797" y="3923546"/>
                <a:ext cx="37557" cy="23598"/>
              </a:xfrm>
              <a:custGeom>
                <a:avLst/>
                <a:gdLst/>
                <a:ahLst/>
                <a:cxnLst/>
                <a:rect l="l" t="t" r="r" b="b"/>
                <a:pathLst>
                  <a:path w="452" h="284" extrusionOk="0">
                    <a:moveTo>
                      <a:pt x="0" y="0"/>
                    </a:moveTo>
                    <a:lnTo>
                      <a:pt x="0" y="0"/>
                    </a:lnTo>
                    <a:cubicBezTo>
                      <a:pt x="164" y="61"/>
                      <a:pt x="297" y="157"/>
                      <a:pt x="416" y="283"/>
                    </a:cubicBezTo>
                    <a:lnTo>
                      <a:pt x="452" y="232"/>
                    </a:lnTo>
                    <a:cubicBezTo>
                      <a:pt x="319" y="120"/>
                      <a:pt x="171" y="38"/>
                      <a:pt x="0" y="0"/>
                    </a:cubicBezTo>
                    <a:close/>
                  </a:path>
                </a:pathLst>
              </a:custGeom>
              <a:solidFill>
                <a:srgbClr val="959D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37"/>
              <p:cNvSpPr/>
              <p:nvPr/>
            </p:nvSpPr>
            <p:spPr>
              <a:xfrm>
                <a:off x="3787880" y="3920554"/>
                <a:ext cx="148565" cy="90568"/>
              </a:xfrm>
              <a:custGeom>
                <a:avLst/>
                <a:gdLst/>
                <a:ahLst/>
                <a:cxnLst/>
                <a:rect l="l" t="t" r="r" b="b"/>
                <a:pathLst>
                  <a:path w="1788" h="1090" extrusionOk="0">
                    <a:moveTo>
                      <a:pt x="1105" y="1"/>
                    </a:moveTo>
                    <a:cubicBezTo>
                      <a:pt x="505" y="1"/>
                      <a:pt x="16" y="481"/>
                      <a:pt x="0" y="1089"/>
                    </a:cubicBezTo>
                    <a:cubicBezTo>
                      <a:pt x="0" y="1089"/>
                      <a:pt x="283" y="214"/>
                      <a:pt x="1046" y="214"/>
                    </a:cubicBezTo>
                    <a:lnTo>
                      <a:pt x="1121" y="214"/>
                    </a:lnTo>
                    <a:cubicBezTo>
                      <a:pt x="1364" y="237"/>
                      <a:pt x="1565" y="312"/>
                      <a:pt x="1713" y="415"/>
                    </a:cubicBezTo>
                    <a:lnTo>
                      <a:pt x="1787" y="319"/>
                    </a:lnTo>
                    <a:cubicBezTo>
                      <a:pt x="1668" y="193"/>
                      <a:pt x="1535" y="97"/>
                      <a:pt x="1371" y="36"/>
                    </a:cubicBezTo>
                    <a:cubicBezTo>
                      <a:pt x="1298" y="15"/>
                      <a:pt x="1209" y="1"/>
                      <a:pt x="1121" y="1"/>
                    </a:cubicBezTo>
                    <a:close/>
                  </a:path>
                </a:pathLst>
              </a:custGeom>
              <a:solidFill>
                <a:srgbClr val="CBEF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06" name="Google Shape;2506;p37"/>
            <p:cNvSpPr/>
            <p:nvPr/>
          </p:nvSpPr>
          <p:spPr>
            <a:xfrm>
              <a:off x="4583678" y="2820859"/>
              <a:ext cx="603981" cy="219275"/>
            </a:xfrm>
            <a:custGeom>
              <a:avLst/>
              <a:gdLst/>
              <a:ahLst/>
              <a:cxnLst/>
              <a:rect l="l" t="t" r="r" b="b"/>
              <a:pathLst>
                <a:path w="7269" h="2639" extrusionOk="0">
                  <a:moveTo>
                    <a:pt x="3113" y="1"/>
                  </a:moveTo>
                  <a:cubicBezTo>
                    <a:pt x="2305" y="1"/>
                    <a:pt x="1615" y="497"/>
                    <a:pt x="1334" y="1192"/>
                  </a:cubicBezTo>
                  <a:cubicBezTo>
                    <a:pt x="1283" y="1185"/>
                    <a:pt x="1238" y="1185"/>
                    <a:pt x="1187" y="1185"/>
                  </a:cubicBezTo>
                  <a:cubicBezTo>
                    <a:pt x="534" y="1185"/>
                    <a:pt x="1" y="1712"/>
                    <a:pt x="1" y="2371"/>
                  </a:cubicBezTo>
                  <a:cubicBezTo>
                    <a:pt x="1" y="2460"/>
                    <a:pt x="15" y="2549"/>
                    <a:pt x="38" y="2638"/>
                  </a:cubicBezTo>
                  <a:lnTo>
                    <a:pt x="5876" y="2638"/>
                  </a:lnTo>
                  <a:cubicBezTo>
                    <a:pt x="5891" y="2624"/>
                    <a:pt x="5907" y="2615"/>
                    <a:pt x="5921" y="2601"/>
                  </a:cubicBezTo>
                  <a:cubicBezTo>
                    <a:pt x="5921" y="2615"/>
                    <a:pt x="5928" y="2624"/>
                    <a:pt x="5935" y="2638"/>
                  </a:cubicBezTo>
                  <a:lnTo>
                    <a:pt x="7217" y="2638"/>
                  </a:lnTo>
                  <a:cubicBezTo>
                    <a:pt x="7248" y="2556"/>
                    <a:pt x="7269" y="2467"/>
                    <a:pt x="7269" y="2371"/>
                  </a:cubicBezTo>
                  <a:cubicBezTo>
                    <a:pt x="7269" y="1986"/>
                    <a:pt x="6958" y="1674"/>
                    <a:pt x="6573" y="1674"/>
                  </a:cubicBezTo>
                  <a:cubicBezTo>
                    <a:pt x="6440" y="1674"/>
                    <a:pt x="6314" y="1712"/>
                    <a:pt x="6202" y="1779"/>
                  </a:cubicBezTo>
                  <a:cubicBezTo>
                    <a:pt x="6136" y="1335"/>
                    <a:pt x="5750" y="993"/>
                    <a:pt x="5291" y="993"/>
                  </a:cubicBezTo>
                  <a:cubicBezTo>
                    <a:pt x="5128" y="993"/>
                    <a:pt x="4980" y="1038"/>
                    <a:pt x="4854" y="1103"/>
                  </a:cubicBezTo>
                  <a:cubicBezTo>
                    <a:pt x="4543" y="453"/>
                    <a:pt x="3883" y="1"/>
                    <a:pt x="3113" y="1"/>
                  </a:cubicBez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07" name="Google Shape;2507;p37"/>
            <p:cNvGrpSpPr/>
            <p:nvPr/>
          </p:nvGrpSpPr>
          <p:grpSpPr>
            <a:xfrm>
              <a:off x="5369392" y="2716836"/>
              <a:ext cx="335102" cy="121976"/>
              <a:chOff x="5369379" y="2651511"/>
              <a:chExt cx="335102" cy="121976"/>
            </a:xfrm>
          </p:grpSpPr>
          <p:sp>
            <p:nvSpPr>
              <p:cNvPr id="2508" name="Google Shape;2508;p37"/>
              <p:cNvSpPr/>
              <p:nvPr/>
            </p:nvSpPr>
            <p:spPr>
              <a:xfrm>
                <a:off x="5369379" y="2651511"/>
                <a:ext cx="335102" cy="121976"/>
              </a:xfrm>
              <a:custGeom>
                <a:avLst/>
                <a:gdLst/>
                <a:ahLst/>
                <a:cxnLst/>
                <a:rect l="l" t="t" r="r" b="b"/>
                <a:pathLst>
                  <a:path w="4033" h="1468" extrusionOk="0">
                    <a:moveTo>
                      <a:pt x="2306" y="0"/>
                    </a:moveTo>
                    <a:cubicBezTo>
                      <a:pt x="1875" y="0"/>
                      <a:pt x="1512" y="253"/>
                      <a:pt x="1342" y="616"/>
                    </a:cubicBezTo>
                    <a:cubicBezTo>
                      <a:pt x="1267" y="578"/>
                      <a:pt x="1187" y="557"/>
                      <a:pt x="1098" y="557"/>
                    </a:cubicBezTo>
                    <a:cubicBezTo>
                      <a:pt x="838" y="557"/>
                      <a:pt x="623" y="742"/>
                      <a:pt x="586" y="986"/>
                    </a:cubicBezTo>
                    <a:cubicBezTo>
                      <a:pt x="527" y="950"/>
                      <a:pt x="460" y="927"/>
                      <a:pt x="387" y="927"/>
                    </a:cubicBezTo>
                    <a:cubicBezTo>
                      <a:pt x="171" y="927"/>
                      <a:pt x="1" y="1105"/>
                      <a:pt x="1" y="1320"/>
                    </a:cubicBezTo>
                    <a:cubicBezTo>
                      <a:pt x="1" y="1372"/>
                      <a:pt x="8" y="1416"/>
                      <a:pt x="31" y="1468"/>
                    </a:cubicBezTo>
                    <a:lnTo>
                      <a:pt x="742" y="1468"/>
                    </a:lnTo>
                    <a:cubicBezTo>
                      <a:pt x="742" y="1460"/>
                      <a:pt x="742" y="1453"/>
                      <a:pt x="749" y="1446"/>
                    </a:cubicBezTo>
                    <a:cubicBezTo>
                      <a:pt x="757" y="1453"/>
                      <a:pt x="764" y="1460"/>
                      <a:pt x="771" y="1468"/>
                    </a:cubicBezTo>
                    <a:lnTo>
                      <a:pt x="4009" y="1468"/>
                    </a:lnTo>
                    <a:cubicBezTo>
                      <a:pt x="4023" y="1416"/>
                      <a:pt x="4032" y="1364"/>
                      <a:pt x="4032" y="1320"/>
                    </a:cubicBezTo>
                    <a:cubicBezTo>
                      <a:pt x="4032" y="957"/>
                      <a:pt x="3735" y="660"/>
                      <a:pt x="3373" y="660"/>
                    </a:cubicBezTo>
                    <a:cubicBezTo>
                      <a:pt x="3342" y="660"/>
                      <a:pt x="3321" y="660"/>
                      <a:pt x="3291" y="667"/>
                    </a:cubicBezTo>
                    <a:cubicBezTo>
                      <a:pt x="3134" y="274"/>
                      <a:pt x="2750" y="0"/>
                      <a:pt x="23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37"/>
              <p:cNvSpPr/>
              <p:nvPr/>
            </p:nvSpPr>
            <p:spPr>
              <a:xfrm>
                <a:off x="5480803" y="2651511"/>
                <a:ext cx="162025" cy="109097"/>
              </a:xfrm>
              <a:custGeom>
                <a:avLst/>
                <a:gdLst/>
                <a:ahLst/>
                <a:cxnLst/>
                <a:rect l="l" t="t" r="r" b="b"/>
                <a:pathLst>
                  <a:path w="1950" h="1313" extrusionOk="0">
                    <a:moveTo>
                      <a:pt x="965" y="0"/>
                    </a:moveTo>
                    <a:cubicBezTo>
                      <a:pt x="534" y="0"/>
                      <a:pt x="171" y="253"/>
                      <a:pt x="1" y="616"/>
                    </a:cubicBezTo>
                    <a:lnTo>
                      <a:pt x="1372" y="1313"/>
                    </a:lnTo>
                    <a:cubicBezTo>
                      <a:pt x="1372" y="979"/>
                      <a:pt x="1624" y="705"/>
                      <a:pt x="1950" y="660"/>
                    </a:cubicBezTo>
                    <a:cubicBezTo>
                      <a:pt x="1793" y="274"/>
                      <a:pt x="1409" y="0"/>
                      <a:pt x="96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37"/>
              <p:cNvSpPr/>
              <p:nvPr/>
            </p:nvSpPr>
            <p:spPr>
              <a:xfrm>
                <a:off x="5642745" y="2706350"/>
                <a:ext cx="61736" cy="54258"/>
              </a:xfrm>
              <a:custGeom>
                <a:avLst/>
                <a:gdLst/>
                <a:ahLst/>
                <a:cxnLst/>
                <a:rect l="l" t="t" r="r" b="b"/>
                <a:pathLst>
                  <a:path w="743" h="653" extrusionOk="0">
                    <a:moveTo>
                      <a:pt x="1" y="0"/>
                    </a:moveTo>
                    <a:lnTo>
                      <a:pt x="742" y="653"/>
                    </a:lnTo>
                    <a:cubicBezTo>
                      <a:pt x="742" y="290"/>
                      <a:pt x="445" y="0"/>
                      <a:pt x="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37"/>
              <p:cNvSpPr/>
              <p:nvPr/>
            </p:nvSpPr>
            <p:spPr>
              <a:xfrm>
                <a:off x="5594719" y="2706350"/>
                <a:ext cx="48109" cy="54258"/>
              </a:xfrm>
              <a:custGeom>
                <a:avLst/>
                <a:gdLst/>
                <a:ahLst/>
                <a:cxnLst/>
                <a:rect l="l" t="t" r="r" b="b"/>
                <a:pathLst>
                  <a:path w="579" h="653" extrusionOk="0">
                    <a:moveTo>
                      <a:pt x="579" y="0"/>
                    </a:moveTo>
                    <a:cubicBezTo>
                      <a:pt x="253" y="45"/>
                      <a:pt x="1" y="319"/>
                      <a:pt x="1" y="653"/>
                    </a:cubicBezTo>
                    <a:lnTo>
                      <a:pt x="57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37"/>
              <p:cNvSpPr/>
              <p:nvPr/>
            </p:nvSpPr>
            <p:spPr>
              <a:xfrm>
                <a:off x="5417987" y="2697792"/>
                <a:ext cx="62899" cy="35646"/>
              </a:xfrm>
              <a:custGeom>
                <a:avLst/>
                <a:gdLst/>
                <a:ahLst/>
                <a:cxnLst/>
                <a:rect l="l" t="t" r="r" b="b"/>
                <a:pathLst>
                  <a:path w="757" h="429" extrusionOk="0">
                    <a:moveTo>
                      <a:pt x="513" y="0"/>
                    </a:moveTo>
                    <a:cubicBezTo>
                      <a:pt x="253" y="0"/>
                      <a:pt x="38" y="185"/>
                      <a:pt x="1" y="429"/>
                    </a:cubicBezTo>
                    <a:lnTo>
                      <a:pt x="757" y="59"/>
                    </a:lnTo>
                    <a:cubicBezTo>
                      <a:pt x="682" y="21"/>
                      <a:pt x="602" y="0"/>
                      <a:pt x="51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13" name="Google Shape;2513;p37"/>
            <p:cNvSpPr/>
            <p:nvPr/>
          </p:nvSpPr>
          <p:spPr>
            <a:xfrm>
              <a:off x="3698744" y="3470154"/>
              <a:ext cx="409551" cy="200745"/>
            </a:xfrm>
            <a:custGeom>
              <a:avLst/>
              <a:gdLst/>
              <a:ahLst/>
              <a:cxnLst/>
              <a:rect l="l" t="t" r="r" b="b"/>
              <a:pathLst>
                <a:path w="4929" h="2416" extrusionOk="0">
                  <a:moveTo>
                    <a:pt x="2165" y="1"/>
                  </a:moveTo>
                  <a:cubicBezTo>
                    <a:pt x="1290" y="1"/>
                    <a:pt x="579" y="682"/>
                    <a:pt x="527" y="1541"/>
                  </a:cubicBezTo>
                  <a:cubicBezTo>
                    <a:pt x="223" y="1601"/>
                    <a:pt x="1" y="1868"/>
                    <a:pt x="1" y="2186"/>
                  </a:cubicBezTo>
                  <a:cubicBezTo>
                    <a:pt x="1" y="2261"/>
                    <a:pt x="15" y="2341"/>
                    <a:pt x="45" y="2416"/>
                  </a:cubicBezTo>
                  <a:lnTo>
                    <a:pt x="4922" y="2416"/>
                  </a:lnTo>
                  <a:cubicBezTo>
                    <a:pt x="4922" y="2394"/>
                    <a:pt x="4929" y="2371"/>
                    <a:pt x="4929" y="2357"/>
                  </a:cubicBezTo>
                  <a:cubicBezTo>
                    <a:pt x="4929" y="1889"/>
                    <a:pt x="4550" y="1512"/>
                    <a:pt x="4084" y="1512"/>
                  </a:cubicBezTo>
                  <a:cubicBezTo>
                    <a:pt x="3988" y="1512"/>
                    <a:pt x="3890" y="1534"/>
                    <a:pt x="3810" y="1564"/>
                  </a:cubicBezTo>
                  <a:cubicBezTo>
                    <a:pt x="3766" y="696"/>
                    <a:pt x="3045" y="1"/>
                    <a:pt x="21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37"/>
            <p:cNvSpPr/>
            <p:nvPr/>
          </p:nvSpPr>
          <p:spPr>
            <a:xfrm>
              <a:off x="7550383" y="3515693"/>
              <a:ext cx="296382" cy="145324"/>
            </a:xfrm>
            <a:custGeom>
              <a:avLst/>
              <a:gdLst/>
              <a:ahLst/>
              <a:cxnLst/>
              <a:rect l="l" t="t" r="r" b="b"/>
              <a:pathLst>
                <a:path w="3567" h="1749" extrusionOk="0">
                  <a:moveTo>
                    <a:pt x="1566" y="0"/>
                  </a:moveTo>
                  <a:cubicBezTo>
                    <a:pt x="935" y="0"/>
                    <a:pt x="424" y="496"/>
                    <a:pt x="380" y="1112"/>
                  </a:cubicBezTo>
                  <a:cubicBezTo>
                    <a:pt x="165" y="1156"/>
                    <a:pt x="1" y="1348"/>
                    <a:pt x="1" y="1578"/>
                  </a:cubicBezTo>
                  <a:cubicBezTo>
                    <a:pt x="1" y="1638"/>
                    <a:pt x="17" y="1697"/>
                    <a:pt x="31" y="1748"/>
                  </a:cubicBezTo>
                  <a:lnTo>
                    <a:pt x="3567" y="1748"/>
                  </a:lnTo>
                  <a:lnTo>
                    <a:pt x="3567" y="1704"/>
                  </a:lnTo>
                  <a:cubicBezTo>
                    <a:pt x="3567" y="1371"/>
                    <a:pt x="3291" y="1098"/>
                    <a:pt x="2958" y="1098"/>
                  </a:cubicBezTo>
                  <a:cubicBezTo>
                    <a:pt x="2884" y="1098"/>
                    <a:pt x="2818" y="1112"/>
                    <a:pt x="2750" y="1133"/>
                  </a:cubicBezTo>
                  <a:cubicBezTo>
                    <a:pt x="2722" y="504"/>
                    <a:pt x="2203" y="0"/>
                    <a:pt x="1566" y="0"/>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37"/>
            <p:cNvSpPr/>
            <p:nvPr/>
          </p:nvSpPr>
          <p:spPr>
            <a:xfrm>
              <a:off x="4270820" y="3715773"/>
              <a:ext cx="1197493" cy="666216"/>
            </a:xfrm>
            <a:custGeom>
              <a:avLst/>
              <a:gdLst/>
              <a:ahLst/>
              <a:cxnLst/>
              <a:rect l="l" t="t" r="r" b="b"/>
              <a:pathLst>
                <a:path w="14412" h="8018" extrusionOk="0">
                  <a:moveTo>
                    <a:pt x="8469" y="0"/>
                  </a:moveTo>
                  <a:cubicBezTo>
                    <a:pt x="8269" y="0"/>
                    <a:pt x="8106" y="171"/>
                    <a:pt x="8106" y="370"/>
                  </a:cubicBezTo>
                  <a:lnTo>
                    <a:pt x="8106" y="1675"/>
                  </a:lnTo>
                  <a:cubicBezTo>
                    <a:pt x="8106" y="1875"/>
                    <a:pt x="7935" y="2038"/>
                    <a:pt x="7736" y="2038"/>
                  </a:cubicBezTo>
                  <a:cubicBezTo>
                    <a:pt x="7542" y="2038"/>
                    <a:pt x="7387" y="1891"/>
                    <a:pt x="7371" y="1704"/>
                  </a:cubicBezTo>
                  <a:lnTo>
                    <a:pt x="7371" y="1037"/>
                  </a:lnTo>
                  <a:cubicBezTo>
                    <a:pt x="7371" y="838"/>
                    <a:pt x="7210" y="667"/>
                    <a:pt x="7009" y="667"/>
                  </a:cubicBezTo>
                  <a:cubicBezTo>
                    <a:pt x="6802" y="667"/>
                    <a:pt x="6639" y="838"/>
                    <a:pt x="6639" y="1037"/>
                  </a:cubicBezTo>
                  <a:lnTo>
                    <a:pt x="6639" y="1809"/>
                  </a:lnTo>
                  <a:cubicBezTo>
                    <a:pt x="6639" y="2015"/>
                    <a:pt x="6475" y="2179"/>
                    <a:pt x="6276" y="2179"/>
                  </a:cubicBezTo>
                  <a:cubicBezTo>
                    <a:pt x="6068" y="2179"/>
                    <a:pt x="5904" y="2015"/>
                    <a:pt x="5904" y="1809"/>
                  </a:cubicBezTo>
                  <a:lnTo>
                    <a:pt x="5904" y="601"/>
                  </a:lnTo>
                  <a:cubicBezTo>
                    <a:pt x="5904" y="393"/>
                    <a:pt x="5742" y="230"/>
                    <a:pt x="5534" y="230"/>
                  </a:cubicBezTo>
                  <a:cubicBezTo>
                    <a:pt x="5408" y="230"/>
                    <a:pt x="5298" y="297"/>
                    <a:pt x="5237" y="393"/>
                  </a:cubicBezTo>
                  <a:cubicBezTo>
                    <a:pt x="5193" y="452"/>
                    <a:pt x="5172" y="519"/>
                    <a:pt x="5172" y="601"/>
                  </a:cubicBezTo>
                  <a:lnTo>
                    <a:pt x="5172" y="993"/>
                  </a:lnTo>
                  <a:cubicBezTo>
                    <a:pt x="5172" y="1179"/>
                    <a:pt x="5015" y="1334"/>
                    <a:pt x="4830" y="1334"/>
                  </a:cubicBezTo>
                  <a:lnTo>
                    <a:pt x="4802" y="1334"/>
                  </a:lnTo>
                  <a:cubicBezTo>
                    <a:pt x="4631" y="1334"/>
                    <a:pt x="4490" y="1201"/>
                    <a:pt x="4467" y="1037"/>
                  </a:cubicBezTo>
                  <a:lnTo>
                    <a:pt x="288" y="6959"/>
                  </a:lnTo>
                  <a:cubicBezTo>
                    <a:pt x="0" y="7366"/>
                    <a:pt x="237" y="7982"/>
                    <a:pt x="711" y="8010"/>
                  </a:cubicBezTo>
                  <a:cubicBezTo>
                    <a:pt x="726" y="8017"/>
                    <a:pt x="740" y="8017"/>
                    <a:pt x="756" y="8017"/>
                  </a:cubicBezTo>
                  <a:lnTo>
                    <a:pt x="13656" y="8017"/>
                  </a:lnTo>
                  <a:cubicBezTo>
                    <a:pt x="13670" y="8017"/>
                    <a:pt x="13685" y="8017"/>
                    <a:pt x="13701" y="8010"/>
                  </a:cubicBezTo>
                  <a:cubicBezTo>
                    <a:pt x="14174" y="7982"/>
                    <a:pt x="14412" y="7366"/>
                    <a:pt x="14122" y="6959"/>
                  </a:cubicBezTo>
                  <a:lnTo>
                    <a:pt x="9550" y="527"/>
                  </a:lnTo>
                  <a:lnTo>
                    <a:pt x="9550" y="1341"/>
                  </a:lnTo>
                  <a:cubicBezTo>
                    <a:pt x="9550" y="1526"/>
                    <a:pt x="9395" y="1683"/>
                    <a:pt x="9210" y="1683"/>
                  </a:cubicBezTo>
                  <a:lnTo>
                    <a:pt x="9180" y="1683"/>
                  </a:lnTo>
                  <a:cubicBezTo>
                    <a:pt x="8988" y="1683"/>
                    <a:pt x="8839" y="1526"/>
                    <a:pt x="8839" y="1341"/>
                  </a:cubicBezTo>
                  <a:lnTo>
                    <a:pt x="8839" y="393"/>
                  </a:lnTo>
                  <a:lnTo>
                    <a:pt x="8839" y="370"/>
                  </a:lnTo>
                  <a:cubicBezTo>
                    <a:pt x="8839" y="171"/>
                    <a:pt x="8670" y="0"/>
                    <a:pt x="84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37"/>
            <p:cNvSpPr/>
            <p:nvPr/>
          </p:nvSpPr>
          <p:spPr>
            <a:xfrm>
              <a:off x="4628356" y="3569203"/>
              <a:ext cx="435973" cy="327624"/>
            </a:xfrm>
            <a:custGeom>
              <a:avLst/>
              <a:gdLst/>
              <a:ahLst/>
              <a:cxnLst/>
              <a:rect l="l" t="t" r="r" b="b"/>
              <a:pathLst>
                <a:path w="5247" h="3943" extrusionOk="0">
                  <a:moveTo>
                    <a:pt x="2891" y="0"/>
                  </a:moveTo>
                  <a:cubicBezTo>
                    <a:pt x="2418" y="0"/>
                    <a:pt x="1973" y="238"/>
                    <a:pt x="1683" y="646"/>
                  </a:cubicBezTo>
                  <a:lnTo>
                    <a:pt x="890" y="1771"/>
                  </a:lnTo>
                  <a:lnTo>
                    <a:pt x="890" y="1764"/>
                  </a:lnTo>
                  <a:lnTo>
                    <a:pt x="165" y="2804"/>
                  </a:lnTo>
                  <a:lnTo>
                    <a:pt x="165" y="2804"/>
                  </a:lnTo>
                  <a:cubicBezTo>
                    <a:pt x="165" y="2803"/>
                    <a:pt x="164" y="2802"/>
                    <a:pt x="164" y="2801"/>
                  </a:cubicBezTo>
                  <a:lnTo>
                    <a:pt x="1" y="3039"/>
                  </a:lnTo>
                  <a:lnTo>
                    <a:pt x="1" y="3039"/>
                  </a:lnTo>
                  <a:lnTo>
                    <a:pt x="165" y="2804"/>
                  </a:lnTo>
                  <a:lnTo>
                    <a:pt x="165" y="2804"/>
                  </a:lnTo>
                  <a:cubicBezTo>
                    <a:pt x="189" y="2966"/>
                    <a:pt x="329" y="3091"/>
                    <a:pt x="499" y="3091"/>
                  </a:cubicBezTo>
                  <a:lnTo>
                    <a:pt x="534" y="3091"/>
                  </a:lnTo>
                  <a:cubicBezTo>
                    <a:pt x="721" y="3091"/>
                    <a:pt x="876" y="2943"/>
                    <a:pt x="876" y="2749"/>
                  </a:cubicBezTo>
                  <a:lnTo>
                    <a:pt x="876" y="2356"/>
                  </a:lnTo>
                  <a:cubicBezTo>
                    <a:pt x="876" y="2283"/>
                    <a:pt x="899" y="2209"/>
                    <a:pt x="934" y="2157"/>
                  </a:cubicBezTo>
                  <a:cubicBezTo>
                    <a:pt x="943" y="2143"/>
                    <a:pt x="957" y="2127"/>
                    <a:pt x="965" y="2120"/>
                  </a:cubicBezTo>
                  <a:cubicBezTo>
                    <a:pt x="972" y="2113"/>
                    <a:pt x="972" y="2106"/>
                    <a:pt x="979" y="2099"/>
                  </a:cubicBezTo>
                  <a:cubicBezTo>
                    <a:pt x="988" y="2090"/>
                    <a:pt x="1002" y="2083"/>
                    <a:pt x="1009" y="2075"/>
                  </a:cubicBezTo>
                  <a:cubicBezTo>
                    <a:pt x="1023" y="2068"/>
                    <a:pt x="1032" y="2054"/>
                    <a:pt x="1046" y="2045"/>
                  </a:cubicBezTo>
                  <a:cubicBezTo>
                    <a:pt x="1053" y="2045"/>
                    <a:pt x="1061" y="2038"/>
                    <a:pt x="1068" y="2038"/>
                  </a:cubicBezTo>
                  <a:cubicBezTo>
                    <a:pt x="1091" y="2024"/>
                    <a:pt x="1121" y="2017"/>
                    <a:pt x="1142" y="2010"/>
                  </a:cubicBezTo>
                  <a:cubicBezTo>
                    <a:pt x="1173" y="2001"/>
                    <a:pt x="1201" y="1994"/>
                    <a:pt x="1231" y="1994"/>
                  </a:cubicBezTo>
                  <a:cubicBezTo>
                    <a:pt x="1439" y="1994"/>
                    <a:pt x="1601" y="2157"/>
                    <a:pt x="1601" y="2365"/>
                  </a:cubicBezTo>
                  <a:lnTo>
                    <a:pt x="1601" y="3573"/>
                  </a:lnTo>
                  <a:cubicBezTo>
                    <a:pt x="1601" y="3779"/>
                    <a:pt x="1765" y="3943"/>
                    <a:pt x="1973" y="3943"/>
                  </a:cubicBezTo>
                  <a:cubicBezTo>
                    <a:pt x="2172" y="3943"/>
                    <a:pt x="2336" y="3779"/>
                    <a:pt x="2336" y="3573"/>
                  </a:cubicBezTo>
                  <a:lnTo>
                    <a:pt x="2336" y="2801"/>
                  </a:lnTo>
                  <a:cubicBezTo>
                    <a:pt x="2336" y="2602"/>
                    <a:pt x="2499" y="2431"/>
                    <a:pt x="2706" y="2431"/>
                  </a:cubicBezTo>
                  <a:cubicBezTo>
                    <a:pt x="2907" y="2431"/>
                    <a:pt x="3068" y="2602"/>
                    <a:pt x="3068" y="2801"/>
                  </a:cubicBezTo>
                  <a:lnTo>
                    <a:pt x="3068" y="3468"/>
                  </a:lnTo>
                  <a:cubicBezTo>
                    <a:pt x="3084" y="3655"/>
                    <a:pt x="3239" y="3802"/>
                    <a:pt x="3433" y="3802"/>
                  </a:cubicBezTo>
                  <a:cubicBezTo>
                    <a:pt x="3632" y="3802"/>
                    <a:pt x="3803" y="3639"/>
                    <a:pt x="3803" y="3439"/>
                  </a:cubicBezTo>
                  <a:lnTo>
                    <a:pt x="3803" y="2134"/>
                  </a:lnTo>
                  <a:cubicBezTo>
                    <a:pt x="3803" y="1935"/>
                    <a:pt x="3966" y="1764"/>
                    <a:pt x="4166" y="1764"/>
                  </a:cubicBezTo>
                  <a:cubicBezTo>
                    <a:pt x="4367" y="1764"/>
                    <a:pt x="4536" y="1935"/>
                    <a:pt x="4536" y="2134"/>
                  </a:cubicBezTo>
                  <a:lnTo>
                    <a:pt x="4536" y="2157"/>
                  </a:lnTo>
                  <a:lnTo>
                    <a:pt x="4536" y="3105"/>
                  </a:lnTo>
                  <a:cubicBezTo>
                    <a:pt x="4536" y="3290"/>
                    <a:pt x="4685" y="3447"/>
                    <a:pt x="4870" y="3447"/>
                  </a:cubicBezTo>
                  <a:lnTo>
                    <a:pt x="4907" y="3447"/>
                  </a:lnTo>
                  <a:cubicBezTo>
                    <a:pt x="5092" y="3447"/>
                    <a:pt x="5247" y="3290"/>
                    <a:pt x="5247" y="3105"/>
                  </a:cubicBezTo>
                  <a:lnTo>
                    <a:pt x="5247" y="2291"/>
                  </a:lnTo>
                  <a:lnTo>
                    <a:pt x="4062" y="631"/>
                  </a:lnTo>
                  <a:cubicBezTo>
                    <a:pt x="3780" y="231"/>
                    <a:pt x="3351" y="0"/>
                    <a:pt x="2891" y="0"/>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37"/>
            <p:cNvSpPr/>
            <p:nvPr/>
          </p:nvSpPr>
          <p:spPr>
            <a:xfrm>
              <a:off x="4317517" y="4131971"/>
              <a:ext cx="759276" cy="249353"/>
            </a:xfrm>
            <a:custGeom>
              <a:avLst/>
              <a:gdLst/>
              <a:ahLst/>
              <a:cxnLst/>
              <a:rect l="l" t="t" r="r" b="b"/>
              <a:pathLst>
                <a:path w="9138" h="3001" extrusionOk="0">
                  <a:moveTo>
                    <a:pt x="1104" y="1"/>
                  </a:moveTo>
                  <a:lnTo>
                    <a:pt x="0" y="1571"/>
                  </a:lnTo>
                  <a:cubicBezTo>
                    <a:pt x="75" y="1550"/>
                    <a:pt x="149" y="1534"/>
                    <a:pt x="229" y="1534"/>
                  </a:cubicBezTo>
                  <a:cubicBezTo>
                    <a:pt x="608" y="1534"/>
                    <a:pt x="912" y="1808"/>
                    <a:pt x="971" y="2172"/>
                  </a:cubicBezTo>
                  <a:cubicBezTo>
                    <a:pt x="1015" y="2149"/>
                    <a:pt x="1067" y="2135"/>
                    <a:pt x="1128" y="2135"/>
                  </a:cubicBezTo>
                  <a:cubicBezTo>
                    <a:pt x="1163" y="2135"/>
                    <a:pt x="1200" y="2142"/>
                    <a:pt x="1238" y="2156"/>
                  </a:cubicBezTo>
                  <a:cubicBezTo>
                    <a:pt x="1341" y="2030"/>
                    <a:pt x="1490" y="1957"/>
                    <a:pt x="1661" y="1957"/>
                  </a:cubicBezTo>
                  <a:cubicBezTo>
                    <a:pt x="1956" y="1957"/>
                    <a:pt x="2195" y="2201"/>
                    <a:pt x="2195" y="2498"/>
                  </a:cubicBezTo>
                  <a:lnTo>
                    <a:pt x="2195" y="2535"/>
                  </a:lnTo>
                  <a:cubicBezTo>
                    <a:pt x="2246" y="2498"/>
                    <a:pt x="2305" y="2467"/>
                    <a:pt x="2372" y="2467"/>
                  </a:cubicBezTo>
                  <a:cubicBezTo>
                    <a:pt x="2527" y="2467"/>
                    <a:pt x="2653" y="2594"/>
                    <a:pt x="2653" y="2750"/>
                  </a:cubicBezTo>
                  <a:cubicBezTo>
                    <a:pt x="2653" y="2860"/>
                    <a:pt x="2595" y="2957"/>
                    <a:pt x="2497" y="3001"/>
                  </a:cubicBezTo>
                  <a:lnTo>
                    <a:pt x="5188" y="3001"/>
                  </a:lnTo>
                  <a:cubicBezTo>
                    <a:pt x="5136" y="2973"/>
                    <a:pt x="5106" y="2912"/>
                    <a:pt x="5106" y="2853"/>
                  </a:cubicBezTo>
                  <a:cubicBezTo>
                    <a:pt x="5106" y="2750"/>
                    <a:pt x="5188" y="2668"/>
                    <a:pt x="5291" y="2668"/>
                  </a:cubicBezTo>
                  <a:cubicBezTo>
                    <a:pt x="5335" y="2668"/>
                    <a:pt x="5380" y="2683"/>
                    <a:pt x="5410" y="2706"/>
                  </a:cubicBezTo>
                  <a:lnTo>
                    <a:pt x="5410" y="2683"/>
                  </a:lnTo>
                  <a:cubicBezTo>
                    <a:pt x="5410" y="2483"/>
                    <a:pt x="5573" y="2327"/>
                    <a:pt x="5765" y="2327"/>
                  </a:cubicBezTo>
                  <a:cubicBezTo>
                    <a:pt x="5876" y="2327"/>
                    <a:pt x="5981" y="2379"/>
                    <a:pt x="6039" y="2453"/>
                  </a:cubicBezTo>
                  <a:cubicBezTo>
                    <a:pt x="6070" y="2446"/>
                    <a:pt x="6091" y="2446"/>
                    <a:pt x="6121" y="2446"/>
                  </a:cubicBezTo>
                  <a:cubicBezTo>
                    <a:pt x="6159" y="2446"/>
                    <a:pt x="6187" y="2453"/>
                    <a:pt x="6224" y="2467"/>
                  </a:cubicBezTo>
                  <a:cubicBezTo>
                    <a:pt x="6240" y="2357"/>
                    <a:pt x="6292" y="2261"/>
                    <a:pt x="6365" y="2186"/>
                  </a:cubicBezTo>
                  <a:lnTo>
                    <a:pt x="6388" y="734"/>
                  </a:lnTo>
                  <a:cubicBezTo>
                    <a:pt x="6402" y="734"/>
                    <a:pt x="6409" y="1505"/>
                    <a:pt x="6418" y="2142"/>
                  </a:cubicBezTo>
                  <a:cubicBezTo>
                    <a:pt x="6498" y="2083"/>
                    <a:pt x="6603" y="2046"/>
                    <a:pt x="6713" y="2046"/>
                  </a:cubicBezTo>
                  <a:cubicBezTo>
                    <a:pt x="6774" y="2046"/>
                    <a:pt x="6833" y="2060"/>
                    <a:pt x="6884" y="2074"/>
                  </a:cubicBezTo>
                  <a:cubicBezTo>
                    <a:pt x="7076" y="2135"/>
                    <a:pt x="7218" y="2306"/>
                    <a:pt x="7218" y="2512"/>
                  </a:cubicBezTo>
                  <a:lnTo>
                    <a:pt x="7218" y="2549"/>
                  </a:lnTo>
                  <a:cubicBezTo>
                    <a:pt x="7233" y="2542"/>
                    <a:pt x="7247" y="2542"/>
                    <a:pt x="7270" y="2542"/>
                  </a:cubicBezTo>
                  <a:lnTo>
                    <a:pt x="7284" y="2542"/>
                  </a:lnTo>
                  <a:cubicBezTo>
                    <a:pt x="7441" y="2386"/>
                    <a:pt x="7626" y="2245"/>
                    <a:pt x="7832" y="2112"/>
                  </a:cubicBezTo>
                  <a:cubicBezTo>
                    <a:pt x="7841" y="1934"/>
                    <a:pt x="7900" y="1756"/>
                    <a:pt x="8010" y="1601"/>
                  </a:cubicBezTo>
                  <a:lnTo>
                    <a:pt x="9137" y="1"/>
                  </a:lnTo>
                  <a:close/>
                </a:path>
              </a:pathLst>
            </a:custGeom>
            <a:solidFill>
              <a:srgbClr val="DFD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37"/>
            <p:cNvSpPr/>
            <p:nvPr/>
          </p:nvSpPr>
          <p:spPr>
            <a:xfrm>
              <a:off x="4949749" y="3411082"/>
              <a:ext cx="1654488" cy="975310"/>
            </a:xfrm>
            <a:custGeom>
              <a:avLst/>
              <a:gdLst/>
              <a:ahLst/>
              <a:cxnLst/>
              <a:rect l="l" t="t" r="r" b="b"/>
              <a:pathLst>
                <a:path w="19912" h="11738" extrusionOk="0">
                  <a:moveTo>
                    <a:pt x="8752" y="0"/>
                  </a:moveTo>
                  <a:cubicBezTo>
                    <a:pt x="8604" y="0"/>
                    <a:pt x="8471" y="59"/>
                    <a:pt x="8368" y="155"/>
                  </a:cubicBezTo>
                  <a:cubicBezTo>
                    <a:pt x="8270" y="251"/>
                    <a:pt x="8211" y="391"/>
                    <a:pt x="8211" y="541"/>
                  </a:cubicBezTo>
                  <a:lnTo>
                    <a:pt x="8211" y="770"/>
                  </a:lnTo>
                  <a:lnTo>
                    <a:pt x="8211" y="3512"/>
                  </a:lnTo>
                  <a:lnTo>
                    <a:pt x="8211" y="3742"/>
                  </a:lnTo>
                  <a:cubicBezTo>
                    <a:pt x="8211" y="3890"/>
                    <a:pt x="8153" y="4023"/>
                    <a:pt x="8048" y="4126"/>
                  </a:cubicBezTo>
                  <a:cubicBezTo>
                    <a:pt x="7952" y="4224"/>
                    <a:pt x="7818" y="4283"/>
                    <a:pt x="7664" y="4283"/>
                  </a:cubicBezTo>
                  <a:cubicBezTo>
                    <a:pt x="7367" y="4283"/>
                    <a:pt x="7123" y="4037"/>
                    <a:pt x="7123" y="3742"/>
                  </a:cubicBezTo>
                  <a:lnTo>
                    <a:pt x="7123" y="770"/>
                  </a:lnTo>
                  <a:lnTo>
                    <a:pt x="7123" y="756"/>
                  </a:lnTo>
                  <a:lnTo>
                    <a:pt x="401" y="10277"/>
                  </a:lnTo>
                  <a:cubicBezTo>
                    <a:pt x="1" y="10848"/>
                    <a:pt x="328" y="11693"/>
                    <a:pt x="979" y="11737"/>
                  </a:cubicBezTo>
                  <a:lnTo>
                    <a:pt x="18933" y="11737"/>
                  </a:lnTo>
                  <a:cubicBezTo>
                    <a:pt x="19586" y="11693"/>
                    <a:pt x="19911" y="10839"/>
                    <a:pt x="19511" y="10277"/>
                  </a:cubicBezTo>
                  <a:lnTo>
                    <a:pt x="12561" y="496"/>
                  </a:lnTo>
                  <a:lnTo>
                    <a:pt x="12561" y="3393"/>
                  </a:lnTo>
                  <a:cubicBezTo>
                    <a:pt x="12561" y="3541"/>
                    <a:pt x="12494" y="3674"/>
                    <a:pt x="12398" y="3770"/>
                  </a:cubicBezTo>
                  <a:cubicBezTo>
                    <a:pt x="12302" y="3875"/>
                    <a:pt x="12161" y="3934"/>
                    <a:pt x="12014" y="3934"/>
                  </a:cubicBezTo>
                  <a:cubicBezTo>
                    <a:pt x="11717" y="3934"/>
                    <a:pt x="11471" y="3690"/>
                    <a:pt x="11471" y="3393"/>
                  </a:cubicBezTo>
                  <a:lnTo>
                    <a:pt x="11471" y="1592"/>
                  </a:lnTo>
                  <a:cubicBezTo>
                    <a:pt x="11471" y="1290"/>
                    <a:pt x="11227" y="1044"/>
                    <a:pt x="10923" y="1044"/>
                  </a:cubicBezTo>
                  <a:cubicBezTo>
                    <a:pt x="10776" y="1044"/>
                    <a:pt x="10642" y="1112"/>
                    <a:pt x="10537" y="1208"/>
                  </a:cubicBezTo>
                  <a:cubicBezTo>
                    <a:pt x="10441" y="1304"/>
                    <a:pt x="10383" y="1444"/>
                    <a:pt x="10383" y="1592"/>
                  </a:cubicBezTo>
                  <a:lnTo>
                    <a:pt x="10383" y="2734"/>
                  </a:lnTo>
                  <a:cubicBezTo>
                    <a:pt x="10383" y="2890"/>
                    <a:pt x="10324" y="3023"/>
                    <a:pt x="10219" y="3119"/>
                  </a:cubicBezTo>
                  <a:cubicBezTo>
                    <a:pt x="10123" y="3223"/>
                    <a:pt x="9990" y="3281"/>
                    <a:pt x="9835" y="3281"/>
                  </a:cubicBezTo>
                  <a:cubicBezTo>
                    <a:pt x="9538" y="3281"/>
                    <a:pt x="9293" y="3038"/>
                    <a:pt x="9293" y="2734"/>
                  </a:cubicBezTo>
                  <a:lnTo>
                    <a:pt x="9302" y="2734"/>
                  </a:lnTo>
                  <a:lnTo>
                    <a:pt x="9302" y="541"/>
                  </a:lnTo>
                  <a:cubicBezTo>
                    <a:pt x="9302" y="244"/>
                    <a:pt x="9056" y="0"/>
                    <a:pt x="875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37"/>
            <p:cNvSpPr/>
            <p:nvPr/>
          </p:nvSpPr>
          <p:spPr>
            <a:xfrm>
              <a:off x="5541599" y="3263847"/>
              <a:ext cx="451927" cy="503110"/>
            </a:xfrm>
            <a:custGeom>
              <a:avLst/>
              <a:gdLst/>
              <a:ahLst/>
              <a:cxnLst/>
              <a:rect l="l" t="t" r="r" b="b"/>
              <a:pathLst>
                <a:path w="5439" h="6055" extrusionOk="0">
                  <a:moveTo>
                    <a:pt x="2815" y="1"/>
                  </a:moveTo>
                  <a:cubicBezTo>
                    <a:pt x="2163" y="1"/>
                    <a:pt x="1547" y="334"/>
                    <a:pt x="1147" y="897"/>
                  </a:cubicBezTo>
                  <a:lnTo>
                    <a:pt x="0" y="2528"/>
                  </a:lnTo>
                  <a:lnTo>
                    <a:pt x="0" y="2542"/>
                  </a:lnTo>
                  <a:lnTo>
                    <a:pt x="0" y="5514"/>
                  </a:lnTo>
                  <a:cubicBezTo>
                    <a:pt x="0" y="5809"/>
                    <a:pt x="244" y="6055"/>
                    <a:pt x="541" y="6055"/>
                  </a:cubicBezTo>
                  <a:cubicBezTo>
                    <a:pt x="695" y="6055"/>
                    <a:pt x="829" y="5996"/>
                    <a:pt x="925" y="5898"/>
                  </a:cubicBezTo>
                  <a:cubicBezTo>
                    <a:pt x="1030" y="5795"/>
                    <a:pt x="1088" y="5662"/>
                    <a:pt x="1088" y="5514"/>
                  </a:cubicBezTo>
                  <a:lnTo>
                    <a:pt x="1088" y="5284"/>
                  </a:lnTo>
                  <a:lnTo>
                    <a:pt x="1088" y="2542"/>
                  </a:lnTo>
                  <a:lnTo>
                    <a:pt x="1088" y="2313"/>
                  </a:lnTo>
                  <a:cubicBezTo>
                    <a:pt x="1088" y="2163"/>
                    <a:pt x="1147" y="2023"/>
                    <a:pt x="1245" y="1927"/>
                  </a:cubicBezTo>
                  <a:cubicBezTo>
                    <a:pt x="1348" y="1831"/>
                    <a:pt x="1481" y="1772"/>
                    <a:pt x="1629" y="1772"/>
                  </a:cubicBezTo>
                  <a:cubicBezTo>
                    <a:pt x="1933" y="1772"/>
                    <a:pt x="2179" y="2016"/>
                    <a:pt x="2179" y="2313"/>
                  </a:cubicBezTo>
                  <a:lnTo>
                    <a:pt x="2179" y="4506"/>
                  </a:lnTo>
                  <a:lnTo>
                    <a:pt x="2170" y="4506"/>
                  </a:lnTo>
                  <a:cubicBezTo>
                    <a:pt x="2170" y="4810"/>
                    <a:pt x="2415" y="5053"/>
                    <a:pt x="2712" y="5053"/>
                  </a:cubicBezTo>
                  <a:cubicBezTo>
                    <a:pt x="2867" y="5053"/>
                    <a:pt x="3000" y="4995"/>
                    <a:pt x="3096" y="4891"/>
                  </a:cubicBezTo>
                  <a:cubicBezTo>
                    <a:pt x="3201" y="4795"/>
                    <a:pt x="3260" y="4662"/>
                    <a:pt x="3260" y="4506"/>
                  </a:cubicBezTo>
                  <a:lnTo>
                    <a:pt x="3260" y="3364"/>
                  </a:lnTo>
                  <a:cubicBezTo>
                    <a:pt x="3260" y="3216"/>
                    <a:pt x="3318" y="3076"/>
                    <a:pt x="3414" y="2980"/>
                  </a:cubicBezTo>
                  <a:cubicBezTo>
                    <a:pt x="3519" y="2884"/>
                    <a:pt x="3653" y="2816"/>
                    <a:pt x="3800" y="2816"/>
                  </a:cubicBezTo>
                  <a:cubicBezTo>
                    <a:pt x="4104" y="2816"/>
                    <a:pt x="4348" y="3062"/>
                    <a:pt x="4348" y="3364"/>
                  </a:cubicBezTo>
                  <a:lnTo>
                    <a:pt x="4348" y="5165"/>
                  </a:lnTo>
                  <a:cubicBezTo>
                    <a:pt x="4348" y="5462"/>
                    <a:pt x="4594" y="5706"/>
                    <a:pt x="4891" y="5706"/>
                  </a:cubicBezTo>
                  <a:cubicBezTo>
                    <a:pt x="5038" y="5706"/>
                    <a:pt x="5179" y="5647"/>
                    <a:pt x="5275" y="5542"/>
                  </a:cubicBezTo>
                  <a:cubicBezTo>
                    <a:pt x="5371" y="5446"/>
                    <a:pt x="5438" y="5313"/>
                    <a:pt x="5438" y="5165"/>
                  </a:cubicBezTo>
                  <a:lnTo>
                    <a:pt x="5438" y="2268"/>
                  </a:lnTo>
                  <a:lnTo>
                    <a:pt x="4437" y="867"/>
                  </a:lnTo>
                  <a:cubicBezTo>
                    <a:pt x="4053" y="326"/>
                    <a:pt x="3452" y="1"/>
                    <a:pt x="2815" y="1"/>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37"/>
            <p:cNvSpPr/>
            <p:nvPr/>
          </p:nvSpPr>
          <p:spPr>
            <a:xfrm>
              <a:off x="5023034" y="4384980"/>
              <a:ext cx="11217" cy="1413"/>
            </a:xfrm>
            <a:custGeom>
              <a:avLst/>
              <a:gdLst/>
              <a:ahLst/>
              <a:cxnLst/>
              <a:rect l="l" t="t" r="r" b="b"/>
              <a:pathLst>
                <a:path w="135" h="17" extrusionOk="0">
                  <a:moveTo>
                    <a:pt x="1" y="0"/>
                  </a:moveTo>
                  <a:lnTo>
                    <a:pt x="1" y="0"/>
                  </a:lnTo>
                  <a:cubicBezTo>
                    <a:pt x="31" y="8"/>
                    <a:pt x="61" y="16"/>
                    <a:pt x="97" y="16"/>
                  </a:cubicBezTo>
                  <a:lnTo>
                    <a:pt x="134" y="16"/>
                  </a:lnTo>
                  <a:lnTo>
                    <a:pt x="97" y="16"/>
                  </a:lnTo>
                  <a:cubicBezTo>
                    <a:pt x="61" y="16"/>
                    <a:pt x="31" y="8"/>
                    <a:pt x="1" y="0"/>
                  </a:cubicBezTo>
                  <a:close/>
                </a:path>
              </a:pathLst>
            </a:custGeom>
            <a:solidFill>
              <a:srgbClr val="6771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37"/>
            <p:cNvSpPr/>
            <p:nvPr/>
          </p:nvSpPr>
          <p:spPr>
            <a:xfrm>
              <a:off x="4968195" y="4041403"/>
              <a:ext cx="1233970" cy="344990"/>
            </a:xfrm>
            <a:custGeom>
              <a:avLst/>
              <a:gdLst/>
              <a:ahLst/>
              <a:cxnLst/>
              <a:rect l="l" t="t" r="r" b="b"/>
              <a:pathLst>
                <a:path w="14851" h="4152" extrusionOk="0">
                  <a:moveTo>
                    <a:pt x="661" y="4135"/>
                  </a:moveTo>
                  <a:cubicBezTo>
                    <a:pt x="691" y="4143"/>
                    <a:pt x="721" y="4151"/>
                    <a:pt x="757" y="4151"/>
                  </a:cubicBezTo>
                  <a:lnTo>
                    <a:pt x="6101" y="4151"/>
                  </a:lnTo>
                  <a:cubicBezTo>
                    <a:pt x="6101" y="4151"/>
                    <a:pt x="6101" y="4143"/>
                    <a:pt x="6108" y="4135"/>
                  </a:cubicBezTo>
                  <a:close/>
                  <a:moveTo>
                    <a:pt x="2076" y="1"/>
                  </a:moveTo>
                  <a:lnTo>
                    <a:pt x="179" y="2691"/>
                  </a:lnTo>
                  <a:cubicBezTo>
                    <a:pt x="69" y="2846"/>
                    <a:pt x="10" y="3024"/>
                    <a:pt x="1" y="3202"/>
                  </a:cubicBezTo>
                  <a:cubicBezTo>
                    <a:pt x="862" y="2661"/>
                    <a:pt x="2121" y="2313"/>
                    <a:pt x="3522" y="2313"/>
                  </a:cubicBezTo>
                  <a:cubicBezTo>
                    <a:pt x="4811" y="2313"/>
                    <a:pt x="5982" y="2602"/>
                    <a:pt x="6826" y="3068"/>
                  </a:cubicBezTo>
                  <a:cubicBezTo>
                    <a:pt x="7664" y="2231"/>
                    <a:pt x="8982" y="1683"/>
                    <a:pt x="10472" y="1683"/>
                  </a:cubicBezTo>
                  <a:cubicBezTo>
                    <a:pt x="12524" y="1683"/>
                    <a:pt x="14265" y="2720"/>
                    <a:pt x="14843" y="4151"/>
                  </a:cubicBezTo>
                  <a:lnTo>
                    <a:pt x="14850" y="1"/>
                  </a:lnTo>
                  <a:close/>
                </a:path>
              </a:pathLst>
            </a:custGeom>
            <a:solidFill>
              <a:srgbClr val="DFD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37"/>
            <p:cNvSpPr/>
            <p:nvPr/>
          </p:nvSpPr>
          <p:spPr>
            <a:xfrm>
              <a:off x="6429914" y="3718848"/>
              <a:ext cx="553629" cy="671866"/>
            </a:xfrm>
            <a:custGeom>
              <a:avLst/>
              <a:gdLst/>
              <a:ahLst/>
              <a:cxnLst/>
              <a:rect l="l" t="t" r="r" b="b"/>
              <a:pathLst>
                <a:path w="6663" h="8086" extrusionOk="0">
                  <a:moveTo>
                    <a:pt x="1" y="1"/>
                  </a:moveTo>
                  <a:lnTo>
                    <a:pt x="1" y="8085"/>
                  </a:lnTo>
                  <a:lnTo>
                    <a:pt x="6662" y="8085"/>
                  </a:lnTo>
                  <a:lnTo>
                    <a:pt x="6662" y="1"/>
                  </a:lnTo>
                  <a:close/>
                </a:path>
              </a:pathLst>
            </a:custGeom>
            <a:solidFill>
              <a:srgbClr val="B5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37"/>
            <p:cNvSpPr/>
            <p:nvPr/>
          </p:nvSpPr>
          <p:spPr>
            <a:xfrm>
              <a:off x="6429914" y="3960141"/>
              <a:ext cx="553629" cy="34649"/>
            </a:xfrm>
            <a:custGeom>
              <a:avLst/>
              <a:gdLst/>
              <a:ahLst/>
              <a:cxnLst/>
              <a:rect l="l" t="t" r="r" b="b"/>
              <a:pathLst>
                <a:path w="6663" h="417" extrusionOk="0">
                  <a:moveTo>
                    <a:pt x="1" y="1"/>
                  </a:moveTo>
                  <a:lnTo>
                    <a:pt x="1" y="417"/>
                  </a:lnTo>
                  <a:lnTo>
                    <a:pt x="6662" y="417"/>
                  </a:lnTo>
                  <a:lnTo>
                    <a:pt x="6662"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37"/>
            <p:cNvSpPr/>
            <p:nvPr/>
          </p:nvSpPr>
          <p:spPr>
            <a:xfrm>
              <a:off x="6429914" y="4086355"/>
              <a:ext cx="553629" cy="116492"/>
            </a:xfrm>
            <a:custGeom>
              <a:avLst/>
              <a:gdLst/>
              <a:ahLst/>
              <a:cxnLst/>
              <a:rect l="l" t="t" r="r" b="b"/>
              <a:pathLst>
                <a:path w="6663" h="1402" extrusionOk="0">
                  <a:moveTo>
                    <a:pt x="1" y="0"/>
                  </a:moveTo>
                  <a:lnTo>
                    <a:pt x="1" y="1402"/>
                  </a:lnTo>
                  <a:lnTo>
                    <a:pt x="6662" y="1402"/>
                  </a:lnTo>
                  <a:lnTo>
                    <a:pt x="6662" y="0"/>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37"/>
            <p:cNvSpPr/>
            <p:nvPr/>
          </p:nvSpPr>
          <p:spPr>
            <a:xfrm>
              <a:off x="6826336" y="4081452"/>
              <a:ext cx="68549" cy="125134"/>
            </a:xfrm>
            <a:custGeom>
              <a:avLst/>
              <a:gdLst/>
              <a:ahLst/>
              <a:cxnLst/>
              <a:rect l="l" t="t" r="r" b="b"/>
              <a:pathLst>
                <a:path w="825" h="1506" extrusionOk="0">
                  <a:moveTo>
                    <a:pt x="743" y="82"/>
                  </a:moveTo>
                  <a:lnTo>
                    <a:pt x="743" y="1423"/>
                  </a:lnTo>
                  <a:lnTo>
                    <a:pt x="83" y="1423"/>
                  </a:lnTo>
                  <a:lnTo>
                    <a:pt x="83" y="82"/>
                  </a:lnTo>
                  <a:close/>
                  <a:moveTo>
                    <a:pt x="1" y="1"/>
                  </a:moveTo>
                  <a:lnTo>
                    <a:pt x="1" y="1505"/>
                  </a:lnTo>
                  <a:lnTo>
                    <a:pt x="824" y="1505"/>
                  </a:lnTo>
                  <a:lnTo>
                    <a:pt x="824" y="1"/>
                  </a:lnTo>
                  <a:close/>
                </a:path>
              </a:pathLst>
            </a:custGeom>
            <a:solidFill>
              <a:srgbClr val="B5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37"/>
            <p:cNvSpPr/>
            <p:nvPr/>
          </p:nvSpPr>
          <p:spPr>
            <a:xfrm>
              <a:off x="6703280" y="4081452"/>
              <a:ext cx="68466" cy="125134"/>
            </a:xfrm>
            <a:custGeom>
              <a:avLst/>
              <a:gdLst/>
              <a:ahLst/>
              <a:cxnLst/>
              <a:rect l="l" t="t" r="r" b="b"/>
              <a:pathLst>
                <a:path w="824" h="1506" extrusionOk="0">
                  <a:moveTo>
                    <a:pt x="742" y="82"/>
                  </a:moveTo>
                  <a:lnTo>
                    <a:pt x="742" y="1423"/>
                  </a:lnTo>
                  <a:lnTo>
                    <a:pt x="82" y="1423"/>
                  </a:lnTo>
                  <a:lnTo>
                    <a:pt x="82" y="82"/>
                  </a:lnTo>
                  <a:close/>
                  <a:moveTo>
                    <a:pt x="1" y="1"/>
                  </a:moveTo>
                  <a:lnTo>
                    <a:pt x="1" y="1505"/>
                  </a:lnTo>
                  <a:lnTo>
                    <a:pt x="824" y="1505"/>
                  </a:lnTo>
                  <a:lnTo>
                    <a:pt x="824" y="1"/>
                  </a:lnTo>
                  <a:close/>
                </a:path>
              </a:pathLst>
            </a:custGeom>
            <a:solidFill>
              <a:srgbClr val="B5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37"/>
            <p:cNvSpPr/>
            <p:nvPr/>
          </p:nvSpPr>
          <p:spPr>
            <a:xfrm>
              <a:off x="6950223" y="4081452"/>
              <a:ext cx="36393" cy="125134"/>
            </a:xfrm>
            <a:custGeom>
              <a:avLst/>
              <a:gdLst/>
              <a:ahLst/>
              <a:cxnLst/>
              <a:rect l="l" t="t" r="r" b="b"/>
              <a:pathLst>
                <a:path w="438" h="1506" extrusionOk="0">
                  <a:moveTo>
                    <a:pt x="363" y="82"/>
                  </a:moveTo>
                  <a:lnTo>
                    <a:pt x="363" y="1423"/>
                  </a:lnTo>
                  <a:lnTo>
                    <a:pt x="75" y="1423"/>
                  </a:lnTo>
                  <a:lnTo>
                    <a:pt x="75" y="82"/>
                  </a:lnTo>
                  <a:close/>
                  <a:moveTo>
                    <a:pt x="0" y="1"/>
                  </a:moveTo>
                  <a:lnTo>
                    <a:pt x="0" y="1505"/>
                  </a:lnTo>
                  <a:lnTo>
                    <a:pt x="438" y="1505"/>
                  </a:lnTo>
                  <a:lnTo>
                    <a:pt x="438" y="1"/>
                  </a:lnTo>
                  <a:close/>
                </a:path>
              </a:pathLst>
            </a:custGeom>
            <a:solidFill>
              <a:srgbClr val="B5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37"/>
            <p:cNvSpPr/>
            <p:nvPr/>
          </p:nvSpPr>
          <p:spPr>
            <a:xfrm>
              <a:off x="6887989" y="4081452"/>
              <a:ext cx="68466" cy="125134"/>
            </a:xfrm>
            <a:custGeom>
              <a:avLst/>
              <a:gdLst/>
              <a:ahLst/>
              <a:cxnLst/>
              <a:rect l="l" t="t" r="r" b="b"/>
              <a:pathLst>
                <a:path w="824" h="1506" extrusionOk="0">
                  <a:moveTo>
                    <a:pt x="749" y="82"/>
                  </a:moveTo>
                  <a:lnTo>
                    <a:pt x="749" y="1423"/>
                  </a:lnTo>
                  <a:lnTo>
                    <a:pt x="82" y="1423"/>
                  </a:lnTo>
                  <a:lnTo>
                    <a:pt x="82" y="82"/>
                  </a:lnTo>
                  <a:close/>
                  <a:moveTo>
                    <a:pt x="1" y="1"/>
                  </a:moveTo>
                  <a:lnTo>
                    <a:pt x="1" y="1505"/>
                  </a:lnTo>
                  <a:lnTo>
                    <a:pt x="824" y="1505"/>
                  </a:lnTo>
                  <a:lnTo>
                    <a:pt x="824" y="1"/>
                  </a:lnTo>
                  <a:close/>
                </a:path>
              </a:pathLst>
            </a:custGeom>
            <a:solidFill>
              <a:srgbClr val="B5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37"/>
            <p:cNvSpPr/>
            <p:nvPr/>
          </p:nvSpPr>
          <p:spPr>
            <a:xfrm>
              <a:off x="6764933" y="4081452"/>
              <a:ext cx="68300" cy="125134"/>
            </a:xfrm>
            <a:custGeom>
              <a:avLst/>
              <a:gdLst/>
              <a:ahLst/>
              <a:cxnLst/>
              <a:rect l="l" t="t" r="r" b="b"/>
              <a:pathLst>
                <a:path w="822" h="1506" extrusionOk="0">
                  <a:moveTo>
                    <a:pt x="740" y="82"/>
                  </a:moveTo>
                  <a:lnTo>
                    <a:pt x="740" y="1423"/>
                  </a:lnTo>
                  <a:lnTo>
                    <a:pt x="82" y="1423"/>
                  </a:lnTo>
                  <a:lnTo>
                    <a:pt x="82" y="82"/>
                  </a:lnTo>
                  <a:close/>
                  <a:moveTo>
                    <a:pt x="0" y="1"/>
                  </a:moveTo>
                  <a:lnTo>
                    <a:pt x="0" y="1505"/>
                  </a:lnTo>
                  <a:lnTo>
                    <a:pt x="822" y="1505"/>
                  </a:lnTo>
                  <a:lnTo>
                    <a:pt x="822" y="1"/>
                  </a:lnTo>
                  <a:close/>
                </a:path>
              </a:pathLst>
            </a:custGeom>
            <a:solidFill>
              <a:srgbClr val="B5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37"/>
            <p:cNvSpPr/>
            <p:nvPr/>
          </p:nvSpPr>
          <p:spPr>
            <a:xfrm>
              <a:off x="6426258" y="4081452"/>
              <a:ext cx="36975" cy="125134"/>
            </a:xfrm>
            <a:custGeom>
              <a:avLst/>
              <a:gdLst/>
              <a:ahLst/>
              <a:cxnLst/>
              <a:rect l="l" t="t" r="r" b="b"/>
              <a:pathLst>
                <a:path w="445" h="1506" extrusionOk="0">
                  <a:moveTo>
                    <a:pt x="363" y="82"/>
                  </a:moveTo>
                  <a:lnTo>
                    <a:pt x="363" y="1423"/>
                  </a:lnTo>
                  <a:lnTo>
                    <a:pt x="82" y="1423"/>
                  </a:lnTo>
                  <a:lnTo>
                    <a:pt x="82" y="82"/>
                  </a:lnTo>
                  <a:close/>
                  <a:moveTo>
                    <a:pt x="0" y="1"/>
                  </a:moveTo>
                  <a:lnTo>
                    <a:pt x="0" y="1505"/>
                  </a:lnTo>
                  <a:lnTo>
                    <a:pt x="445" y="1505"/>
                  </a:lnTo>
                  <a:lnTo>
                    <a:pt x="445" y="1"/>
                  </a:lnTo>
                  <a:close/>
                </a:path>
              </a:pathLst>
            </a:custGeom>
            <a:solidFill>
              <a:srgbClr val="B5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37"/>
            <p:cNvSpPr/>
            <p:nvPr/>
          </p:nvSpPr>
          <p:spPr>
            <a:xfrm>
              <a:off x="6456336" y="4081452"/>
              <a:ext cx="68549" cy="125134"/>
            </a:xfrm>
            <a:custGeom>
              <a:avLst/>
              <a:gdLst/>
              <a:ahLst/>
              <a:cxnLst/>
              <a:rect l="l" t="t" r="r" b="b"/>
              <a:pathLst>
                <a:path w="825" h="1506" extrusionOk="0">
                  <a:moveTo>
                    <a:pt x="750" y="82"/>
                  </a:moveTo>
                  <a:lnTo>
                    <a:pt x="750" y="1423"/>
                  </a:lnTo>
                  <a:lnTo>
                    <a:pt x="83" y="1423"/>
                  </a:lnTo>
                  <a:lnTo>
                    <a:pt x="83" y="82"/>
                  </a:lnTo>
                  <a:close/>
                  <a:moveTo>
                    <a:pt x="1" y="1"/>
                  </a:moveTo>
                  <a:lnTo>
                    <a:pt x="1" y="1505"/>
                  </a:lnTo>
                  <a:lnTo>
                    <a:pt x="824" y="1505"/>
                  </a:lnTo>
                  <a:lnTo>
                    <a:pt x="824" y="1"/>
                  </a:lnTo>
                  <a:close/>
                </a:path>
              </a:pathLst>
            </a:custGeom>
            <a:solidFill>
              <a:srgbClr val="B5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37"/>
            <p:cNvSpPr/>
            <p:nvPr/>
          </p:nvSpPr>
          <p:spPr>
            <a:xfrm>
              <a:off x="6518571" y="4081452"/>
              <a:ext cx="67801" cy="125134"/>
            </a:xfrm>
            <a:custGeom>
              <a:avLst/>
              <a:gdLst/>
              <a:ahLst/>
              <a:cxnLst/>
              <a:rect l="l" t="t" r="r" b="b"/>
              <a:pathLst>
                <a:path w="816" h="1506" extrusionOk="0">
                  <a:moveTo>
                    <a:pt x="742" y="82"/>
                  </a:moveTo>
                  <a:lnTo>
                    <a:pt x="742" y="1423"/>
                  </a:lnTo>
                  <a:lnTo>
                    <a:pt x="75" y="1423"/>
                  </a:lnTo>
                  <a:lnTo>
                    <a:pt x="75" y="82"/>
                  </a:lnTo>
                  <a:close/>
                  <a:moveTo>
                    <a:pt x="1" y="1"/>
                  </a:moveTo>
                  <a:lnTo>
                    <a:pt x="1" y="1505"/>
                  </a:lnTo>
                  <a:lnTo>
                    <a:pt x="815" y="1505"/>
                  </a:lnTo>
                  <a:lnTo>
                    <a:pt x="815" y="1"/>
                  </a:lnTo>
                  <a:close/>
                </a:path>
              </a:pathLst>
            </a:custGeom>
            <a:solidFill>
              <a:srgbClr val="B5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37"/>
            <p:cNvSpPr/>
            <p:nvPr/>
          </p:nvSpPr>
          <p:spPr>
            <a:xfrm>
              <a:off x="6641627" y="4081452"/>
              <a:ext cx="68549" cy="125134"/>
            </a:xfrm>
            <a:custGeom>
              <a:avLst/>
              <a:gdLst/>
              <a:ahLst/>
              <a:cxnLst/>
              <a:rect l="l" t="t" r="r" b="b"/>
              <a:pathLst>
                <a:path w="825" h="1506" extrusionOk="0">
                  <a:moveTo>
                    <a:pt x="743" y="82"/>
                  </a:moveTo>
                  <a:lnTo>
                    <a:pt x="743" y="1423"/>
                  </a:lnTo>
                  <a:lnTo>
                    <a:pt x="83" y="1423"/>
                  </a:lnTo>
                  <a:lnTo>
                    <a:pt x="83" y="82"/>
                  </a:lnTo>
                  <a:close/>
                  <a:moveTo>
                    <a:pt x="1" y="1"/>
                  </a:moveTo>
                  <a:lnTo>
                    <a:pt x="1" y="1505"/>
                  </a:lnTo>
                  <a:lnTo>
                    <a:pt x="824" y="1505"/>
                  </a:lnTo>
                  <a:lnTo>
                    <a:pt x="824" y="1"/>
                  </a:lnTo>
                  <a:close/>
                </a:path>
              </a:pathLst>
            </a:custGeom>
            <a:solidFill>
              <a:srgbClr val="B5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37"/>
            <p:cNvSpPr/>
            <p:nvPr/>
          </p:nvSpPr>
          <p:spPr>
            <a:xfrm>
              <a:off x="6580224" y="4081452"/>
              <a:ext cx="68300" cy="125134"/>
            </a:xfrm>
            <a:custGeom>
              <a:avLst/>
              <a:gdLst/>
              <a:ahLst/>
              <a:cxnLst/>
              <a:rect l="l" t="t" r="r" b="b"/>
              <a:pathLst>
                <a:path w="822" h="1506" extrusionOk="0">
                  <a:moveTo>
                    <a:pt x="740" y="82"/>
                  </a:moveTo>
                  <a:lnTo>
                    <a:pt x="740" y="1423"/>
                  </a:lnTo>
                  <a:lnTo>
                    <a:pt x="73" y="1423"/>
                  </a:lnTo>
                  <a:lnTo>
                    <a:pt x="73" y="82"/>
                  </a:lnTo>
                  <a:close/>
                  <a:moveTo>
                    <a:pt x="0" y="1"/>
                  </a:moveTo>
                  <a:lnTo>
                    <a:pt x="0" y="1505"/>
                  </a:lnTo>
                  <a:lnTo>
                    <a:pt x="822" y="1505"/>
                  </a:lnTo>
                  <a:lnTo>
                    <a:pt x="822" y="1"/>
                  </a:lnTo>
                  <a:close/>
                </a:path>
              </a:pathLst>
            </a:custGeom>
            <a:solidFill>
              <a:srgbClr val="B5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37"/>
            <p:cNvSpPr/>
            <p:nvPr/>
          </p:nvSpPr>
          <p:spPr>
            <a:xfrm>
              <a:off x="6593020" y="3340123"/>
              <a:ext cx="173741" cy="1050590"/>
            </a:xfrm>
            <a:custGeom>
              <a:avLst/>
              <a:gdLst/>
              <a:ahLst/>
              <a:cxnLst/>
              <a:rect l="l" t="t" r="r" b="b"/>
              <a:pathLst>
                <a:path w="2091" h="12644" extrusionOk="0">
                  <a:moveTo>
                    <a:pt x="565" y="1"/>
                  </a:moveTo>
                  <a:lnTo>
                    <a:pt x="1" y="12613"/>
                  </a:lnTo>
                  <a:lnTo>
                    <a:pt x="2090" y="12643"/>
                  </a:lnTo>
                  <a:lnTo>
                    <a:pt x="1824" y="17"/>
                  </a:lnTo>
                  <a:lnTo>
                    <a:pt x="565"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37"/>
            <p:cNvSpPr/>
            <p:nvPr/>
          </p:nvSpPr>
          <p:spPr>
            <a:xfrm>
              <a:off x="6593020" y="3340871"/>
              <a:ext cx="99293" cy="1039871"/>
            </a:xfrm>
            <a:custGeom>
              <a:avLst/>
              <a:gdLst/>
              <a:ahLst/>
              <a:cxnLst/>
              <a:rect l="l" t="t" r="r" b="b"/>
              <a:pathLst>
                <a:path w="1195" h="12515" extrusionOk="0">
                  <a:moveTo>
                    <a:pt x="565" y="0"/>
                  </a:moveTo>
                  <a:lnTo>
                    <a:pt x="1" y="12515"/>
                  </a:lnTo>
                  <a:lnTo>
                    <a:pt x="1047" y="12515"/>
                  </a:lnTo>
                  <a:lnTo>
                    <a:pt x="1194" y="8"/>
                  </a:lnTo>
                  <a:lnTo>
                    <a:pt x="565" y="0"/>
                  </a:lnTo>
                  <a:close/>
                </a:path>
              </a:pathLst>
            </a:custGeom>
            <a:solidFill>
              <a:srgbClr val="9293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37"/>
            <p:cNvSpPr/>
            <p:nvPr/>
          </p:nvSpPr>
          <p:spPr>
            <a:xfrm>
              <a:off x="6626339" y="3592634"/>
              <a:ext cx="124469" cy="62899"/>
            </a:xfrm>
            <a:custGeom>
              <a:avLst/>
              <a:gdLst/>
              <a:ahLst/>
              <a:cxnLst/>
              <a:rect l="l" t="t" r="r" b="b"/>
              <a:pathLst>
                <a:path w="1498" h="757" extrusionOk="0">
                  <a:moveTo>
                    <a:pt x="37" y="1"/>
                  </a:moveTo>
                  <a:lnTo>
                    <a:pt x="0" y="734"/>
                  </a:lnTo>
                  <a:lnTo>
                    <a:pt x="749" y="741"/>
                  </a:lnTo>
                  <a:lnTo>
                    <a:pt x="1497" y="757"/>
                  </a:lnTo>
                  <a:lnTo>
                    <a:pt x="1483" y="22"/>
                  </a:lnTo>
                  <a:lnTo>
                    <a:pt x="756" y="15"/>
                  </a:lnTo>
                  <a:lnTo>
                    <a:pt x="37"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37"/>
            <p:cNvSpPr/>
            <p:nvPr/>
          </p:nvSpPr>
          <p:spPr>
            <a:xfrm>
              <a:off x="6618944" y="3735383"/>
              <a:ext cx="135520" cy="90651"/>
            </a:xfrm>
            <a:custGeom>
              <a:avLst/>
              <a:gdLst/>
              <a:ahLst/>
              <a:cxnLst/>
              <a:rect l="l" t="t" r="r" b="b"/>
              <a:pathLst>
                <a:path w="1631" h="1091" extrusionOk="0">
                  <a:moveTo>
                    <a:pt x="45" y="1"/>
                  </a:moveTo>
                  <a:lnTo>
                    <a:pt x="0" y="1068"/>
                  </a:lnTo>
                  <a:lnTo>
                    <a:pt x="816" y="1077"/>
                  </a:lnTo>
                  <a:lnTo>
                    <a:pt x="1631" y="1091"/>
                  </a:lnTo>
                  <a:lnTo>
                    <a:pt x="1608" y="17"/>
                  </a:lnTo>
                  <a:lnTo>
                    <a:pt x="831" y="10"/>
                  </a:lnTo>
                  <a:lnTo>
                    <a:pt x="45"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37"/>
            <p:cNvSpPr/>
            <p:nvPr/>
          </p:nvSpPr>
          <p:spPr>
            <a:xfrm>
              <a:off x="5886256" y="2611175"/>
              <a:ext cx="321475" cy="256914"/>
            </a:xfrm>
            <a:custGeom>
              <a:avLst/>
              <a:gdLst/>
              <a:ahLst/>
              <a:cxnLst/>
              <a:rect l="l" t="t" r="r" b="b"/>
              <a:pathLst>
                <a:path w="3869" h="3092" extrusionOk="0">
                  <a:moveTo>
                    <a:pt x="3647" y="1"/>
                  </a:moveTo>
                  <a:cubicBezTo>
                    <a:pt x="2706" y="1"/>
                    <a:pt x="1898" y="579"/>
                    <a:pt x="1557" y="1393"/>
                  </a:cubicBezTo>
                  <a:cubicBezTo>
                    <a:pt x="1505" y="1386"/>
                    <a:pt x="1445" y="1386"/>
                    <a:pt x="1393" y="1386"/>
                  </a:cubicBezTo>
                  <a:cubicBezTo>
                    <a:pt x="623" y="1386"/>
                    <a:pt x="1" y="2009"/>
                    <a:pt x="1" y="2772"/>
                  </a:cubicBezTo>
                  <a:cubicBezTo>
                    <a:pt x="1" y="2884"/>
                    <a:pt x="15" y="2987"/>
                    <a:pt x="38" y="3092"/>
                  </a:cubicBezTo>
                  <a:lnTo>
                    <a:pt x="3869" y="3092"/>
                  </a:lnTo>
                  <a:lnTo>
                    <a:pt x="3869" y="2217"/>
                  </a:lnTo>
                  <a:lnTo>
                    <a:pt x="3869" y="8"/>
                  </a:lnTo>
                  <a:cubicBezTo>
                    <a:pt x="3794" y="1"/>
                    <a:pt x="3721" y="1"/>
                    <a:pt x="3647" y="1"/>
                  </a:cubicBez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37"/>
            <p:cNvSpPr/>
            <p:nvPr/>
          </p:nvSpPr>
          <p:spPr>
            <a:xfrm>
              <a:off x="6203411" y="2610012"/>
              <a:ext cx="391022" cy="258659"/>
            </a:xfrm>
            <a:custGeom>
              <a:avLst/>
              <a:gdLst/>
              <a:ahLst/>
              <a:cxnLst/>
              <a:rect l="l" t="t" r="r" b="b"/>
              <a:pathLst>
                <a:path w="4706" h="3113" extrusionOk="0">
                  <a:moveTo>
                    <a:pt x="0" y="1"/>
                  </a:moveTo>
                  <a:lnTo>
                    <a:pt x="0" y="8"/>
                  </a:lnTo>
                  <a:lnTo>
                    <a:pt x="0" y="2231"/>
                  </a:lnTo>
                  <a:lnTo>
                    <a:pt x="0" y="3113"/>
                  </a:lnTo>
                  <a:lnTo>
                    <a:pt x="3061" y="3113"/>
                  </a:lnTo>
                  <a:cubicBezTo>
                    <a:pt x="3075" y="3097"/>
                    <a:pt x="3089" y="3090"/>
                    <a:pt x="3105" y="3075"/>
                  </a:cubicBezTo>
                  <a:cubicBezTo>
                    <a:pt x="3112" y="3090"/>
                    <a:pt x="3120" y="3097"/>
                    <a:pt x="3120" y="3113"/>
                  </a:cubicBezTo>
                  <a:lnTo>
                    <a:pt x="4638" y="3113"/>
                  </a:lnTo>
                  <a:cubicBezTo>
                    <a:pt x="4683" y="3017"/>
                    <a:pt x="4706" y="2912"/>
                    <a:pt x="4706" y="2794"/>
                  </a:cubicBezTo>
                  <a:cubicBezTo>
                    <a:pt x="4706" y="2341"/>
                    <a:pt x="4334" y="1971"/>
                    <a:pt x="3883" y="1971"/>
                  </a:cubicBezTo>
                  <a:cubicBezTo>
                    <a:pt x="3719" y="1971"/>
                    <a:pt x="3571" y="2016"/>
                    <a:pt x="3445" y="2097"/>
                  </a:cubicBezTo>
                  <a:cubicBezTo>
                    <a:pt x="3363" y="1571"/>
                    <a:pt x="2904" y="1171"/>
                    <a:pt x="2357" y="1171"/>
                  </a:cubicBezTo>
                  <a:cubicBezTo>
                    <a:pt x="2172" y="1171"/>
                    <a:pt x="1994" y="1215"/>
                    <a:pt x="1837" y="1297"/>
                  </a:cubicBezTo>
                  <a:cubicBezTo>
                    <a:pt x="1505" y="593"/>
                    <a:pt x="815" y="82"/>
                    <a:pt x="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37"/>
            <p:cNvSpPr/>
            <p:nvPr/>
          </p:nvSpPr>
          <p:spPr>
            <a:xfrm>
              <a:off x="7406388" y="3808668"/>
              <a:ext cx="625086" cy="580051"/>
            </a:xfrm>
            <a:custGeom>
              <a:avLst/>
              <a:gdLst/>
              <a:ahLst/>
              <a:cxnLst/>
              <a:rect l="l" t="t" r="r" b="b"/>
              <a:pathLst>
                <a:path w="7523" h="6981" extrusionOk="0">
                  <a:moveTo>
                    <a:pt x="0" y="1"/>
                  </a:moveTo>
                  <a:lnTo>
                    <a:pt x="0" y="6981"/>
                  </a:lnTo>
                  <a:lnTo>
                    <a:pt x="7523" y="6981"/>
                  </a:lnTo>
                  <a:lnTo>
                    <a:pt x="7523"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37"/>
            <p:cNvSpPr/>
            <p:nvPr/>
          </p:nvSpPr>
          <p:spPr>
            <a:xfrm>
              <a:off x="8031391" y="3821713"/>
              <a:ext cx="665" cy="559030"/>
            </a:xfrm>
            <a:custGeom>
              <a:avLst/>
              <a:gdLst/>
              <a:ahLst/>
              <a:cxnLst/>
              <a:rect l="l" t="t" r="r" b="b"/>
              <a:pathLst>
                <a:path w="8" h="6728" extrusionOk="0">
                  <a:moveTo>
                    <a:pt x="1" y="0"/>
                  </a:moveTo>
                  <a:lnTo>
                    <a:pt x="1" y="6728"/>
                  </a:lnTo>
                  <a:lnTo>
                    <a:pt x="8" y="6728"/>
                  </a:lnTo>
                  <a:lnTo>
                    <a:pt x="8" y="0"/>
                  </a:lnTo>
                  <a:close/>
                </a:path>
              </a:pathLst>
            </a:custGeom>
            <a:solidFill>
              <a:srgbClr val="525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37"/>
            <p:cNvSpPr/>
            <p:nvPr/>
          </p:nvSpPr>
          <p:spPr>
            <a:xfrm>
              <a:off x="7876843" y="3821713"/>
              <a:ext cx="154630" cy="525212"/>
            </a:xfrm>
            <a:custGeom>
              <a:avLst/>
              <a:gdLst/>
              <a:ahLst/>
              <a:cxnLst/>
              <a:rect l="l" t="t" r="r" b="b"/>
              <a:pathLst>
                <a:path w="1861" h="6321" extrusionOk="0">
                  <a:moveTo>
                    <a:pt x="0" y="0"/>
                  </a:moveTo>
                  <a:lnTo>
                    <a:pt x="0" y="6321"/>
                  </a:lnTo>
                  <a:lnTo>
                    <a:pt x="1861" y="6321"/>
                  </a:lnTo>
                  <a:lnTo>
                    <a:pt x="1861" y="0"/>
                  </a:lnTo>
                  <a:close/>
                </a:path>
              </a:pathLst>
            </a:custGeom>
            <a:solidFill>
              <a:srgbClr val="858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37"/>
            <p:cNvSpPr/>
            <p:nvPr/>
          </p:nvSpPr>
          <p:spPr>
            <a:xfrm>
              <a:off x="7380463" y="3796454"/>
              <a:ext cx="676103" cy="25342"/>
            </a:xfrm>
            <a:custGeom>
              <a:avLst/>
              <a:gdLst/>
              <a:ahLst/>
              <a:cxnLst/>
              <a:rect l="l" t="t" r="r" b="b"/>
              <a:pathLst>
                <a:path w="8137" h="305" extrusionOk="0">
                  <a:moveTo>
                    <a:pt x="150" y="0"/>
                  </a:moveTo>
                  <a:cubicBezTo>
                    <a:pt x="68" y="0"/>
                    <a:pt x="1" y="66"/>
                    <a:pt x="1" y="148"/>
                  </a:cubicBezTo>
                  <a:cubicBezTo>
                    <a:pt x="1" y="237"/>
                    <a:pt x="68" y="304"/>
                    <a:pt x="150" y="304"/>
                  </a:cubicBezTo>
                  <a:lnTo>
                    <a:pt x="7989" y="304"/>
                  </a:lnTo>
                  <a:cubicBezTo>
                    <a:pt x="8071" y="304"/>
                    <a:pt x="8137" y="237"/>
                    <a:pt x="8137" y="148"/>
                  </a:cubicBezTo>
                  <a:cubicBezTo>
                    <a:pt x="8137" y="66"/>
                    <a:pt x="8071" y="0"/>
                    <a:pt x="7989" y="0"/>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37"/>
            <p:cNvSpPr/>
            <p:nvPr/>
          </p:nvSpPr>
          <p:spPr>
            <a:xfrm>
              <a:off x="7949381" y="3921421"/>
              <a:ext cx="39551" cy="57914"/>
            </a:xfrm>
            <a:custGeom>
              <a:avLst/>
              <a:gdLst/>
              <a:ahLst/>
              <a:cxnLst/>
              <a:rect l="l" t="t" r="r" b="b"/>
              <a:pathLst>
                <a:path w="476" h="697" extrusionOk="0">
                  <a:moveTo>
                    <a:pt x="1" y="1"/>
                  </a:moveTo>
                  <a:lnTo>
                    <a:pt x="1" y="696"/>
                  </a:lnTo>
                  <a:lnTo>
                    <a:pt x="475" y="696"/>
                  </a:lnTo>
                  <a:lnTo>
                    <a:pt x="475"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37"/>
            <p:cNvSpPr/>
            <p:nvPr/>
          </p:nvSpPr>
          <p:spPr>
            <a:xfrm>
              <a:off x="7878588" y="3921421"/>
              <a:ext cx="38969" cy="57914"/>
            </a:xfrm>
            <a:custGeom>
              <a:avLst/>
              <a:gdLst/>
              <a:ahLst/>
              <a:cxnLst/>
              <a:rect l="l" t="t" r="r" b="b"/>
              <a:pathLst>
                <a:path w="469" h="697" extrusionOk="0">
                  <a:moveTo>
                    <a:pt x="1" y="1"/>
                  </a:moveTo>
                  <a:lnTo>
                    <a:pt x="1" y="696"/>
                  </a:lnTo>
                  <a:lnTo>
                    <a:pt x="468" y="696"/>
                  </a:lnTo>
                  <a:lnTo>
                    <a:pt x="468"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37"/>
            <p:cNvSpPr/>
            <p:nvPr/>
          </p:nvSpPr>
          <p:spPr>
            <a:xfrm>
              <a:off x="7807214" y="3921421"/>
              <a:ext cx="38803" cy="57914"/>
            </a:xfrm>
            <a:custGeom>
              <a:avLst/>
              <a:gdLst/>
              <a:ahLst/>
              <a:cxnLst/>
              <a:rect l="l" t="t" r="r" b="b"/>
              <a:pathLst>
                <a:path w="467" h="697" extrusionOk="0">
                  <a:moveTo>
                    <a:pt x="1" y="1"/>
                  </a:moveTo>
                  <a:lnTo>
                    <a:pt x="1" y="696"/>
                  </a:lnTo>
                  <a:lnTo>
                    <a:pt x="467" y="696"/>
                  </a:lnTo>
                  <a:lnTo>
                    <a:pt x="467"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37"/>
            <p:cNvSpPr/>
            <p:nvPr/>
          </p:nvSpPr>
          <p:spPr>
            <a:xfrm>
              <a:off x="7735839" y="3921421"/>
              <a:ext cx="38803" cy="57914"/>
            </a:xfrm>
            <a:custGeom>
              <a:avLst/>
              <a:gdLst/>
              <a:ahLst/>
              <a:cxnLst/>
              <a:rect l="l" t="t" r="r" b="b"/>
              <a:pathLst>
                <a:path w="467" h="697" extrusionOk="0">
                  <a:moveTo>
                    <a:pt x="1" y="1"/>
                  </a:moveTo>
                  <a:lnTo>
                    <a:pt x="1" y="696"/>
                  </a:lnTo>
                  <a:lnTo>
                    <a:pt x="467" y="696"/>
                  </a:lnTo>
                  <a:lnTo>
                    <a:pt x="467"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37"/>
            <p:cNvSpPr/>
            <p:nvPr/>
          </p:nvSpPr>
          <p:spPr>
            <a:xfrm>
              <a:off x="7664382" y="3921421"/>
              <a:ext cx="38886" cy="57914"/>
            </a:xfrm>
            <a:custGeom>
              <a:avLst/>
              <a:gdLst/>
              <a:ahLst/>
              <a:cxnLst/>
              <a:rect l="l" t="t" r="r" b="b"/>
              <a:pathLst>
                <a:path w="468" h="697" extrusionOk="0">
                  <a:moveTo>
                    <a:pt x="0" y="1"/>
                  </a:moveTo>
                  <a:lnTo>
                    <a:pt x="0" y="696"/>
                  </a:lnTo>
                  <a:lnTo>
                    <a:pt x="468" y="696"/>
                  </a:lnTo>
                  <a:lnTo>
                    <a:pt x="468"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37"/>
            <p:cNvSpPr/>
            <p:nvPr/>
          </p:nvSpPr>
          <p:spPr>
            <a:xfrm>
              <a:off x="7593008" y="3921421"/>
              <a:ext cx="38803" cy="57914"/>
            </a:xfrm>
            <a:custGeom>
              <a:avLst/>
              <a:gdLst/>
              <a:ahLst/>
              <a:cxnLst/>
              <a:rect l="l" t="t" r="r" b="b"/>
              <a:pathLst>
                <a:path w="467" h="697" extrusionOk="0">
                  <a:moveTo>
                    <a:pt x="0" y="1"/>
                  </a:moveTo>
                  <a:lnTo>
                    <a:pt x="0" y="696"/>
                  </a:lnTo>
                  <a:lnTo>
                    <a:pt x="466" y="696"/>
                  </a:lnTo>
                  <a:lnTo>
                    <a:pt x="466"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37"/>
            <p:cNvSpPr/>
            <p:nvPr/>
          </p:nvSpPr>
          <p:spPr>
            <a:xfrm>
              <a:off x="7521633" y="3921421"/>
              <a:ext cx="38803" cy="57914"/>
            </a:xfrm>
            <a:custGeom>
              <a:avLst/>
              <a:gdLst/>
              <a:ahLst/>
              <a:cxnLst/>
              <a:rect l="l" t="t" r="r" b="b"/>
              <a:pathLst>
                <a:path w="467" h="697" extrusionOk="0">
                  <a:moveTo>
                    <a:pt x="0" y="1"/>
                  </a:moveTo>
                  <a:lnTo>
                    <a:pt x="0" y="696"/>
                  </a:lnTo>
                  <a:lnTo>
                    <a:pt x="466" y="696"/>
                  </a:lnTo>
                  <a:lnTo>
                    <a:pt x="466"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37"/>
            <p:cNvSpPr/>
            <p:nvPr/>
          </p:nvSpPr>
          <p:spPr>
            <a:xfrm>
              <a:off x="7450093" y="3921421"/>
              <a:ext cx="38969" cy="57914"/>
            </a:xfrm>
            <a:custGeom>
              <a:avLst/>
              <a:gdLst/>
              <a:ahLst/>
              <a:cxnLst/>
              <a:rect l="l" t="t" r="r" b="b"/>
              <a:pathLst>
                <a:path w="469" h="697" extrusionOk="0">
                  <a:moveTo>
                    <a:pt x="0" y="1"/>
                  </a:moveTo>
                  <a:lnTo>
                    <a:pt x="0" y="696"/>
                  </a:lnTo>
                  <a:lnTo>
                    <a:pt x="468" y="696"/>
                  </a:lnTo>
                  <a:lnTo>
                    <a:pt x="468"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37"/>
            <p:cNvSpPr/>
            <p:nvPr/>
          </p:nvSpPr>
          <p:spPr>
            <a:xfrm>
              <a:off x="7949381" y="4032845"/>
              <a:ext cx="39551" cy="57997"/>
            </a:xfrm>
            <a:custGeom>
              <a:avLst/>
              <a:gdLst/>
              <a:ahLst/>
              <a:cxnLst/>
              <a:rect l="l" t="t" r="r" b="b"/>
              <a:pathLst>
                <a:path w="476" h="698" extrusionOk="0">
                  <a:moveTo>
                    <a:pt x="1" y="1"/>
                  </a:moveTo>
                  <a:lnTo>
                    <a:pt x="1" y="698"/>
                  </a:lnTo>
                  <a:lnTo>
                    <a:pt x="475" y="698"/>
                  </a:lnTo>
                  <a:lnTo>
                    <a:pt x="475"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37"/>
            <p:cNvSpPr/>
            <p:nvPr/>
          </p:nvSpPr>
          <p:spPr>
            <a:xfrm>
              <a:off x="7878588" y="4032845"/>
              <a:ext cx="38969" cy="57997"/>
            </a:xfrm>
            <a:custGeom>
              <a:avLst/>
              <a:gdLst/>
              <a:ahLst/>
              <a:cxnLst/>
              <a:rect l="l" t="t" r="r" b="b"/>
              <a:pathLst>
                <a:path w="469" h="698" extrusionOk="0">
                  <a:moveTo>
                    <a:pt x="1" y="1"/>
                  </a:moveTo>
                  <a:lnTo>
                    <a:pt x="1" y="698"/>
                  </a:lnTo>
                  <a:lnTo>
                    <a:pt x="468" y="698"/>
                  </a:lnTo>
                  <a:lnTo>
                    <a:pt x="468"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37"/>
            <p:cNvSpPr/>
            <p:nvPr/>
          </p:nvSpPr>
          <p:spPr>
            <a:xfrm>
              <a:off x="7807214" y="4032845"/>
              <a:ext cx="38803" cy="57997"/>
            </a:xfrm>
            <a:custGeom>
              <a:avLst/>
              <a:gdLst/>
              <a:ahLst/>
              <a:cxnLst/>
              <a:rect l="l" t="t" r="r" b="b"/>
              <a:pathLst>
                <a:path w="467" h="698" extrusionOk="0">
                  <a:moveTo>
                    <a:pt x="1" y="1"/>
                  </a:moveTo>
                  <a:lnTo>
                    <a:pt x="1" y="698"/>
                  </a:lnTo>
                  <a:lnTo>
                    <a:pt x="467" y="698"/>
                  </a:lnTo>
                  <a:lnTo>
                    <a:pt x="467"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37"/>
            <p:cNvSpPr/>
            <p:nvPr/>
          </p:nvSpPr>
          <p:spPr>
            <a:xfrm>
              <a:off x="7735839" y="4032845"/>
              <a:ext cx="38803" cy="57997"/>
            </a:xfrm>
            <a:custGeom>
              <a:avLst/>
              <a:gdLst/>
              <a:ahLst/>
              <a:cxnLst/>
              <a:rect l="l" t="t" r="r" b="b"/>
              <a:pathLst>
                <a:path w="467" h="698" extrusionOk="0">
                  <a:moveTo>
                    <a:pt x="1" y="1"/>
                  </a:moveTo>
                  <a:lnTo>
                    <a:pt x="1" y="698"/>
                  </a:lnTo>
                  <a:lnTo>
                    <a:pt x="467" y="698"/>
                  </a:lnTo>
                  <a:lnTo>
                    <a:pt x="467"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37"/>
            <p:cNvSpPr/>
            <p:nvPr/>
          </p:nvSpPr>
          <p:spPr>
            <a:xfrm>
              <a:off x="7664382" y="4032845"/>
              <a:ext cx="38886" cy="57997"/>
            </a:xfrm>
            <a:custGeom>
              <a:avLst/>
              <a:gdLst/>
              <a:ahLst/>
              <a:cxnLst/>
              <a:rect l="l" t="t" r="r" b="b"/>
              <a:pathLst>
                <a:path w="468" h="698" extrusionOk="0">
                  <a:moveTo>
                    <a:pt x="0" y="1"/>
                  </a:moveTo>
                  <a:lnTo>
                    <a:pt x="0" y="698"/>
                  </a:lnTo>
                  <a:lnTo>
                    <a:pt x="468" y="698"/>
                  </a:lnTo>
                  <a:lnTo>
                    <a:pt x="468"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37"/>
            <p:cNvSpPr/>
            <p:nvPr/>
          </p:nvSpPr>
          <p:spPr>
            <a:xfrm>
              <a:off x="7593008" y="4032845"/>
              <a:ext cx="38803" cy="57997"/>
            </a:xfrm>
            <a:custGeom>
              <a:avLst/>
              <a:gdLst/>
              <a:ahLst/>
              <a:cxnLst/>
              <a:rect l="l" t="t" r="r" b="b"/>
              <a:pathLst>
                <a:path w="467" h="698" extrusionOk="0">
                  <a:moveTo>
                    <a:pt x="0" y="1"/>
                  </a:moveTo>
                  <a:lnTo>
                    <a:pt x="0" y="698"/>
                  </a:lnTo>
                  <a:lnTo>
                    <a:pt x="466" y="698"/>
                  </a:lnTo>
                  <a:lnTo>
                    <a:pt x="466"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37"/>
            <p:cNvSpPr/>
            <p:nvPr/>
          </p:nvSpPr>
          <p:spPr>
            <a:xfrm>
              <a:off x="7521633" y="4032845"/>
              <a:ext cx="38803" cy="57997"/>
            </a:xfrm>
            <a:custGeom>
              <a:avLst/>
              <a:gdLst/>
              <a:ahLst/>
              <a:cxnLst/>
              <a:rect l="l" t="t" r="r" b="b"/>
              <a:pathLst>
                <a:path w="467" h="698" extrusionOk="0">
                  <a:moveTo>
                    <a:pt x="0" y="1"/>
                  </a:moveTo>
                  <a:lnTo>
                    <a:pt x="0" y="698"/>
                  </a:lnTo>
                  <a:lnTo>
                    <a:pt x="466" y="698"/>
                  </a:lnTo>
                  <a:lnTo>
                    <a:pt x="466"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37"/>
            <p:cNvSpPr/>
            <p:nvPr/>
          </p:nvSpPr>
          <p:spPr>
            <a:xfrm>
              <a:off x="7450093" y="4032845"/>
              <a:ext cx="38969" cy="57997"/>
            </a:xfrm>
            <a:custGeom>
              <a:avLst/>
              <a:gdLst/>
              <a:ahLst/>
              <a:cxnLst/>
              <a:rect l="l" t="t" r="r" b="b"/>
              <a:pathLst>
                <a:path w="469" h="698" extrusionOk="0">
                  <a:moveTo>
                    <a:pt x="0" y="1"/>
                  </a:moveTo>
                  <a:lnTo>
                    <a:pt x="0" y="698"/>
                  </a:lnTo>
                  <a:lnTo>
                    <a:pt x="468" y="698"/>
                  </a:lnTo>
                  <a:lnTo>
                    <a:pt x="468"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37"/>
            <p:cNvSpPr/>
            <p:nvPr/>
          </p:nvSpPr>
          <p:spPr>
            <a:xfrm>
              <a:off x="7949381" y="4144268"/>
              <a:ext cx="39551" cy="58578"/>
            </a:xfrm>
            <a:custGeom>
              <a:avLst/>
              <a:gdLst/>
              <a:ahLst/>
              <a:cxnLst/>
              <a:rect l="l" t="t" r="r" b="b"/>
              <a:pathLst>
                <a:path w="476" h="705" extrusionOk="0">
                  <a:moveTo>
                    <a:pt x="1" y="0"/>
                  </a:moveTo>
                  <a:lnTo>
                    <a:pt x="1" y="705"/>
                  </a:lnTo>
                  <a:lnTo>
                    <a:pt x="475" y="705"/>
                  </a:lnTo>
                  <a:lnTo>
                    <a:pt x="475" y="0"/>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37"/>
            <p:cNvSpPr/>
            <p:nvPr/>
          </p:nvSpPr>
          <p:spPr>
            <a:xfrm>
              <a:off x="7878588" y="4144268"/>
              <a:ext cx="38969" cy="58578"/>
            </a:xfrm>
            <a:custGeom>
              <a:avLst/>
              <a:gdLst/>
              <a:ahLst/>
              <a:cxnLst/>
              <a:rect l="l" t="t" r="r" b="b"/>
              <a:pathLst>
                <a:path w="469" h="705" extrusionOk="0">
                  <a:moveTo>
                    <a:pt x="1" y="0"/>
                  </a:moveTo>
                  <a:lnTo>
                    <a:pt x="1" y="705"/>
                  </a:lnTo>
                  <a:lnTo>
                    <a:pt x="468" y="705"/>
                  </a:lnTo>
                  <a:lnTo>
                    <a:pt x="468" y="0"/>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37"/>
            <p:cNvSpPr/>
            <p:nvPr/>
          </p:nvSpPr>
          <p:spPr>
            <a:xfrm>
              <a:off x="7807214" y="4144268"/>
              <a:ext cx="38803" cy="58578"/>
            </a:xfrm>
            <a:custGeom>
              <a:avLst/>
              <a:gdLst/>
              <a:ahLst/>
              <a:cxnLst/>
              <a:rect l="l" t="t" r="r" b="b"/>
              <a:pathLst>
                <a:path w="467" h="705" extrusionOk="0">
                  <a:moveTo>
                    <a:pt x="1" y="0"/>
                  </a:moveTo>
                  <a:lnTo>
                    <a:pt x="1" y="705"/>
                  </a:lnTo>
                  <a:lnTo>
                    <a:pt x="467" y="705"/>
                  </a:lnTo>
                  <a:lnTo>
                    <a:pt x="467" y="0"/>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37"/>
            <p:cNvSpPr/>
            <p:nvPr/>
          </p:nvSpPr>
          <p:spPr>
            <a:xfrm>
              <a:off x="7735839" y="4144268"/>
              <a:ext cx="38803" cy="58578"/>
            </a:xfrm>
            <a:custGeom>
              <a:avLst/>
              <a:gdLst/>
              <a:ahLst/>
              <a:cxnLst/>
              <a:rect l="l" t="t" r="r" b="b"/>
              <a:pathLst>
                <a:path w="467" h="705" extrusionOk="0">
                  <a:moveTo>
                    <a:pt x="1" y="0"/>
                  </a:moveTo>
                  <a:lnTo>
                    <a:pt x="1" y="705"/>
                  </a:lnTo>
                  <a:lnTo>
                    <a:pt x="467" y="705"/>
                  </a:lnTo>
                  <a:lnTo>
                    <a:pt x="467" y="0"/>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37"/>
            <p:cNvSpPr/>
            <p:nvPr/>
          </p:nvSpPr>
          <p:spPr>
            <a:xfrm>
              <a:off x="7664382" y="4144268"/>
              <a:ext cx="38886" cy="58578"/>
            </a:xfrm>
            <a:custGeom>
              <a:avLst/>
              <a:gdLst/>
              <a:ahLst/>
              <a:cxnLst/>
              <a:rect l="l" t="t" r="r" b="b"/>
              <a:pathLst>
                <a:path w="468" h="705" extrusionOk="0">
                  <a:moveTo>
                    <a:pt x="0" y="0"/>
                  </a:moveTo>
                  <a:lnTo>
                    <a:pt x="0" y="705"/>
                  </a:lnTo>
                  <a:lnTo>
                    <a:pt x="468" y="705"/>
                  </a:lnTo>
                  <a:lnTo>
                    <a:pt x="468" y="0"/>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37"/>
            <p:cNvSpPr/>
            <p:nvPr/>
          </p:nvSpPr>
          <p:spPr>
            <a:xfrm>
              <a:off x="7593008" y="4144268"/>
              <a:ext cx="38803" cy="58578"/>
            </a:xfrm>
            <a:custGeom>
              <a:avLst/>
              <a:gdLst/>
              <a:ahLst/>
              <a:cxnLst/>
              <a:rect l="l" t="t" r="r" b="b"/>
              <a:pathLst>
                <a:path w="467" h="705" extrusionOk="0">
                  <a:moveTo>
                    <a:pt x="0" y="0"/>
                  </a:moveTo>
                  <a:lnTo>
                    <a:pt x="0" y="705"/>
                  </a:lnTo>
                  <a:lnTo>
                    <a:pt x="466" y="705"/>
                  </a:lnTo>
                  <a:lnTo>
                    <a:pt x="466" y="0"/>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37"/>
            <p:cNvSpPr/>
            <p:nvPr/>
          </p:nvSpPr>
          <p:spPr>
            <a:xfrm>
              <a:off x="7521633" y="4144268"/>
              <a:ext cx="38803" cy="58578"/>
            </a:xfrm>
            <a:custGeom>
              <a:avLst/>
              <a:gdLst/>
              <a:ahLst/>
              <a:cxnLst/>
              <a:rect l="l" t="t" r="r" b="b"/>
              <a:pathLst>
                <a:path w="467" h="705" extrusionOk="0">
                  <a:moveTo>
                    <a:pt x="0" y="0"/>
                  </a:moveTo>
                  <a:lnTo>
                    <a:pt x="0" y="705"/>
                  </a:lnTo>
                  <a:lnTo>
                    <a:pt x="466" y="705"/>
                  </a:lnTo>
                  <a:lnTo>
                    <a:pt x="466" y="0"/>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37"/>
            <p:cNvSpPr/>
            <p:nvPr/>
          </p:nvSpPr>
          <p:spPr>
            <a:xfrm>
              <a:off x="7450093" y="4144268"/>
              <a:ext cx="38969" cy="58578"/>
            </a:xfrm>
            <a:custGeom>
              <a:avLst/>
              <a:gdLst/>
              <a:ahLst/>
              <a:cxnLst/>
              <a:rect l="l" t="t" r="r" b="b"/>
              <a:pathLst>
                <a:path w="469" h="705" extrusionOk="0">
                  <a:moveTo>
                    <a:pt x="0" y="0"/>
                  </a:moveTo>
                  <a:lnTo>
                    <a:pt x="0" y="705"/>
                  </a:lnTo>
                  <a:lnTo>
                    <a:pt x="468" y="705"/>
                  </a:lnTo>
                  <a:lnTo>
                    <a:pt x="468" y="0"/>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37"/>
            <p:cNvSpPr/>
            <p:nvPr/>
          </p:nvSpPr>
          <p:spPr>
            <a:xfrm>
              <a:off x="7405723" y="4346842"/>
              <a:ext cx="625751" cy="37058"/>
            </a:xfrm>
            <a:custGeom>
              <a:avLst/>
              <a:gdLst/>
              <a:ahLst/>
              <a:cxnLst/>
              <a:rect l="l" t="t" r="r" b="b"/>
              <a:pathLst>
                <a:path w="7531" h="446" extrusionOk="0">
                  <a:moveTo>
                    <a:pt x="1" y="1"/>
                  </a:moveTo>
                  <a:lnTo>
                    <a:pt x="1" y="445"/>
                  </a:lnTo>
                  <a:lnTo>
                    <a:pt x="7531" y="445"/>
                  </a:lnTo>
                  <a:lnTo>
                    <a:pt x="7531"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37"/>
            <p:cNvSpPr/>
            <p:nvPr/>
          </p:nvSpPr>
          <p:spPr>
            <a:xfrm>
              <a:off x="6977809" y="3630772"/>
              <a:ext cx="519229" cy="759941"/>
            </a:xfrm>
            <a:custGeom>
              <a:avLst/>
              <a:gdLst/>
              <a:ahLst/>
              <a:cxnLst/>
              <a:rect l="l" t="t" r="r" b="b"/>
              <a:pathLst>
                <a:path w="6249" h="9146" extrusionOk="0">
                  <a:moveTo>
                    <a:pt x="1246" y="1"/>
                  </a:moveTo>
                  <a:cubicBezTo>
                    <a:pt x="1246" y="1"/>
                    <a:pt x="854" y="8122"/>
                    <a:pt x="1" y="9145"/>
                  </a:cubicBezTo>
                  <a:lnTo>
                    <a:pt x="6248" y="9145"/>
                  </a:lnTo>
                  <a:cubicBezTo>
                    <a:pt x="6248" y="9145"/>
                    <a:pt x="4966" y="6373"/>
                    <a:pt x="4758" y="1"/>
                  </a:cubicBezTo>
                  <a:close/>
                </a:path>
              </a:pathLst>
            </a:custGeom>
            <a:solidFill>
              <a:srgbClr val="B5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37"/>
            <p:cNvSpPr/>
            <p:nvPr/>
          </p:nvSpPr>
          <p:spPr>
            <a:xfrm>
              <a:off x="7237133" y="3630772"/>
              <a:ext cx="255585" cy="749970"/>
            </a:xfrm>
            <a:custGeom>
              <a:avLst/>
              <a:gdLst/>
              <a:ahLst/>
              <a:cxnLst/>
              <a:rect l="l" t="t" r="r" b="b"/>
              <a:pathLst>
                <a:path w="3076" h="9026" extrusionOk="0">
                  <a:moveTo>
                    <a:pt x="1" y="1"/>
                  </a:moveTo>
                  <a:lnTo>
                    <a:pt x="1" y="9026"/>
                  </a:lnTo>
                  <a:lnTo>
                    <a:pt x="3076" y="9026"/>
                  </a:lnTo>
                  <a:cubicBezTo>
                    <a:pt x="3038" y="8944"/>
                    <a:pt x="2987" y="8804"/>
                    <a:pt x="2926" y="8619"/>
                  </a:cubicBezTo>
                  <a:cubicBezTo>
                    <a:pt x="2697" y="7959"/>
                    <a:pt x="2327" y="6684"/>
                    <a:pt x="2037" y="4706"/>
                  </a:cubicBezTo>
                  <a:cubicBezTo>
                    <a:pt x="1934" y="3981"/>
                    <a:pt x="1838" y="3164"/>
                    <a:pt x="1763" y="2247"/>
                  </a:cubicBezTo>
                  <a:cubicBezTo>
                    <a:pt x="1756" y="2186"/>
                    <a:pt x="1749" y="2128"/>
                    <a:pt x="1749" y="2069"/>
                  </a:cubicBezTo>
                  <a:cubicBezTo>
                    <a:pt x="1697" y="1423"/>
                    <a:pt x="1660" y="735"/>
                    <a:pt x="1637" y="1"/>
                  </a:cubicBezTo>
                  <a:close/>
                </a:path>
              </a:pathLst>
            </a:custGeom>
            <a:solidFill>
              <a:srgbClr val="A96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37"/>
            <p:cNvSpPr/>
            <p:nvPr/>
          </p:nvSpPr>
          <p:spPr>
            <a:xfrm>
              <a:off x="7064721" y="3840741"/>
              <a:ext cx="324550" cy="38221"/>
            </a:xfrm>
            <a:custGeom>
              <a:avLst/>
              <a:gdLst/>
              <a:ahLst/>
              <a:cxnLst/>
              <a:rect l="l" t="t" r="r" b="b"/>
              <a:pathLst>
                <a:path w="3906" h="460" extrusionOk="0">
                  <a:moveTo>
                    <a:pt x="38" y="1"/>
                  </a:moveTo>
                  <a:lnTo>
                    <a:pt x="0" y="460"/>
                  </a:lnTo>
                  <a:lnTo>
                    <a:pt x="3906" y="460"/>
                  </a:lnTo>
                  <a:lnTo>
                    <a:pt x="386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37"/>
            <p:cNvSpPr/>
            <p:nvPr/>
          </p:nvSpPr>
          <p:spPr>
            <a:xfrm>
              <a:off x="7051095" y="3991050"/>
              <a:ext cx="356705" cy="38803"/>
            </a:xfrm>
            <a:custGeom>
              <a:avLst/>
              <a:gdLst/>
              <a:ahLst/>
              <a:cxnLst/>
              <a:rect l="l" t="t" r="r" b="b"/>
              <a:pathLst>
                <a:path w="4293" h="467" extrusionOk="0">
                  <a:moveTo>
                    <a:pt x="45" y="0"/>
                  </a:moveTo>
                  <a:lnTo>
                    <a:pt x="1" y="466"/>
                  </a:lnTo>
                  <a:lnTo>
                    <a:pt x="4292" y="466"/>
                  </a:lnTo>
                  <a:lnTo>
                    <a:pt x="4224" y="0"/>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37"/>
            <p:cNvSpPr/>
            <p:nvPr/>
          </p:nvSpPr>
          <p:spPr>
            <a:xfrm>
              <a:off x="7082004" y="3630772"/>
              <a:ext cx="292477" cy="43207"/>
            </a:xfrm>
            <a:custGeom>
              <a:avLst/>
              <a:gdLst/>
              <a:ahLst/>
              <a:cxnLst/>
              <a:rect l="l" t="t" r="r" b="b"/>
              <a:pathLst>
                <a:path w="3520" h="520" extrusionOk="0">
                  <a:moveTo>
                    <a:pt x="29" y="1"/>
                  </a:moveTo>
                  <a:lnTo>
                    <a:pt x="1" y="513"/>
                  </a:lnTo>
                  <a:lnTo>
                    <a:pt x="3520" y="520"/>
                  </a:lnTo>
                  <a:lnTo>
                    <a:pt x="350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37"/>
            <p:cNvSpPr/>
            <p:nvPr/>
          </p:nvSpPr>
          <p:spPr>
            <a:xfrm>
              <a:off x="6201499" y="3282376"/>
              <a:ext cx="293806" cy="1108338"/>
            </a:xfrm>
            <a:custGeom>
              <a:avLst/>
              <a:gdLst/>
              <a:ahLst/>
              <a:cxnLst/>
              <a:rect l="l" t="t" r="r" b="b"/>
              <a:pathLst>
                <a:path w="3536" h="13339" extrusionOk="0">
                  <a:moveTo>
                    <a:pt x="7" y="0"/>
                  </a:moveTo>
                  <a:lnTo>
                    <a:pt x="0" y="13338"/>
                  </a:lnTo>
                  <a:lnTo>
                    <a:pt x="3536" y="13338"/>
                  </a:lnTo>
                  <a:cubicBezTo>
                    <a:pt x="3536" y="13338"/>
                    <a:pt x="3491" y="5773"/>
                    <a:pt x="3395" y="5261"/>
                  </a:cubicBezTo>
                  <a:cubicBezTo>
                    <a:pt x="3306" y="4757"/>
                    <a:pt x="3009" y="3794"/>
                    <a:pt x="2076" y="2757"/>
                  </a:cubicBezTo>
                  <a:cubicBezTo>
                    <a:pt x="1149" y="1711"/>
                    <a:pt x="7" y="0"/>
                    <a:pt x="7" y="0"/>
                  </a:cubicBezTo>
                  <a:close/>
                </a:path>
              </a:pathLst>
            </a:custGeom>
            <a:solidFill>
              <a:srgbClr val="B5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37"/>
            <p:cNvSpPr/>
            <p:nvPr/>
          </p:nvSpPr>
          <p:spPr>
            <a:xfrm>
              <a:off x="6202081" y="3282376"/>
              <a:ext cx="293225" cy="1098367"/>
            </a:xfrm>
            <a:custGeom>
              <a:avLst/>
              <a:gdLst/>
              <a:ahLst/>
              <a:cxnLst/>
              <a:rect l="l" t="t" r="r" b="b"/>
              <a:pathLst>
                <a:path w="3529" h="13219" extrusionOk="0">
                  <a:moveTo>
                    <a:pt x="0" y="0"/>
                  </a:moveTo>
                  <a:lnTo>
                    <a:pt x="1275" y="2853"/>
                  </a:lnTo>
                  <a:cubicBezTo>
                    <a:pt x="1334" y="2972"/>
                    <a:pt x="2261" y="4839"/>
                    <a:pt x="2268" y="6810"/>
                  </a:cubicBezTo>
                  <a:lnTo>
                    <a:pt x="2328" y="13219"/>
                  </a:lnTo>
                  <a:lnTo>
                    <a:pt x="3529" y="13219"/>
                  </a:lnTo>
                  <a:cubicBezTo>
                    <a:pt x="3529" y="12931"/>
                    <a:pt x="3521" y="12122"/>
                    <a:pt x="3513" y="11122"/>
                  </a:cubicBezTo>
                  <a:lnTo>
                    <a:pt x="3513" y="11040"/>
                  </a:lnTo>
                  <a:cubicBezTo>
                    <a:pt x="3505" y="10619"/>
                    <a:pt x="3505" y="10158"/>
                    <a:pt x="3498" y="9699"/>
                  </a:cubicBezTo>
                  <a:lnTo>
                    <a:pt x="3498" y="9618"/>
                  </a:lnTo>
                  <a:cubicBezTo>
                    <a:pt x="3491" y="9269"/>
                    <a:pt x="3491" y="8913"/>
                    <a:pt x="3484" y="8574"/>
                  </a:cubicBezTo>
                  <a:cubicBezTo>
                    <a:pt x="3484" y="8431"/>
                    <a:pt x="3477" y="8298"/>
                    <a:pt x="3477" y="8158"/>
                  </a:cubicBezTo>
                  <a:cubicBezTo>
                    <a:pt x="3454" y="6706"/>
                    <a:pt x="3424" y="5462"/>
                    <a:pt x="3388" y="5261"/>
                  </a:cubicBezTo>
                  <a:lnTo>
                    <a:pt x="3388" y="5254"/>
                  </a:lnTo>
                  <a:cubicBezTo>
                    <a:pt x="3299" y="4741"/>
                    <a:pt x="2995" y="3786"/>
                    <a:pt x="2069" y="2757"/>
                  </a:cubicBezTo>
                  <a:cubicBezTo>
                    <a:pt x="1142" y="1711"/>
                    <a:pt x="0" y="0"/>
                    <a:pt x="0" y="0"/>
                  </a:cubicBezTo>
                  <a:close/>
                </a:path>
              </a:pathLst>
            </a:custGeom>
            <a:solidFill>
              <a:srgbClr val="A96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37"/>
            <p:cNvSpPr/>
            <p:nvPr/>
          </p:nvSpPr>
          <p:spPr>
            <a:xfrm>
              <a:off x="6202081" y="3739869"/>
              <a:ext cx="285248" cy="52347"/>
            </a:xfrm>
            <a:custGeom>
              <a:avLst/>
              <a:gdLst/>
              <a:ahLst/>
              <a:cxnLst/>
              <a:rect l="l" t="t" r="r" b="b"/>
              <a:pathLst>
                <a:path w="3433" h="630" extrusionOk="0">
                  <a:moveTo>
                    <a:pt x="0" y="0"/>
                  </a:moveTo>
                  <a:lnTo>
                    <a:pt x="0" y="630"/>
                  </a:lnTo>
                  <a:lnTo>
                    <a:pt x="3433" y="630"/>
                  </a:lnTo>
                  <a:lnTo>
                    <a:pt x="3433" y="0"/>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37"/>
            <p:cNvSpPr/>
            <p:nvPr/>
          </p:nvSpPr>
          <p:spPr>
            <a:xfrm>
              <a:off x="6201499" y="3888767"/>
              <a:ext cx="289569" cy="12380"/>
            </a:xfrm>
            <a:custGeom>
              <a:avLst/>
              <a:gdLst/>
              <a:ahLst/>
              <a:cxnLst/>
              <a:rect l="l" t="t" r="r" b="b"/>
              <a:pathLst>
                <a:path w="3485" h="149" extrusionOk="0">
                  <a:moveTo>
                    <a:pt x="0" y="1"/>
                  </a:moveTo>
                  <a:lnTo>
                    <a:pt x="0" y="148"/>
                  </a:lnTo>
                  <a:lnTo>
                    <a:pt x="3484" y="148"/>
                  </a:lnTo>
                  <a:lnTo>
                    <a:pt x="348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37"/>
            <p:cNvSpPr/>
            <p:nvPr/>
          </p:nvSpPr>
          <p:spPr>
            <a:xfrm>
              <a:off x="6201499" y="3917765"/>
              <a:ext cx="289569" cy="12297"/>
            </a:xfrm>
            <a:custGeom>
              <a:avLst/>
              <a:gdLst/>
              <a:ahLst/>
              <a:cxnLst/>
              <a:rect l="l" t="t" r="r" b="b"/>
              <a:pathLst>
                <a:path w="3485" h="148" extrusionOk="0">
                  <a:moveTo>
                    <a:pt x="0" y="0"/>
                  </a:moveTo>
                  <a:lnTo>
                    <a:pt x="0" y="148"/>
                  </a:lnTo>
                  <a:lnTo>
                    <a:pt x="3484" y="148"/>
                  </a:lnTo>
                  <a:lnTo>
                    <a:pt x="3484" y="0"/>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37"/>
            <p:cNvSpPr/>
            <p:nvPr/>
          </p:nvSpPr>
          <p:spPr>
            <a:xfrm>
              <a:off x="6201499" y="3946680"/>
              <a:ext cx="289569" cy="12380"/>
            </a:xfrm>
            <a:custGeom>
              <a:avLst/>
              <a:gdLst/>
              <a:ahLst/>
              <a:cxnLst/>
              <a:rect l="l" t="t" r="r" b="b"/>
              <a:pathLst>
                <a:path w="3485" h="149" extrusionOk="0">
                  <a:moveTo>
                    <a:pt x="0" y="1"/>
                  </a:moveTo>
                  <a:lnTo>
                    <a:pt x="0" y="148"/>
                  </a:lnTo>
                  <a:lnTo>
                    <a:pt x="3484" y="148"/>
                  </a:lnTo>
                  <a:lnTo>
                    <a:pt x="348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37"/>
            <p:cNvSpPr/>
            <p:nvPr/>
          </p:nvSpPr>
          <p:spPr>
            <a:xfrm>
              <a:off x="6201499" y="3975513"/>
              <a:ext cx="289569" cy="12464"/>
            </a:xfrm>
            <a:custGeom>
              <a:avLst/>
              <a:gdLst/>
              <a:ahLst/>
              <a:cxnLst/>
              <a:rect l="l" t="t" r="r" b="b"/>
              <a:pathLst>
                <a:path w="3485" h="150" extrusionOk="0">
                  <a:moveTo>
                    <a:pt x="0" y="1"/>
                  </a:moveTo>
                  <a:lnTo>
                    <a:pt x="0" y="150"/>
                  </a:lnTo>
                  <a:lnTo>
                    <a:pt x="3484" y="150"/>
                  </a:lnTo>
                  <a:lnTo>
                    <a:pt x="348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37"/>
            <p:cNvSpPr/>
            <p:nvPr/>
          </p:nvSpPr>
          <p:spPr>
            <a:xfrm>
              <a:off x="6201499" y="4004511"/>
              <a:ext cx="289569" cy="12464"/>
            </a:xfrm>
            <a:custGeom>
              <a:avLst/>
              <a:gdLst/>
              <a:ahLst/>
              <a:cxnLst/>
              <a:rect l="l" t="t" r="r" b="b"/>
              <a:pathLst>
                <a:path w="3485" h="150" extrusionOk="0">
                  <a:moveTo>
                    <a:pt x="0" y="0"/>
                  </a:moveTo>
                  <a:lnTo>
                    <a:pt x="0" y="150"/>
                  </a:lnTo>
                  <a:lnTo>
                    <a:pt x="3484" y="150"/>
                  </a:lnTo>
                  <a:lnTo>
                    <a:pt x="3484" y="0"/>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37"/>
            <p:cNvSpPr/>
            <p:nvPr/>
          </p:nvSpPr>
          <p:spPr>
            <a:xfrm>
              <a:off x="4890090" y="4233507"/>
              <a:ext cx="741994" cy="151556"/>
            </a:xfrm>
            <a:custGeom>
              <a:avLst/>
              <a:gdLst/>
              <a:ahLst/>
              <a:cxnLst/>
              <a:rect l="l" t="t" r="r" b="b"/>
              <a:pathLst>
                <a:path w="8930" h="1824" extrusionOk="0">
                  <a:moveTo>
                    <a:pt x="4462" y="1"/>
                  </a:moveTo>
                  <a:cubicBezTo>
                    <a:pt x="2364" y="1"/>
                    <a:pt x="585" y="772"/>
                    <a:pt x="0" y="1823"/>
                  </a:cubicBezTo>
                  <a:lnTo>
                    <a:pt x="8929" y="1823"/>
                  </a:lnTo>
                  <a:cubicBezTo>
                    <a:pt x="8344" y="772"/>
                    <a:pt x="6566" y="1"/>
                    <a:pt x="4462" y="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37"/>
            <p:cNvSpPr/>
            <p:nvPr/>
          </p:nvSpPr>
          <p:spPr>
            <a:xfrm>
              <a:off x="5474296" y="4181243"/>
              <a:ext cx="727287" cy="206312"/>
            </a:xfrm>
            <a:custGeom>
              <a:avLst/>
              <a:gdLst/>
              <a:ahLst/>
              <a:cxnLst/>
              <a:rect l="l" t="t" r="r" b="b"/>
              <a:pathLst>
                <a:path w="8753" h="2483" extrusionOk="0">
                  <a:moveTo>
                    <a:pt x="4381" y="0"/>
                  </a:moveTo>
                  <a:cubicBezTo>
                    <a:pt x="2322" y="0"/>
                    <a:pt x="572" y="1046"/>
                    <a:pt x="1" y="2483"/>
                  </a:cubicBezTo>
                  <a:lnTo>
                    <a:pt x="8752" y="2483"/>
                  </a:lnTo>
                  <a:cubicBezTo>
                    <a:pt x="8181" y="1046"/>
                    <a:pt x="6440" y="0"/>
                    <a:pt x="4381" y="0"/>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37"/>
            <p:cNvSpPr/>
            <p:nvPr/>
          </p:nvSpPr>
          <p:spPr>
            <a:xfrm>
              <a:off x="5614718" y="4229269"/>
              <a:ext cx="124469" cy="69048"/>
            </a:xfrm>
            <a:custGeom>
              <a:avLst/>
              <a:gdLst/>
              <a:ahLst/>
              <a:cxnLst/>
              <a:rect l="l" t="t" r="r" b="b"/>
              <a:pathLst>
                <a:path w="1498" h="831" extrusionOk="0">
                  <a:moveTo>
                    <a:pt x="978" y="0"/>
                  </a:moveTo>
                  <a:cubicBezTo>
                    <a:pt x="882" y="0"/>
                    <a:pt x="772" y="14"/>
                    <a:pt x="660" y="52"/>
                  </a:cubicBezTo>
                  <a:cubicBezTo>
                    <a:pt x="246" y="171"/>
                    <a:pt x="0" y="475"/>
                    <a:pt x="89" y="660"/>
                  </a:cubicBezTo>
                  <a:cubicBezTo>
                    <a:pt x="143" y="779"/>
                    <a:pt x="290" y="831"/>
                    <a:pt x="475" y="831"/>
                  </a:cubicBezTo>
                  <a:cubicBezTo>
                    <a:pt x="594" y="831"/>
                    <a:pt x="735" y="807"/>
                    <a:pt x="868" y="770"/>
                  </a:cubicBezTo>
                  <a:cubicBezTo>
                    <a:pt x="1224" y="667"/>
                    <a:pt x="1498" y="459"/>
                    <a:pt x="1467" y="260"/>
                  </a:cubicBezTo>
                  <a:cubicBezTo>
                    <a:pt x="1446" y="112"/>
                    <a:pt x="1245" y="0"/>
                    <a:pt x="978" y="0"/>
                  </a:cubicBezTo>
                  <a:close/>
                </a:path>
              </a:pathLst>
            </a:custGeom>
            <a:solidFill>
              <a:srgbClr val="BFE1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37"/>
            <p:cNvSpPr/>
            <p:nvPr/>
          </p:nvSpPr>
          <p:spPr>
            <a:xfrm>
              <a:off x="5758214" y="4239739"/>
              <a:ext cx="64810" cy="33319"/>
            </a:xfrm>
            <a:custGeom>
              <a:avLst/>
              <a:gdLst/>
              <a:ahLst/>
              <a:cxnLst/>
              <a:rect l="l" t="t" r="r" b="b"/>
              <a:pathLst>
                <a:path w="780" h="401" extrusionOk="0">
                  <a:moveTo>
                    <a:pt x="393" y="0"/>
                  </a:moveTo>
                  <a:cubicBezTo>
                    <a:pt x="171" y="0"/>
                    <a:pt x="0" y="103"/>
                    <a:pt x="16" y="215"/>
                  </a:cubicBezTo>
                  <a:cubicBezTo>
                    <a:pt x="23" y="326"/>
                    <a:pt x="185" y="400"/>
                    <a:pt x="386" y="400"/>
                  </a:cubicBezTo>
                  <a:lnTo>
                    <a:pt x="393" y="400"/>
                  </a:lnTo>
                  <a:cubicBezTo>
                    <a:pt x="594" y="400"/>
                    <a:pt x="763" y="319"/>
                    <a:pt x="772" y="215"/>
                  </a:cubicBezTo>
                  <a:cubicBezTo>
                    <a:pt x="779" y="103"/>
                    <a:pt x="608" y="0"/>
                    <a:pt x="393" y="0"/>
                  </a:cubicBezTo>
                  <a:close/>
                </a:path>
              </a:pathLst>
            </a:custGeom>
            <a:solidFill>
              <a:srgbClr val="BFE1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37"/>
            <p:cNvSpPr/>
            <p:nvPr/>
          </p:nvSpPr>
          <p:spPr>
            <a:xfrm>
              <a:off x="4773764" y="4109204"/>
              <a:ext cx="144161" cy="181718"/>
            </a:xfrm>
            <a:custGeom>
              <a:avLst/>
              <a:gdLst/>
              <a:ahLst/>
              <a:cxnLst/>
              <a:rect l="l" t="t" r="r" b="b"/>
              <a:pathLst>
                <a:path w="1735" h="2187" extrusionOk="0">
                  <a:moveTo>
                    <a:pt x="867" y="1"/>
                  </a:moveTo>
                  <a:cubicBezTo>
                    <a:pt x="490" y="1"/>
                    <a:pt x="178" y="303"/>
                    <a:pt x="178" y="682"/>
                  </a:cubicBezTo>
                  <a:cubicBezTo>
                    <a:pt x="178" y="712"/>
                    <a:pt x="186" y="741"/>
                    <a:pt x="193" y="778"/>
                  </a:cubicBezTo>
                  <a:cubicBezTo>
                    <a:pt x="66" y="926"/>
                    <a:pt x="1" y="1112"/>
                    <a:pt x="1" y="1319"/>
                  </a:cubicBezTo>
                  <a:cubicBezTo>
                    <a:pt x="1" y="1801"/>
                    <a:pt x="385" y="2187"/>
                    <a:pt x="867" y="2187"/>
                  </a:cubicBezTo>
                  <a:cubicBezTo>
                    <a:pt x="1342" y="2187"/>
                    <a:pt x="1735" y="1801"/>
                    <a:pt x="1735" y="1319"/>
                  </a:cubicBezTo>
                  <a:cubicBezTo>
                    <a:pt x="1735" y="1112"/>
                    <a:pt x="1660" y="926"/>
                    <a:pt x="1541" y="778"/>
                  </a:cubicBezTo>
                  <a:cubicBezTo>
                    <a:pt x="1541" y="741"/>
                    <a:pt x="1550" y="712"/>
                    <a:pt x="1550" y="682"/>
                  </a:cubicBezTo>
                  <a:cubicBezTo>
                    <a:pt x="1550" y="303"/>
                    <a:pt x="1245" y="1"/>
                    <a:pt x="867" y="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37"/>
            <p:cNvSpPr/>
            <p:nvPr/>
          </p:nvSpPr>
          <p:spPr>
            <a:xfrm>
              <a:off x="4845138" y="4192876"/>
              <a:ext cx="6315" cy="189778"/>
            </a:xfrm>
            <a:custGeom>
              <a:avLst/>
              <a:gdLst/>
              <a:ahLst/>
              <a:cxnLst/>
              <a:rect l="l" t="t" r="r" b="b"/>
              <a:pathLst>
                <a:path w="76" h="2284" extrusionOk="0">
                  <a:moveTo>
                    <a:pt x="38" y="1"/>
                  </a:moveTo>
                  <a:lnTo>
                    <a:pt x="1" y="2247"/>
                  </a:lnTo>
                  <a:cubicBezTo>
                    <a:pt x="1" y="2268"/>
                    <a:pt x="15" y="2284"/>
                    <a:pt x="38" y="2284"/>
                  </a:cubicBezTo>
                  <a:cubicBezTo>
                    <a:pt x="59" y="2284"/>
                    <a:pt x="75" y="2268"/>
                    <a:pt x="75" y="2247"/>
                  </a:cubicBezTo>
                  <a:cubicBezTo>
                    <a:pt x="75" y="2247"/>
                    <a:pt x="59" y="1"/>
                    <a:pt x="38"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37"/>
            <p:cNvSpPr/>
            <p:nvPr/>
          </p:nvSpPr>
          <p:spPr>
            <a:xfrm>
              <a:off x="4811902" y="4237828"/>
              <a:ext cx="36393" cy="29580"/>
            </a:xfrm>
            <a:custGeom>
              <a:avLst/>
              <a:gdLst/>
              <a:ahLst/>
              <a:cxnLst/>
              <a:rect l="l" t="t" r="r" b="b"/>
              <a:pathLst>
                <a:path w="438" h="356" extrusionOk="0">
                  <a:moveTo>
                    <a:pt x="0" y="0"/>
                  </a:moveTo>
                  <a:cubicBezTo>
                    <a:pt x="205" y="342"/>
                    <a:pt x="404" y="356"/>
                    <a:pt x="434" y="356"/>
                  </a:cubicBezTo>
                  <a:cubicBezTo>
                    <a:pt x="437" y="356"/>
                    <a:pt x="438" y="356"/>
                    <a:pt x="438" y="356"/>
                  </a:cubicBezTo>
                  <a:lnTo>
                    <a:pt x="438" y="311"/>
                  </a:lnTo>
                  <a:cubicBezTo>
                    <a:pt x="438" y="311"/>
                    <a:pt x="434" y="314"/>
                    <a:pt x="422" y="314"/>
                  </a:cubicBezTo>
                  <a:cubicBezTo>
                    <a:pt x="396" y="314"/>
                    <a:pt x="334" y="300"/>
                    <a:pt x="201" y="208"/>
                  </a:cubicBezTo>
                  <a:cubicBezTo>
                    <a:pt x="82" y="126"/>
                    <a:pt x="0" y="0"/>
                    <a:pt x="0"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37"/>
            <p:cNvSpPr/>
            <p:nvPr/>
          </p:nvSpPr>
          <p:spPr>
            <a:xfrm>
              <a:off x="4848213" y="4229851"/>
              <a:ext cx="31408" cy="25342"/>
            </a:xfrm>
            <a:custGeom>
              <a:avLst/>
              <a:gdLst/>
              <a:ahLst/>
              <a:cxnLst/>
              <a:rect l="l" t="t" r="r" b="b"/>
              <a:pathLst>
                <a:path w="378" h="305" extrusionOk="0">
                  <a:moveTo>
                    <a:pt x="378" y="0"/>
                  </a:moveTo>
                  <a:cubicBezTo>
                    <a:pt x="378" y="0"/>
                    <a:pt x="305" y="105"/>
                    <a:pt x="209" y="171"/>
                  </a:cubicBezTo>
                  <a:cubicBezTo>
                    <a:pt x="96" y="250"/>
                    <a:pt x="41" y="263"/>
                    <a:pt x="17" y="263"/>
                  </a:cubicBezTo>
                  <a:cubicBezTo>
                    <a:pt x="5" y="263"/>
                    <a:pt x="1" y="260"/>
                    <a:pt x="1" y="260"/>
                  </a:cubicBezTo>
                  <a:lnTo>
                    <a:pt x="1" y="260"/>
                  </a:lnTo>
                  <a:lnTo>
                    <a:pt x="8" y="304"/>
                  </a:lnTo>
                  <a:cubicBezTo>
                    <a:pt x="8" y="304"/>
                    <a:pt x="8" y="304"/>
                    <a:pt x="9" y="304"/>
                  </a:cubicBezTo>
                  <a:cubicBezTo>
                    <a:pt x="24" y="304"/>
                    <a:pt x="194" y="298"/>
                    <a:pt x="378"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37"/>
            <p:cNvSpPr/>
            <p:nvPr/>
          </p:nvSpPr>
          <p:spPr>
            <a:xfrm>
              <a:off x="4822953" y="4211904"/>
              <a:ext cx="25342" cy="20523"/>
            </a:xfrm>
            <a:custGeom>
              <a:avLst/>
              <a:gdLst/>
              <a:ahLst/>
              <a:cxnLst/>
              <a:rect l="l" t="t" r="r" b="b"/>
              <a:pathLst>
                <a:path w="305" h="247" extrusionOk="0">
                  <a:moveTo>
                    <a:pt x="1" y="1"/>
                  </a:moveTo>
                  <a:cubicBezTo>
                    <a:pt x="149" y="240"/>
                    <a:pt x="289" y="246"/>
                    <a:pt x="304" y="246"/>
                  </a:cubicBezTo>
                  <a:cubicBezTo>
                    <a:pt x="304" y="246"/>
                    <a:pt x="305" y="246"/>
                    <a:pt x="305" y="246"/>
                  </a:cubicBezTo>
                  <a:lnTo>
                    <a:pt x="305" y="209"/>
                  </a:lnTo>
                  <a:cubicBezTo>
                    <a:pt x="305" y="209"/>
                    <a:pt x="302" y="211"/>
                    <a:pt x="293" y="211"/>
                  </a:cubicBezTo>
                  <a:cubicBezTo>
                    <a:pt x="275" y="211"/>
                    <a:pt x="232" y="201"/>
                    <a:pt x="141" y="134"/>
                  </a:cubicBezTo>
                  <a:cubicBezTo>
                    <a:pt x="60" y="83"/>
                    <a:pt x="1" y="1"/>
                    <a:pt x="1"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37"/>
            <p:cNvSpPr/>
            <p:nvPr/>
          </p:nvSpPr>
          <p:spPr>
            <a:xfrm>
              <a:off x="5807570" y="3795207"/>
              <a:ext cx="528286" cy="514161"/>
            </a:xfrm>
            <a:custGeom>
              <a:avLst/>
              <a:gdLst/>
              <a:ahLst/>
              <a:cxnLst/>
              <a:rect l="l" t="t" r="r" b="b"/>
              <a:pathLst>
                <a:path w="6358" h="6188" extrusionOk="0">
                  <a:moveTo>
                    <a:pt x="3090" y="1"/>
                  </a:moveTo>
                  <a:cubicBezTo>
                    <a:pt x="2978" y="1"/>
                    <a:pt x="2867" y="30"/>
                    <a:pt x="2771" y="90"/>
                  </a:cubicBezTo>
                  <a:cubicBezTo>
                    <a:pt x="2067" y="534"/>
                    <a:pt x="0" y="6188"/>
                    <a:pt x="3089" y="6188"/>
                  </a:cubicBezTo>
                  <a:cubicBezTo>
                    <a:pt x="6358" y="6188"/>
                    <a:pt x="4112" y="534"/>
                    <a:pt x="3415" y="90"/>
                  </a:cubicBezTo>
                  <a:cubicBezTo>
                    <a:pt x="3315" y="30"/>
                    <a:pt x="3202" y="1"/>
                    <a:pt x="3090" y="1"/>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37"/>
            <p:cNvSpPr/>
            <p:nvPr/>
          </p:nvSpPr>
          <p:spPr>
            <a:xfrm>
              <a:off x="5807570" y="3802436"/>
              <a:ext cx="256748" cy="506932"/>
            </a:xfrm>
            <a:custGeom>
              <a:avLst/>
              <a:gdLst/>
              <a:ahLst/>
              <a:cxnLst/>
              <a:rect l="l" t="t" r="r" b="b"/>
              <a:pathLst>
                <a:path w="3090" h="6101" extrusionOk="0">
                  <a:moveTo>
                    <a:pt x="2776" y="1"/>
                  </a:moveTo>
                  <a:cubicBezTo>
                    <a:pt x="2775" y="1"/>
                    <a:pt x="2773" y="2"/>
                    <a:pt x="2771" y="3"/>
                  </a:cubicBezTo>
                  <a:cubicBezTo>
                    <a:pt x="2067" y="447"/>
                    <a:pt x="0" y="6101"/>
                    <a:pt x="3089" y="6101"/>
                  </a:cubicBezTo>
                  <a:cubicBezTo>
                    <a:pt x="3089" y="6101"/>
                    <a:pt x="2312" y="6033"/>
                    <a:pt x="2268" y="3826"/>
                  </a:cubicBezTo>
                  <a:cubicBezTo>
                    <a:pt x="2215" y="1638"/>
                    <a:pt x="2848" y="1"/>
                    <a:pt x="2776" y="1"/>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37"/>
            <p:cNvSpPr/>
            <p:nvPr/>
          </p:nvSpPr>
          <p:spPr>
            <a:xfrm>
              <a:off x="6056258" y="4028690"/>
              <a:ext cx="36975" cy="355791"/>
            </a:xfrm>
            <a:custGeom>
              <a:avLst/>
              <a:gdLst/>
              <a:ahLst/>
              <a:cxnLst/>
              <a:rect l="l" t="t" r="r" b="b"/>
              <a:pathLst>
                <a:path w="445" h="4282" extrusionOk="0">
                  <a:moveTo>
                    <a:pt x="224" y="1"/>
                  </a:moveTo>
                  <a:cubicBezTo>
                    <a:pt x="223" y="1"/>
                    <a:pt x="222" y="6"/>
                    <a:pt x="222" y="20"/>
                  </a:cubicBezTo>
                  <a:lnTo>
                    <a:pt x="0" y="4281"/>
                  </a:lnTo>
                  <a:lnTo>
                    <a:pt x="445" y="4281"/>
                  </a:lnTo>
                  <a:cubicBezTo>
                    <a:pt x="430" y="2458"/>
                    <a:pt x="267" y="20"/>
                    <a:pt x="229" y="20"/>
                  </a:cubicBezTo>
                  <a:cubicBezTo>
                    <a:pt x="229" y="20"/>
                    <a:pt x="226" y="1"/>
                    <a:pt x="224"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37"/>
            <p:cNvSpPr/>
            <p:nvPr/>
          </p:nvSpPr>
          <p:spPr>
            <a:xfrm>
              <a:off x="5974331" y="4154738"/>
              <a:ext cx="101037" cy="81345"/>
            </a:xfrm>
            <a:custGeom>
              <a:avLst/>
              <a:gdLst/>
              <a:ahLst/>
              <a:cxnLst/>
              <a:rect l="l" t="t" r="r" b="b"/>
              <a:pathLst>
                <a:path w="1216" h="979" extrusionOk="0">
                  <a:moveTo>
                    <a:pt x="1" y="1"/>
                  </a:moveTo>
                  <a:cubicBezTo>
                    <a:pt x="595" y="952"/>
                    <a:pt x="1136" y="979"/>
                    <a:pt x="1196" y="979"/>
                  </a:cubicBezTo>
                  <a:cubicBezTo>
                    <a:pt x="1199" y="979"/>
                    <a:pt x="1201" y="979"/>
                    <a:pt x="1201" y="979"/>
                  </a:cubicBezTo>
                  <a:lnTo>
                    <a:pt x="1215" y="838"/>
                  </a:lnTo>
                  <a:lnTo>
                    <a:pt x="1215" y="838"/>
                  </a:lnTo>
                  <a:cubicBezTo>
                    <a:pt x="1215" y="838"/>
                    <a:pt x="1203" y="847"/>
                    <a:pt x="1168" y="847"/>
                  </a:cubicBezTo>
                  <a:cubicBezTo>
                    <a:pt x="1093" y="847"/>
                    <a:pt x="919" y="806"/>
                    <a:pt x="556" y="548"/>
                  </a:cubicBezTo>
                  <a:cubicBezTo>
                    <a:pt x="245" y="333"/>
                    <a:pt x="1" y="1"/>
                    <a:pt x="1"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37"/>
            <p:cNvSpPr/>
            <p:nvPr/>
          </p:nvSpPr>
          <p:spPr>
            <a:xfrm>
              <a:off x="6075286" y="4131971"/>
              <a:ext cx="85084" cy="68965"/>
            </a:xfrm>
            <a:custGeom>
              <a:avLst/>
              <a:gdLst/>
              <a:ahLst/>
              <a:cxnLst/>
              <a:rect l="l" t="t" r="r" b="b"/>
              <a:pathLst>
                <a:path w="1024" h="830" extrusionOk="0">
                  <a:moveTo>
                    <a:pt x="1023" y="1"/>
                  </a:moveTo>
                  <a:lnTo>
                    <a:pt x="1023" y="1"/>
                  </a:lnTo>
                  <a:cubicBezTo>
                    <a:pt x="1023" y="1"/>
                    <a:pt x="824" y="282"/>
                    <a:pt x="557" y="467"/>
                  </a:cubicBezTo>
                  <a:cubicBezTo>
                    <a:pt x="255" y="685"/>
                    <a:pt x="108" y="721"/>
                    <a:pt x="44" y="721"/>
                  </a:cubicBezTo>
                  <a:cubicBezTo>
                    <a:pt x="12" y="721"/>
                    <a:pt x="0" y="712"/>
                    <a:pt x="0" y="712"/>
                  </a:cubicBezTo>
                  <a:lnTo>
                    <a:pt x="0" y="712"/>
                  </a:lnTo>
                  <a:lnTo>
                    <a:pt x="8" y="830"/>
                  </a:lnTo>
                  <a:cubicBezTo>
                    <a:pt x="8" y="830"/>
                    <a:pt x="10" y="830"/>
                    <a:pt x="14" y="830"/>
                  </a:cubicBezTo>
                  <a:cubicBezTo>
                    <a:pt x="72" y="830"/>
                    <a:pt x="531" y="803"/>
                    <a:pt x="1023"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37"/>
            <p:cNvSpPr/>
            <p:nvPr/>
          </p:nvSpPr>
          <p:spPr>
            <a:xfrm>
              <a:off x="6006238" y="4082616"/>
              <a:ext cx="69131" cy="55504"/>
            </a:xfrm>
            <a:custGeom>
              <a:avLst/>
              <a:gdLst/>
              <a:ahLst/>
              <a:cxnLst/>
              <a:rect l="l" t="t" r="r" b="b"/>
              <a:pathLst>
                <a:path w="832" h="668" extrusionOk="0">
                  <a:moveTo>
                    <a:pt x="1" y="1"/>
                  </a:moveTo>
                  <a:lnTo>
                    <a:pt x="1" y="1"/>
                  </a:lnTo>
                  <a:cubicBezTo>
                    <a:pt x="398" y="648"/>
                    <a:pt x="774" y="668"/>
                    <a:pt x="820" y="668"/>
                  </a:cubicBezTo>
                  <a:cubicBezTo>
                    <a:pt x="823" y="668"/>
                    <a:pt x="824" y="668"/>
                    <a:pt x="824" y="668"/>
                  </a:cubicBezTo>
                  <a:lnTo>
                    <a:pt x="831" y="572"/>
                  </a:lnTo>
                  <a:lnTo>
                    <a:pt x="831" y="572"/>
                  </a:lnTo>
                  <a:cubicBezTo>
                    <a:pt x="831" y="572"/>
                    <a:pt x="821" y="580"/>
                    <a:pt x="793" y="580"/>
                  </a:cubicBezTo>
                  <a:cubicBezTo>
                    <a:pt x="739" y="580"/>
                    <a:pt x="618" y="550"/>
                    <a:pt x="380" y="380"/>
                  </a:cubicBezTo>
                  <a:cubicBezTo>
                    <a:pt x="165" y="232"/>
                    <a:pt x="1" y="1"/>
                    <a:pt x="1"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37"/>
            <p:cNvSpPr/>
            <p:nvPr/>
          </p:nvSpPr>
          <p:spPr>
            <a:xfrm>
              <a:off x="5289587" y="3976011"/>
              <a:ext cx="367756" cy="357952"/>
            </a:xfrm>
            <a:custGeom>
              <a:avLst/>
              <a:gdLst/>
              <a:ahLst/>
              <a:cxnLst/>
              <a:rect l="l" t="t" r="r" b="b"/>
              <a:pathLst>
                <a:path w="4426" h="4308" extrusionOk="0">
                  <a:moveTo>
                    <a:pt x="2151" y="1"/>
                  </a:moveTo>
                  <a:cubicBezTo>
                    <a:pt x="2073" y="1"/>
                    <a:pt x="1995" y="21"/>
                    <a:pt x="1929" y="62"/>
                  </a:cubicBezTo>
                  <a:cubicBezTo>
                    <a:pt x="1440" y="366"/>
                    <a:pt x="1" y="4307"/>
                    <a:pt x="2151" y="4307"/>
                  </a:cubicBezTo>
                  <a:cubicBezTo>
                    <a:pt x="4425" y="4307"/>
                    <a:pt x="2862" y="366"/>
                    <a:pt x="2373" y="62"/>
                  </a:cubicBezTo>
                  <a:cubicBezTo>
                    <a:pt x="2307" y="21"/>
                    <a:pt x="2229" y="1"/>
                    <a:pt x="2151" y="1"/>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37"/>
            <p:cNvSpPr/>
            <p:nvPr/>
          </p:nvSpPr>
          <p:spPr>
            <a:xfrm>
              <a:off x="5289587" y="3980997"/>
              <a:ext cx="178727" cy="352966"/>
            </a:xfrm>
            <a:custGeom>
              <a:avLst/>
              <a:gdLst/>
              <a:ahLst/>
              <a:cxnLst/>
              <a:rect l="l" t="t" r="r" b="b"/>
              <a:pathLst>
                <a:path w="2151" h="4248" extrusionOk="0">
                  <a:moveTo>
                    <a:pt x="1932" y="1"/>
                  </a:moveTo>
                  <a:cubicBezTo>
                    <a:pt x="1931" y="1"/>
                    <a:pt x="1930" y="1"/>
                    <a:pt x="1929" y="2"/>
                  </a:cubicBezTo>
                  <a:cubicBezTo>
                    <a:pt x="1440" y="306"/>
                    <a:pt x="1" y="4247"/>
                    <a:pt x="2151" y="4247"/>
                  </a:cubicBezTo>
                  <a:cubicBezTo>
                    <a:pt x="2151" y="4247"/>
                    <a:pt x="1610" y="4203"/>
                    <a:pt x="1580" y="2663"/>
                  </a:cubicBezTo>
                  <a:cubicBezTo>
                    <a:pt x="1543" y="1142"/>
                    <a:pt x="1985" y="1"/>
                    <a:pt x="1932" y="1"/>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37"/>
            <p:cNvSpPr/>
            <p:nvPr/>
          </p:nvSpPr>
          <p:spPr>
            <a:xfrm>
              <a:off x="5462663" y="4138618"/>
              <a:ext cx="25924" cy="247774"/>
            </a:xfrm>
            <a:custGeom>
              <a:avLst/>
              <a:gdLst/>
              <a:ahLst/>
              <a:cxnLst/>
              <a:rect l="l" t="t" r="r" b="b"/>
              <a:pathLst>
                <a:path w="312" h="2982" extrusionOk="0">
                  <a:moveTo>
                    <a:pt x="159" y="0"/>
                  </a:moveTo>
                  <a:cubicBezTo>
                    <a:pt x="158" y="0"/>
                    <a:pt x="157" y="4"/>
                    <a:pt x="157" y="17"/>
                  </a:cubicBezTo>
                  <a:lnTo>
                    <a:pt x="0" y="2981"/>
                  </a:lnTo>
                  <a:lnTo>
                    <a:pt x="312" y="2981"/>
                  </a:lnTo>
                  <a:cubicBezTo>
                    <a:pt x="304" y="1713"/>
                    <a:pt x="185" y="17"/>
                    <a:pt x="164" y="17"/>
                  </a:cubicBezTo>
                  <a:cubicBezTo>
                    <a:pt x="164" y="17"/>
                    <a:pt x="161" y="0"/>
                    <a:pt x="159"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37"/>
            <p:cNvSpPr/>
            <p:nvPr/>
          </p:nvSpPr>
          <p:spPr>
            <a:xfrm>
              <a:off x="5406079" y="4226112"/>
              <a:ext cx="69629" cy="56834"/>
            </a:xfrm>
            <a:custGeom>
              <a:avLst/>
              <a:gdLst/>
              <a:ahLst/>
              <a:cxnLst/>
              <a:rect l="l" t="t" r="r" b="b"/>
              <a:pathLst>
                <a:path w="838" h="684" extrusionOk="0">
                  <a:moveTo>
                    <a:pt x="0" y="1"/>
                  </a:moveTo>
                  <a:lnTo>
                    <a:pt x="0" y="1"/>
                  </a:lnTo>
                  <a:cubicBezTo>
                    <a:pt x="406" y="665"/>
                    <a:pt x="785" y="684"/>
                    <a:pt x="827" y="684"/>
                  </a:cubicBezTo>
                  <a:cubicBezTo>
                    <a:pt x="829" y="684"/>
                    <a:pt x="831" y="684"/>
                    <a:pt x="831" y="684"/>
                  </a:cubicBezTo>
                  <a:lnTo>
                    <a:pt x="838" y="586"/>
                  </a:lnTo>
                  <a:lnTo>
                    <a:pt x="838" y="586"/>
                  </a:lnTo>
                  <a:cubicBezTo>
                    <a:pt x="838" y="586"/>
                    <a:pt x="830" y="592"/>
                    <a:pt x="806" y="592"/>
                  </a:cubicBezTo>
                  <a:cubicBezTo>
                    <a:pt x="757" y="592"/>
                    <a:pt x="639" y="564"/>
                    <a:pt x="386" y="387"/>
                  </a:cubicBezTo>
                  <a:cubicBezTo>
                    <a:pt x="164" y="230"/>
                    <a:pt x="0" y="1"/>
                    <a:pt x="0"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37"/>
            <p:cNvSpPr/>
            <p:nvPr/>
          </p:nvSpPr>
          <p:spPr>
            <a:xfrm>
              <a:off x="5475625" y="4210740"/>
              <a:ext cx="59825" cy="48109"/>
            </a:xfrm>
            <a:custGeom>
              <a:avLst/>
              <a:gdLst/>
              <a:ahLst/>
              <a:cxnLst/>
              <a:rect l="l" t="t" r="r" b="b"/>
              <a:pathLst>
                <a:path w="720" h="579" extrusionOk="0">
                  <a:moveTo>
                    <a:pt x="719" y="1"/>
                  </a:moveTo>
                  <a:cubicBezTo>
                    <a:pt x="719" y="1"/>
                    <a:pt x="579" y="193"/>
                    <a:pt x="394" y="326"/>
                  </a:cubicBezTo>
                  <a:cubicBezTo>
                    <a:pt x="184" y="472"/>
                    <a:pt x="81" y="497"/>
                    <a:pt x="34" y="497"/>
                  </a:cubicBezTo>
                  <a:cubicBezTo>
                    <a:pt x="10" y="497"/>
                    <a:pt x="1" y="490"/>
                    <a:pt x="1" y="490"/>
                  </a:cubicBezTo>
                  <a:lnTo>
                    <a:pt x="1" y="490"/>
                  </a:lnTo>
                  <a:lnTo>
                    <a:pt x="8" y="579"/>
                  </a:lnTo>
                  <a:cubicBezTo>
                    <a:pt x="8" y="579"/>
                    <a:pt x="9" y="579"/>
                    <a:pt x="10" y="579"/>
                  </a:cubicBezTo>
                  <a:cubicBezTo>
                    <a:pt x="39" y="579"/>
                    <a:pt x="366" y="566"/>
                    <a:pt x="719"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37"/>
            <p:cNvSpPr/>
            <p:nvPr/>
          </p:nvSpPr>
          <p:spPr>
            <a:xfrm>
              <a:off x="5427599" y="4176341"/>
              <a:ext cx="48109" cy="38803"/>
            </a:xfrm>
            <a:custGeom>
              <a:avLst/>
              <a:gdLst/>
              <a:ahLst/>
              <a:cxnLst/>
              <a:rect l="l" t="t" r="r" b="b"/>
              <a:pathLst>
                <a:path w="579" h="467" extrusionOk="0">
                  <a:moveTo>
                    <a:pt x="1" y="0"/>
                  </a:moveTo>
                  <a:lnTo>
                    <a:pt x="1" y="0"/>
                  </a:lnTo>
                  <a:cubicBezTo>
                    <a:pt x="296" y="460"/>
                    <a:pt x="563" y="466"/>
                    <a:pt x="578" y="466"/>
                  </a:cubicBezTo>
                  <a:cubicBezTo>
                    <a:pt x="579" y="466"/>
                    <a:pt x="579" y="466"/>
                    <a:pt x="579" y="466"/>
                  </a:cubicBezTo>
                  <a:lnTo>
                    <a:pt x="579" y="393"/>
                  </a:lnTo>
                  <a:cubicBezTo>
                    <a:pt x="579" y="393"/>
                    <a:pt x="571" y="400"/>
                    <a:pt x="550" y="400"/>
                  </a:cubicBezTo>
                  <a:cubicBezTo>
                    <a:pt x="511" y="400"/>
                    <a:pt x="429" y="379"/>
                    <a:pt x="268" y="260"/>
                  </a:cubicBezTo>
                  <a:cubicBezTo>
                    <a:pt x="118" y="155"/>
                    <a:pt x="1" y="0"/>
                    <a:pt x="1"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37"/>
            <p:cNvSpPr/>
            <p:nvPr/>
          </p:nvSpPr>
          <p:spPr>
            <a:xfrm>
              <a:off x="5695980" y="3921504"/>
              <a:ext cx="400411" cy="389692"/>
            </a:xfrm>
            <a:custGeom>
              <a:avLst/>
              <a:gdLst/>
              <a:ahLst/>
              <a:cxnLst/>
              <a:rect l="l" t="t" r="r" b="b"/>
              <a:pathLst>
                <a:path w="4819" h="4690" extrusionOk="0">
                  <a:moveTo>
                    <a:pt x="2476" y="1"/>
                  </a:moveTo>
                  <a:cubicBezTo>
                    <a:pt x="2391" y="1"/>
                    <a:pt x="2306" y="25"/>
                    <a:pt x="2232" y="73"/>
                  </a:cubicBezTo>
                  <a:cubicBezTo>
                    <a:pt x="1699" y="407"/>
                    <a:pt x="0" y="4689"/>
                    <a:pt x="2476" y="4689"/>
                  </a:cubicBezTo>
                  <a:cubicBezTo>
                    <a:pt x="4818" y="4689"/>
                    <a:pt x="3255" y="407"/>
                    <a:pt x="2721" y="73"/>
                  </a:cubicBezTo>
                  <a:cubicBezTo>
                    <a:pt x="2647" y="25"/>
                    <a:pt x="2561" y="1"/>
                    <a:pt x="2476" y="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37"/>
            <p:cNvSpPr/>
            <p:nvPr/>
          </p:nvSpPr>
          <p:spPr>
            <a:xfrm>
              <a:off x="5702212" y="3938454"/>
              <a:ext cx="187285" cy="370332"/>
            </a:xfrm>
            <a:custGeom>
              <a:avLst/>
              <a:gdLst/>
              <a:ahLst/>
              <a:cxnLst/>
              <a:rect l="l" t="t" r="r" b="b"/>
              <a:pathLst>
                <a:path w="2254" h="4457" extrusionOk="0">
                  <a:moveTo>
                    <a:pt x="2028" y="0"/>
                  </a:moveTo>
                  <a:cubicBezTo>
                    <a:pt x="2027" y="0"/>
                    <a:pt x="2025" y="1"/>
                    <a:pt x="2024" y="2"/>
                  </a:cubicBezTo>
                  <a:cubicBezTo>
                    <a:pt x="1505" y="322"/>
                    <a:pt x="0" y="4457"/>
                    <a:pt x="2253" y="4457"/>
                  </a:cubicBezTo>
                  <a:cubicBezTo>
                    <a:pt x="2253" y="4457"/>
                    <a:pt x="1690" y="4412"/>
                    <a:pt x="1652" y="2796"/>
                  </a:cubicBezTo>
                  <a:cubicBezTo>
                    <a:pt x="1616" y="1200"/>
                    <a:pt x="2077" y="0"/>
                    <a:pt x="2028" y="0"/>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37"/>
            <p:cNvSpPr/>
            <p:nvPr/>
          </p:nvSpPr>
          <p:spPr>
            <a:xfrm>
              <a:off x="5883182" y="4123828"/>
              <a:ext cx="27170" cy="264309"/>
            </a:xfrm>
            <a:custGeom>
              <a:avLst/>
              <a:gdLst/>
              <a:ahLst/>
              <a:cxnLst/>
              <a:rect l="l" t="t" r="r" b="b"/>
              <a:pathLst>
                <a:path w="327" h="3181" extrusionOk="0">
                  <a:moveTo>
                    <a:pt x="166" y="0"/>
                  </a:moveTo>
                  <a:cubicBezTo>
                    <a:pt x="165" y="0"/>
                    <a:pt x="164" y="5"/>
                    <a:pt x="164" y="17"/>
                  </a:cubicBezTo>
                  <a:lnTo>
                    <a:pt x="1" y="3181"/>
                  </a:lnTo>
                  <a:cubicBezTo>
                    <a:pt x="13" y="3178"/>
                    <a:pt x="49" y="3178"/>
                    <a:pt x="94" y="3178"/>
                  </a:cubicBezTo>
                  <a:cubicBezTo>
                    <a:pt x="182" y="3178"/>
                    <a:pt x="302" y="3181"/>
                    <a:pt x="326" y="3181"/>
                  </a:cubicBezTo>
                  <a:cubicBezTo>
                    <a:pt x="319" y="1826"/>
                    <a:pt x="193" y="17"/>
                    <a:pt x="171" y="17"/>
                  </a:cubicBezTo>
                  <a:cubicBezTo>
                    <a:pt x="171" y="17"/>
                    <a:pt x="168" y="0"/>
                    <a:pt x="166"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37"/>
            <p:cNvSpPr/>
            <p:nvPr/>
          </p:nvSpPr>
          <p:spPr>
            <a:xfrm>
              <a:off x="5822277" y="4216972"/>
              <a:ext cx="74615" cy="60406"/>
            </a:xfrm>
            <a:custGeom>
              <a:avLst/>
              <a:gdLst/>
              <a:ahLst/>
              <a:cxnLst/>
              <a:rect l="l" t="t" r="r" b="b"/>
              <a:pathLst>
                <a:path w="898" h="727" extrusionOk="0">
                  <a:moveTo>
                    <a:pt x="1" y="0"/>
                  </a:moveTo>
                  <a:lnTo>
                    <a:pt x="1" y="0"/>
                  </a:lnTo>
                  <a:cubicBezTo>
                    <a:pt x="433" y="706"/>
                    <a:pt x="840" y="726"/>
                    <a:pt x="886" y="726"/>
                  </a:cubicBezTo>
                  <a:cubicBezTo>
                    <a:pt x="889" y="726"/>
                    <a:pt x="890" y="726"/>
                    <a:pt x="890" y="726"/>
                  </a:cubicBezTo>
                  <a:lnTo>
                    <a:pt x="897" y="623"/>
                  </a:lnTo>
                  <a:lnTo>
                    <a:pt x="897" y="623"/>
                  </a:lnTo>
                  <a:cubicBezTo>
                    <a:pt x="897" y="623"/>
                    <a:pt x="888" y="630"/>
                    <a:pt x="862" y="630"/>
                  </a:cubicBezTo>
                  <a:cubicBezTo>
                    <a:pt x="807" y="630"/>
                    <a:pt x="678" y="600"/>
                    <a:pt x="408" y="415"/>
                  </a:cubicBezTo>
                  <a:cubicBezTo>
                    <a:pt x="179" y="251"/>
                    <a:pt x="1" y="1"/>
                    <a:pt x="1"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37"/>
            <p:cNvSpPr/>
            <p:nvPr/>
          </p:nvSpPr>
          <p:spPr>
            <a:xfrm>
              <a:off x="5896808" y="4200271"/>
              <a:ext cx="63481" cy="51183"/>
            </a:xfrm>
            <a:custGeom>
              <a:avLst/>
              <a:gdLst/>
              <a:ahLst/>
              <a:cxnLst/>
              <a:rect l="l" t="t" r="r" b="b"/>
              <a:pathLst>
                <a:path w="764" h="616" extrusionOk="0">
                  <a:moveTo>
                    <a:pt x="763" y="0"/>
                  </a:moveTo>
                  <a:lnTo>
                    <a:pt x="763" y="0"/>
                  </a:lnTo>
                  <a:cubicBezTo>
                    <a:pt x="763" y="1"/>
                    <a:pt x="615" y="209"/>
                    <a:pt x="415" y="349"/>
                  </a:cubicBezTo>
                  <a:cubicBezTo>
                    <a:pt x="192" y="507"/>
                    <a:pt x="82" y="533"/>
                    <a:pt x="33" y="533"/>
                  </a:cubicBezTo>
                  <a:cubicBezTo>
                    <a:pt x="9" y="533"/>
                    <a:pt x="0" y="527"/>
                    <a:pt x="0" y="527"/>
                  </a:cubicBezTo>
                  <a:lnTo>
                    <a:pt x="0" y="527"/>
                  </a:lnTo>
                  <a:lnTo>
                    <a:pt x="7" y="616"/>
                  </a:lnTo>
                  <a:cubicBezTo>
                    <a:pt x="7" y="616"/>
                    <a:pt x="9" y="616"/>
                    <a:pt x="12" y="616"/>
                  </a:cubicBezTo>
                  <a:cubicBezTo>
                    <a:pt x="56" y="616"/>
                    <a:pt x="397" y="596"/>
                    <a:pt x="763"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37"/>
            <p:cNvSpPr/>
            <p:nvPr/>
          </p:nvSpPr>
          <p:spPr>
            <a:xfrm>
              <a:off x="5845625" y="4163296"/>
              <a:ext cx="51267" cy="42044"/>
            </a:xfrm>
            <a:custGeom>
              <a:avLst/>
              <a:gdLst/>
              <a:ahLst/>
              <a:cxnLst/>
              <a:rect l="l" t="t" r="r" b="b"/>
              <a:pathLst>
                <a:path w="617" h="506" extrusionOk="0">
                  <a:moveTo>
                    <a:pt x="1" y="1"/>
                  </a:moveTo>
                  <a:lnTo>
                    <a:pt x="1" y="1"/>
                  </a:lnTo>
                  <a:cubicBezTo>
                    <a:pt x="303" y="493"/>
                    <a:pt x="579" y="506"/>
                    <a:pt x="607" y="506"/>
                  </a:cubicBezTo>
                  <a:cubicBezTo>
                    <a:pt x="608" y="506"/>
                    <a:pt x="609" y="506"/>
                    <a:pt x="609" y="506"/>
                  </a:cubicBezTo>
                  <a:lnTo>
                    <a:pt x="616" y="431"/>
                  </a:lnTo>
                  <a:lnTo>
                    <a:pt x="616" y="431"/>
                  </a:lnTo>
                  <a:cubicBezTo>
                    <a:pt x="616" y="431"/>
                    <a:pt x="610" y="436"/>
                    <a:pt x="593" y="436"/>
                  </a:cubicBezTo>
                  <a:cubicBezTo>
                    <a:pt x="557" y="436"/>
                    <a:pt x="469" y="415"/>
                    <a:pt x="282" y="284"/>
                  </a:cubicBezTo>
                  <a:cubicBezTo>
                    <a:pt x="127" y="172"/>
                    <a:pt x="1" y="1"/>
                    <a:pt x="1"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37"/>
            <p:cNvSpPr/>
            <p:nvPr/>
          </p:nvSpPr>
          <p:spPr>
            <a:xfrm>
              <a:off x="4970770" y="3920175"/>
              <a:ext cx="400245" cy="389194"/>
            </a:xfrm>
            <a:custGeom>
              <a:avLst/>
              <a:gdLst/>
              <a:ahLst/>
              <a:cxnLst/>
              <a:rect l="l" t="t" r="r" b="b"/>
              <a:pathLst>
                <a:path w="4817" h="4684" extrusionOk="0">
                  <a:moveTo>
                    <a:pt x="2475" y="1"/>
                  </a:moveTo>
                  <a:cubicBezTo>
                    <a:pt x="2390" y="1"/>
                    <a:pt x="2305" y="23"/>
                    <a:pt x="2230" y="67"/>
                  </a:cubicBezTo>
                  <a:cubicBezTo>
                    <a:pt x="1704" y="400"/>
                    <a:pt x="0" y="4684"/>
                    <a:pt x="2476" y="4684"/>
                  </a:cubicBezTo>
                  <a:cubicBezTo>
                    <a:pt x="4816" y="4684"/>
                    <a:pt x="3253" y="400"/>
                    <a:pt x="2719" y="67"/>
                  </a:cubicBezTo>
                  <a:cubicBezTo>
                    <a:pt x="2646" y="23"/>
                    <a:pt x="2561" y="1"/>
                    <a:pt x="2475" y="1"/>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37"/>
            <p:cNvSpPr/>
            <p:nvPr/>
          </p:nvSpPr>
          <p:spPr>
            <a:xfrm>
              <a:off x="4976919" y="3936710"/>
              <a:ext cx="187950" cy="370748"/>
            </a:xfrm>
            <a:custGeom>
              <a:avLst/>
              <a:gdLst/>
              <a:ahLst/>
              <a:cxnLst/>
              <a:rect l="l" t="t" r="r" b="b"/>
              <a:pathLst>
                <a:path w="2262" h="4462" extrusionOk="0">
                  <a:moveTo>
                    <a:pt x="2027" y="0"/>
                  </a:moveTo>
                  <a:cubicBezTo>
                    <a:pt x="2026" y="0"/>
                    <a:pt x="2024" y="1"/>
                    <a:pt x="2023" y="2"/>
                  </a:cubicBezTo>
                  <a:cubicBezTo>
                    <a:pt x="1512" y="327"/>
                    <a:pt x="1" y="4462"/>
                    <a:pt x="2261" y="4462"/>
                  </a:cubicBezTo>
                  <a:cubicBezTo>
                    <a:pt x="2261" y="4462"/>
                    <a:pt x="1690" y="4410"/>
                    <a:pt x="1653" y="2795"/>
                  </a:cubicBezTo>
                  <a:cubicBezTo>
                    <a:pt x="1623" y="1194"/>
                    <a:pt x="2088" y="0"/>
                    <a:pt x="2027" y="0"/>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37"/>
            <p:cNvSpPr/>
            <p:nvPr/>
          </p:nvSpPr>
          <p:spPr>
            <a:xfrm>
              <a:off x="5157972" y="4122000"/>
              <a:ext cx="27669" cy="264392"/>
            </a:xfrm>
            <a:custGeom>
              <a:avLst/>
              <a:gdLst/>
              <a:ahLst/>
              <a:cxnLst/>
              <a:rect l="l" t="t" r="r" b="b"/>
              <a:pathLst>
                <a:path w="333" h="3182" extrusionOk="0">
                  <a:moveTo>
                    <a:pt x="165" y="0"/>
                  </a:moveTo>
                  <a:cubicBezTo>
                    <a:pt x="163" y="0"/>
                    <a:pt x="162" y="4"/>
                    <a:pt x="162" y="16"/>
                  </a:cubicBezTo>
                  <a:lnTo>
                    <a:pt x="0" y="3181"/>
                  </a:lnTo>
                  <a:lnTo>
                    <a:pt x="333" y="3181"/>
                  </a:lnTo>
                  <a:cubicBezTo>
                    <a:pt x="319" y="1825"/>
                    <a:pt x="200" y="16"/>
                    <a:pt x="171" y="16"/>
                  </a:cubicBezTo>
                  <a:cubicBezTo>
                    <a:pt x="171" y="16"/>
                    <a:pt x="167" y="0"/>
                    <a:pt x="165"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37"/>
            <p:cNvSpPr/>
            <p:nvPr/>
          </p:nvSpPr>
          <p:spPr>
            <a:xfrm>
              <a:off x="5096901" y="4215643"/>
              <a:ext cx="75363" cy="60490"/>
            </a:xfrm>
            <a:custGeom>
              <a:avLst/>
              <a:gdLst/>
              <a:ahLst/>
              <a:cxnLst/>
              <a:rect l="l" t="t" r="r" b="b"/>
              <a:pathLst>
                <a:path w="907" h="728" extrusionOk="0">
                  <a:moveTo>
                    <a:pt x="1" y="0"/>
                  </a:moveTo>
                  <a:cubicBezTo>
                    <a:pt x="443" y="709"/>
                    <a:pt x="844" y="728"/>
                    <a:pt x="886" y="728"/>
                  </a:cubicBezTo>
                  <a:cubicBezTo>
                    <a:pt x="889" y="728"/>
                    <a:pt x="890" y="728"/>
                    <a:pt x="890" y="728"/>
                  </a:cubicBezTo>
                  <a:lnTo>
                    <a:pt x="906" y="623"/>
                  </a:lnTo>
                  <a:lnTo>
                    <a:pt x="906" y="623"/>
                  </a:lnTo>
                  <a:cubicBezTo>
                    <a:pt x="906" y="623"/>
                    <a:pt x="896" y="630"/>
                    <a:pt x="868" y="630"/>
                  </a:cubicBezTo>
                  <a:cubicBezTo>
                    <a:pt x="812" y="630"/>
                    <a:pt x="681" y="599"/>
                    <a:pt x="417" y="409"/>
                  </a:cubicBezTo>
                  <a:cubicBezTo>
                    <a:pt x="186" y="246"/>
                    <a:pt x="1" y="1"/>
                    <a:pt x="1"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37"/>
            <p:cNvSpPr/>
            <p:nvPr/>
          </p:nvSpPr>
          <p:spPr>
            <a:xfrm>
              <a:off x="5172181" y="4199108"/>
              <a:ext cx="63481" cy="51183"/>
            </a:xfrm>
            <a:custGeom>
              <a:avLst/>
              <a:gdLst/>
              <a:ahLst/>
              <a:cxnLst/>
              <a:rect l="l" t="t" r="r" b="b"/>
              <a:pathLst>
                <a:path w="764" h="616" extrusionOk="0">
                  <a:moveTo>
                    <a:pt x="763" y="0"/>
                  </a:moveTo>
                  <a:lnTo>
                    <a:pt x="763" y="0"/>
                  </a:lnTo>
                  <a:cubicBezTo>
                    <a:pt x="763" y="0"/>
                    <a:pt x="606" y="208"/>
                    <a:pt x="414" y="342"/>
                  </a:cubicBezTo>
                  <a:cubicBezTo>
                    <a:pt x="184" y="506"/>
                    <a:pt x="76" y="533"/>
                    <a:pt x="30" y="533"/>
                  </a:cubicBezTo>
                  <a:cubicBezTo>
                    <a:pt x="8" y="533"/>
                    <a:pt x="0" y="527"/>
                    <a:pt x="0" y="527"/>
                  </a:cubicBezTo>
                  <a:lnTo>
                    <a:pt x="0" y="527"/>
                  </a:lnTo>
                  <a:lnTo>
                    <a:pt x="7" y="616"/>
                  </a:lnTo>
                  <a:cubicBezTo>
                    <a:pt x="7" y="616"/>
                    <a:pt x="8" y="616"/>
                    <a:pt x="9" y="616"/>
                  </a:cubicBezTo>
                  <a:cubicBezTo>
                    <a:pt x="39" y="616"/>
                    <a:pt x="387" y="603"/>
                    <a:pt x="763"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37"/>
            <p:cNvSpPr/>
            <p:nvPr/>
          </p:nvSpPr>
          <p:spPr>
            <a:xfrm>
              <a:off x="5120415" y="4162133"/>
              <a:ext cx="51848" cy="41296"/>
            </a:xfrm>
            <a:custGeom>
              <a:avLst/>
              <a:gdLst/>
              <a:ahLst/>
              <a:cxnLst/>
              <a:rect l="l" t="t" r="r" b="b"/>
              <a:pathLst>
                <a:path w="624" h="497" extrusionOk="0">
                  <a:moveTo>
                    <a:pt x="1" y="1"/>
                  </a:moveTo>
                  <a:cubicBezTo>
                    <a:pt x="302" y="484"/>
                    <a:pt x="583" y="497"/>
                    <a:pt x="612" y="497"/>
                  </a:cubicBezTo>
                  <a:cubicBezTo>
                    <a:pt x="613" y="497"/>
                    <a:pt x="614" y="497"/>
                    <a:pt x="614" y="497"/>
                  </a:cubicBezTo>
                  <a:lnTo>
                    <a:pt x="623" y="422"/>
                  </a:lnTo>
                  <a:lnTo>
                    <a:pt x="623" y="422"/>
                  </a:lnTo>
                  <a:cubicBezTo>
                    <a:pt x="623" y="422"/>
                    <a:pt x="615" y="429"/>
                    <a:pt x="591" y="429"/>
                  </a:cubicBezTo>
                  <a:cubicBezTo>
                    <a:pt x="549" y="429"/>
                    <a:pt x="458" y="407"/>
                    <a:pt x="282" y="282"/>
                  </a:cubicBezTo>
                  <a:cubicBezTo>
                    <a:pt x="125" y="171"/>
                    <a:pt x="1" y="1"/>
                    <a:pt x="1"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37"/>
            <p:cNvSpPr/>
            <p:nvPr/>
          </p:nvSpPr>
          <p:spPr>
            <a:xfrm>
              <a:off x="5079784" y="3847803"/>
              <a:ext cx="471037" cy="457909"/>
            </a:xfrm>
            <a:custGeom>
              <a:avLst/>
              <a:gdLst/>
              <a:ahLst/>
              <a:cxnLst/>
              <a:rect l="l" t="t" r="r" b="b"/>
              <a:pathLst>
                <a:path w="5669" h="5511" extrusionOk="0">
                  <a:moveTo>
                    <a:pt x="2909" y="1"/>
                  </a:moveTo>
                  <a:cubicBezTo>
                    <a:pt x="2808" y="1"/>
                    <a:pt x="2708" y="27"/>
                    <a:pt x="2624" y="79"/>
                  </a:cubicBezTo>
                  <a:cubicBezTo>
                    <a:pt x="2001" y="471"/>
                    <a:pt x="1" y="5510"/>
                    <a:pt x="2912" y="5510"/>
                  </a:cubicBezTo>
                  <a:cubicBezTo>
                    <a:pt x="5668" y="5510"/>
                    <a:pt x="3824" y="471"/>
                    <a:pt x="3202" y="79"/>
                  </a:cubicBezTo>
                  <a:cubicBezTo>
                    <a:pt x="3113" y="27"/>
                    <a:pt x="3011" y="1"/>
                    <a:pt x="2909" y="1"/>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37"/>
            <p:cNvSpPr/>
            <p:nvPr/>
          </p:nvSpPr>
          <p:spPr>
            <a:xfrm>
              <a:off x="5088924" y="3867080"/>
              <a:ext cx="222930" cy="440377"/>
            </a:xfrm>
            <a:custGeom>
              <a:avLst/>
              <a:gdLst/>
              <a:ahLst/>
              <a:cxnLst/>
              <a:rect l="l" t="t" r="r" b="b"/>
              <a:pathLst>
                <a:path w="2683" h="5300" extrusionOk="0">
                  <a:moveTo>
                    <a:pt x="2413" y="1"/>
                  </a:moveTo>
                  <a:cubicBezTo>
                    <a:pt x="2412" y="1"/>
                    <a:pt x="2410" y="1"/>
                    <a:pt x="2409" y="2"/>
                  </a:cubicBezTo>
                  <a:cubicBezTo>
                    <a:pt x="1793" y="388"/>
                    <a:pt x="1" y="5300"/>
                    <a:pt x="2683" y="5300"/>
                  </a:cubicBezTo>
                  <a:cubicBezTo>
                    <a:pt x="2683" y="5300"/>
                    <a:pt x="2009" y="5241"/>
                    <a:pt x="1971" y="3322"/>
                  </a:cubicBezTo>
                  <a:cubicBezTo>
                    <a:pt x="1928" y="1421"/>
                    <a:pt x="2478" y="1"/>
                    <a:pt x="2413" y="1"/>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37"/>
            <p:cNvSpPr/>
            <p:nvPr/>
          </p:nvSpPr>
          <p:spPr>
            <a:xfrm>
              <a:off x="5303213" y="4092420"/>
              <a:ext cx="30826" cy="293972"/>
            </a:xfrm>
            <a:custGeom>
              <a:avLst/>
              <a:gdLst/>
              <a:ahLst/>
              <a:cxnLst/>
              <a:rect l="l" t="t" r="r" b="b"/>
              <a:pathLst>
                <a:path w="371" h="3538" extrusionOk="0">
                  <a:moveTo>
                    <a:pt x="187" y="0"/>
                  </a:moveTo>
                  <a:cubicBezTo>
                    <a:pt x="186" y="0"/>
                    <a:pt x="185" y="4"/>
                    <a:pt x="185" y="16"/>
                  </a:cubicBezTo>
                  <a:lnTo>
                    <a:pt x="1" y="3537"/>
                  </a:lnTo>
                  <a:lnTo>
                    <a:pt x="370" y="3537"/>
                  </a:lnTo>
                  <a:cubicBezTo>
                    <a:pt x="356" y="2033"/>
                    <a:pt x="223" y="16"/>
                    <a:pt x="193" y="16"/>
                  </a:cubicBezTo>
                  <a:cubicBezTo>
                    <a:pt x="193" y="16"/>
                    <a:pt x="189" y="0"/>
                    <a:pt x="187"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37"/>
            <p:cNvSpPr/>
            <p:nvPr/>
          </p:nvSpPr>
          <p:spPr>
            <a:xfrm>
              <a:off x="5236160" y="4196615"/>
              <a:ext cx="83090" cy="67137"/>
            </a:xfrm>
            <a:custGeom>
              <a:avLst/>
              <a:gdLst/>
              <a:ahLst/>
              <a:cxnLst/>
              <a:rect l="l" t="t" r="r" b="b"/>
              <a:pathLst>
                <a:path w="1000" h="808" extrusionOk="0">
                  <a:moveTo>
                    <a:pt x="0" y="0"/>
                  </a:moveTo>
                  <a:lnTo>
                    <a:pt x="0" y="0"/>
                  </a:lnTo>
                  <a:cubicBezTo>
                    <a:pt x="484" y="787"/>
                    <a:pt x="935" y="807"/>
                    <a:pt x="981" y="807"/>
                  </a:cubicBezTo>
                  <a:cubicBezTo>
                    <a:pt x="984" y="807"/>
                    <a:pt x="985" y="807"/>
                    <a:pt x="985" y="807"/>
                  </a:cubicBezTo>
                  <a:lnTo>
                    <a:pt x="1000" y="690"/>
                  </a:lnTo>
                  <a:lnTo>
                    <a:pt x="1000" y="690"/>
                  </a:lnTo>
                  <a:cubicBezTo>
                    <a:pt x="1000" y="690"/>
                    <a:pt x="989" y="697"/>
                    <a:pt x="960" y="697"/>
                  </a:cubicBezTo>
                  <a:cubicBezTo>
                    <a:pt x="899" y="697"/>
                    <a:pt x="755" y="664"/>
                    <a:pt x="452" y="452"/>
                  </a:cubicBezTo>
                  <a:cubicBezTo>
                    <a:pt x="199" y="274"/>
                    <a:pt x="0" y="0"/>
                    <a:pt x="0"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37"/>
            <p:cNvSpPr/>
            <p:nvPr/>
          </p:nvSpPr>
          <p:spPr>
            <a:xfrm>
              <a:off x="5319167" y="4178086"/>
              <a:ext cx="70294" cy="56834"/>
            </a:xfrm>
            <a:custGeom>
              <a:avLst/>
              <a:gdLst/>
              <a:ahLst/>
              <a:cxnLst/>
              <a:rect l="l" t="t" r="r" b="b"/>
              <a:pathLst>
                <a:path w="846" h="684" extrusionOk="0">
                  <a:moveTo>
                    <a:pt x="845" y="1"/>
                  </a:moveTo>
                  <a:cubicBezTo>
                    <a:pt x="845" y="1"/>
                    <a:pt x="676" y="230"/>
                    <a:pt x="461" y="387"/>
                  </a:cubicBezTo>
                  <a:cubicBezTo>
                    <a:pt x="210" y="564"/>
                    <a:pt x="89" y="593"/>
                    <a:pt x="37" y="593"/>
                  </a:cubicBezTo>
                  <a:cubicBezTo>
                    <a:pt x="10" y="593"/>
                    <a:pt x="1" y="586"/>
                    <a:pt x="1" y="586"/>
                  </a:cubicBezTo>
                  <a:lnTo>
                    <a:pt x="1" y="586"/>
                  </a:lnTo>
                  <a:lnTo>
                    <a:pt x="9" y="684"/>
                  </a:lnTo>
                  <a:cubicBezTo>
                    <a:pt x="9" y="684"/>
                    <a:pt x="11" y="684"/>
                    <a:pt x="13" y="684"/>
                  </a:cubicBezTo>
                  <a:cubicBezTo>
                    <a:pt x="55" y="684"/>
                    <a:pt x="434" y="665"/>
                    <a:pt x="845"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37"/>
            <p:cNvSpPr/>
            <p:nvPr/>
          </p:nvSpPr>
          <p:spPr>
            <a:xfrm>
              <a:off x="5262001" y="4136873"/>
              <a:ext cx="57249" cy="46364"/>
            </a:xfrm>
            <a:custGeom>
              <a:avLst/>
              <a:gdLst/>
              <a:ahLst/>
              <a:cxnLst/>
              <a:rect l="l" t="t" r="r" b="b"/>
              <a:pathLst>
                <a:path w="689" h="558" extrusionOk="0">
                  <a:moveTo>
                    <a:pt x="0" y="1"/>
                  </a:moveTo>
                  <a:lnTo>
                    <a:pt x="0" y="1"/>
                  </a:lnTo>
                  <a:cubicBezTo>
                    <a:pt x="339" y="544"/>
                    <a:pt x="650" y="557"/>
                    <a:pt x="679" y="557"/>
                  </a:cubicBezTo>
                  <a:cubicBezTo>
                    <a:pt x="681" y="557"/>
                    <a:pt x="681" y="557"/>
                    <a:pt x="681" y="557"/>
                  </a:cubicBezTo>
                  <a:lnTo>
                    <a:pt x="689" y="475"/>
                  </a:lnTo>
                  <a:lnTo>
                    <a:pt x="689" y="475"/>
                  </a:lnTo>
                  <a:cubicBezTo>
                    <a:pt x="689" y="475"/>
                    <a:pt x="681" y="481"/>
                    <a:pt x="660" y="481"/>
                  </a:cubicBezTo>
                  <a:cubicBezTo>
                    <a:pt x="617" y="481"/>
                    <a:pt x="517" y="457"/>
                    <a:pt x="312" y="312"/>
                  </a:cubicBezTo>
                  <a:cubicBezTo>
                    <a:pt x="141" y="193"/>
                    <a:pt x="0" y="1"/>
                    <a:pt x="0"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37"/>
            <p:cNvSpPr/>
            <p:nvPr/>
          </p:nvSpPr>
          <p:spPr>
            <a:xfrm>
              <a:off x="4913521" y="3981744"/>
              <a:ext cx="214954" cy="270956"/>
            </a:xfrm>
            <a:custGeom>
              <a:avLst/>
              <a:gdLst/>
              <a:ahLst/>
              <a:cxnLst/>
              <a:rect l="l" t="t" r="r" b="b"/>
              <a:pathLst>
                <a:path w="2587" h="3261" extrusionOk="0">
                  <a:moveTo>
                    <a:pt x="1290" y="0"/>
                  </a:moveTo>
                  <a:cubicBezTo>
                    <a:pt x="734" y="0"/>
                    <a:pt x="275" y="452"/>
                    <a:pt x="275" y="1016"/>
                  </a:cubicBezTo>
                  <a:cubicBezTo>
                    <a:pt x="275" y="1067"/>
                    <a:pt x="282" y="1112"/>
                    <a:pt x="289" y="1156"/>
                  </a:cubicBezTo>
                  <a:cubicBezTo>
                    <a:pt x="111" y="1379"/>
                    <a:pt x="1" y="1659"/>
                    <a:pt x="1" y="1964"/>
                  </a:cubicBezTo>
                  <a:cubicBezTo>
                    <a:pt x="1" y="2682"/>
                    <a:pt x="579" y="3260"/>
                    <a:pt x="1290" y="3260"/>
                  </a:cubicBezTo>
                  <a:cubicBezTo>
                    <a:pt x="2009" y="3260"/>
                    <a:pt x="2587" y="2682"/>
                    <a:pt x="2587" y="1964"/>
                  </a:cubicBezTo>
                  <a:cubicBezTo>
                    <a:pt x="2587" y="1659"/>
                    <a:pt x="2475" y="1379"/>
                    <a:pt x="2297" y="1156"/>
                  </a:cubicBezTo>
                  <a:cubicBezTo>
                    <a:pt x="2304" y="1112"/>
                    <a:pt x="2313" y="1067"/>
                    <a:pt x="2313" y="1016"/>
                  </a:cubicBezTo>
                  <a:cubicBezTo>
                    <a:pt x="2313" y="452"/>
                    <a:pt x="1852" y="0"/>
                    <a:pt x="1290" y="0"/>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37"/>
            <p:cNvSpPr/>
            <p:nvPr/>
          </p:nvSpPr>
          <p:spPr>
            <a:xfrm>
              <a:off x="5020707" y="4064419"/>
              <a:ext cx="9805" cy="321974"/>
            </a:xfrm>
            <a:custGeom>
              <a:avLst/>
              <a:gdLst/>
              <a:ahLst/>
              <a:cxnLst/>
              <a:rect l="l" t="t" r="r" b="b"/>
              <a:pathLst>
                <a:path w="118" h="3875" extrusionOk="0">
                  <a:moveTo>
                    <a:pt x="54" y="0"/>
                  </a:moveTo>
                  <a:cubicBezTo>
                    <a:pt x="53" y="0"/>
                    <a:pt x="52" y="4"/>
                    <a:pt x="52" y="14"/>
                  </a:cubicBezTo>
                  <a:lnTo>
                    <a:pt x="0" y="3821"/>
                  </a:lnTo>
                  <a:cubicBezTo>
                    <a:pt x="0" y="3851"/>
                    <a:pt x="22" y="3874"/>
                    <a:pt x="52" y="3874"/>
                  </a:cubicBezTo>
                  <a:lnTo>
                    <a:pt x="59" y="3874"/>
                  </a:lnTo>
                  <a:cubicBezTo>
                    <a:pt x="96" y="3874"/>
                    <a:pt x="118" y="3851"/>
                    <a:pt x="118" y="3821"/>
                  </a:cubicBezTo>
                  <a:cubicBezTo>
                    <a:pt x="118" y="3821"/>
                    <a:pt x="96" y="14"/>
                    <a:pt x="59" y="14"/>
                  </a:cubicBezTo>
                  <a:cubicBezTo>
                    <a:pt x="59" y="14"/>
                    <a:pt x="56" y="0"/>
                    <a:pt x="54"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37"/>
            <p:cNvSpPr/>
            <p:nvPr/>
          </p:nvSpPr>
          <p:spPr>
            <a:xfrm>
              <a:off x="4964539" y="4142524"/>
              <a:ext cx="61071" cy="49854"/>
            </a:xfrm>
            <a:custGeom>
              <a:avLst/>
              <a:gdLst/>
              <a:ahLst/>
              <a:cxnLst/>
              <a:rect l="l" t="t" r="r" b="b"/>
              <a:pathLst>
                <a:path w="735" h="600" extrusionOk="0">
                  <a:moveTo>
                    <a:pt x="0" y="0"/>
                  </a:moveTo>
                  <a:lnTo>
                    <a:pt x="0" y="0"/>
                  </a:lnTo>
                  <a:cubicBezTo>
                    <a:pt x="353" y="580"/>
                    <a:pt x="679" y="600"/>
                    <a:pt x="723" y="600"/>
                  </a:cubicBezTo>
                  <a:cubicBezTo>
                    <a:pt x="726" y="600"/>
                    <a:pt x="728" y="599"/>
                    <a:pt x="728" y="599"/>
                  </a:cubicBezTo>
                  <a:lnTo>
                    <a:pt x="735" y="511"/>
                  </a:lnTo>
                  <a:lnTo>
                    <a:pt x="735" y="511"/>
                  </a:lnTo>
                  <a:cubicBezTo>
                    <a:pt x="735" y="511"/>
                    <a:pt x="726" y="517"/>
                    <a:pt x="702" y="517"/>
                  </a:cubicBezTo>
                  <a:cubicBezTo>
                    <a:pt x="656" y="517"/>
                    <a:pt x="550" y="492"/>
                    <a:pt x="335" y="340"/>
                  </a:cubicBezTo>
                  <a:cubicBezTo>
                    <a:pt x="150" y="199"/>
                    <a:pt x="1" y="0"/>
                    <a:pt x="0"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37"/>
            <p:cNvSpPr/>
            <p:nvPr/>
          </p:nvSpPr>
          <p:spPr>
            <a:xfrm>
              <a:off x="5025527" y="4128315"/>
              <a:ext cx="51848" cy="42459"/>
            </a:xfrm>
            <a:custGeom>
              <a:avLst/>
              <a:gdLst/>
              <a:ahLst/>
              <a:cxnLst/>
              <a:rect l="l" t="t" r="r" b="b"/>
              <a:pathLst>
                <a:path w="624" h="511" extrusionOk="0">
                  <a:moveTo>
                    <a:pt x="623" y="0"/>
                  </a:moveTo>
                  <a:cubicBezTo>
                    <a:pt x="623" y="0"/>
                    <a:pt x="497" y="178"/>
                    <a:pt x="342" y="289"/>
                  </a:cubicBezTo>
                  <a:cubicBezTo>
                    <a:pt x="156" y="421"/>
                    <a:pt x="67" y="444"/>
                    <a:pt x="28" y="444"/>
                  </a:cubicBezTo>
                  <a:cubicBezTo>
                    <a:pt x="8" y="444"/>
                    <a:pt x="1" y="438"/>
                    <a:pt x="1" y="438"/>
                  </a:cubicBezTo>
                  <a:lnTo>
                    <a:pt x="1" y="438"/>
                  </a:lnTo>
                  <a:lnTo>
                    <a:pt x="8" y="511"/>
                  </a:lnTo>
                  <a:cubicBezTo>
                    <a:pt x="8" y="511"/>
                    <a:pt x="9" y="511"/>
                    <a:pt x="11" y="511"/>
                  </a:cubicBezTo>
                  <a:cubicBezTo>
                    <a:pt x="42" y="511"/>
                    <a:pt x="323" y="497"/>
                    <a:pt x="623"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37"/>
            <p:cNvSpPr/>
            <p:nvPr/>
          </p:nvSpPr>
          <p:spPr>
            <a:xfrm>
              <a:off x="4983732" y="4098153"/>
              <a:ext cx="41877" cy="33901"/>
            </a:xfrm>
            <a:custGeom>
              <a:avLst/>
              <a:gdLst/>
              <a:ahLst/>
              <a:cxnLst/>
              <a:rect l="l" t="t" r="r" b="b"/>
              <a:pathLst>
                <a:path w="504" h="408" extrusionOk="0">
                  <a:moveTo>
                    <a:pt x="1" y="1"/>
                  </a:moveTo>
                  <a:lnTo>
                    <a:pt x="1" y="1"/>
                  </a:lnTo>
                  <a:cubicBezTo>
                    <a:pt x="242" y="395"/>
                    <a:pt x="467" y="408"/>
                    <a:pt x="494" y="408"/>
                  </a:cubicBezTo>
                  <a:cubicBezTo>
                    <a:pt x="496" y="408"/>
                    <a:pt x="497" y="408"/>
                    <a:pt x="497" y="408"/>
                  </a:cubicBezTo>
                  <a:lnTo>
                    <a:pt x="504" y="347"/>
                  </a:lnTo>
                  <a:lnTo>
                    <a:pt x="504" y="347"/>
                  </a:lnTo>
                  <a:cubicBezTo>
                    <a:pt x="504" y="347"/>
                    <a:pt x="497" y="353"/>
                    <a:pt x="479" y="353"/>
                  </a:cubicBezTo>
                  <a:cubicBezTo>
                    <a:pt x="446" y="353"/>
                    <a:pt x="374" y="334"/>
                    <a:pt x="230" y="230"/>
                  </a:cubicBezTo>
                  <a:cubicBezTo>
                    <a:pt x="104" y="141"/>
                    <a:pt x="1" y="1"/>
                    <a:pt x="1"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37"/>
            <p:cNvSpPr/>
            <p:nvPr/>
          </p:nvSpPr>
          <p:spPr>
            <a:xfrm>
              <a:off x="4520672" y="4091922"/>
              <a:ext cx="154049" cy="194763"/>
            </a:xfrm>
            <a:custGeom>
              <a:avLst/>
              <a:gdLst/>
              <a:ahLst/>
              <a:cxnLst/>
              <a:rect l="l" t="t" r="r" b="b"/>
              <a:pathLst>
                <a:path w="1854" h="2344" extrusionOk="0">
                  <a:moveTo>
                    <a:pt x="927" y="1"/>
                  </a:moveTo>
                  <a:cubicBezTo>
                    <a:pt x="527" y="1"/>
                    <a:pt x="194" y="326"/>
                    <a:pt x="194" y="734"/>
                  </a:cubicBezTo>
                  <a:cubicBezTo>
                    <a:pt x="194" y="764"/>
                    <a:pt x="201" y="801"/>
                    <a:pt x="208" y="831"/>
                  </a:cubicBezTo>
                  <a:cubicBezTo>
                    <a:pt x="75" y="993"/>
                    <a:pt x="0" y="1194"/>
                    <a:pt x="0" y="1417"/>
                  </a:cubicBezTo>
                  <a:cubicBezTo>
                    <a:pt x="0" y="1927"/>
                    <a:pt x="416" y="2343"/>
                    <a:pt x="927" y="2343"/>
                  </a:cubicBezTo>
                  <a:cubicBezTo>
                    <a:pt x="1439" y="2343"/>
                    <a:pt x="1853" y="1927"/>
                    <a:pt x="1853" y="1417"/>
                  </a:cubicBezTo>
                  <a:cubicBezTo>
                    <a:pt x="1853" y="1194"/>
                    <a:pt x="1772" y="993"/>
                    <a:pt x="1645" y="831"/>
                  </a:cubicBezTo>
                  <a:cubicBezTo>
                    <a:pt x="1652" y="801"/>
                    <a:pt x="1652" y="764"/>
                    <a:pt x="1652" y="734"/>
                  </a:cubicBezTo>
                  <a:cubicBezTo>
                    <a:pt x="1652" y="326"/>
                    <a:pt x="1327" y="1"/>
                    <a:pt x="927" y="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37"/>
            <p:cNvSpPr/>
            <p:nvPr/>
          </p:nvSpPr>
          <p:spPr>
            <a:xfrm>
              <a:off x="4597032" y="4151497"/>
              <a:ext cx="7478" cy="231156"/>
            </a:xfrm>
            <a:custGeom>
              <a:avLst/>
              <a:gdLst/>
              <a:ahLst/>
              <a:cxnLst/>
              <a:rect l="l" t="t" r="r" b="b"/>
              <a:pathLst>
                <a:path w="90" h="2782" extrusionOk="0">
                  <a:moveTo>
                    <a:pt x="47" y="0"/>
                  </a:moveTo>
                  <a:cubicBezTo>
                    <a:pt x="46" y="0"/>
                    <a:pt x="45" y="2"/>
                    <a:pt x="45" y="10"/>
                  </a:cubicBezTo>
                  <a:lnTo>
                    <a:pt x="1" y="2738"/>
                  </a:lnTo>
                  <a:cubicBezTo>
                    <a:pt x="1" y="2759"/>
                    <a:pt x="22" y="2782"/>
                    <a:pt x="45" y="2782"/>
                  </a:cubicBezTo>
                  <a:lnTo>
                    <a:pt x="52" y="2782"/>
                  </a:lnTo>
                  <a:cubicBezTo>
                    <a:pt x="75" y="2782"/>
                    <a:pt x="90" y="2759"/>
                    <a:pt x="90" y="2738"/>
                  </a:cubicBezTo>
                  <a:cubicBezTo>
                    <a:pt x="90" y="2738"/>
                    <a:pt x="75" y="10"/>
                    <a:pt x="52" y="10"/>
                  </a:cubicBezTo>
                  <a:cubicBezTo>
                    <a:pt x="52" y="10"/>
                    <a:pt x="49" y="0"/>
                    <a:pt x="47"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37"/>
            <p:cNvSpPr/>
            <p:nvPr/>
          </p:nvSpPr>
          <p:spPr>
            <a:xfrm>
              <a:off x="4556982" y="4207084"/>
              <a:ext cx="43872" cy="36393"/>
            </a:xfrm>
            <a:custGeom>
              <a:avLst/>
              <a:gdLst/>
              <a:ahLst/>
              <a:cxnLst/>
              <a:rect l="l" t="t" r="r" b="b"/>
              <a:pathLst>
                <a:path w="528" h="438" extrusionOk="0">
                  <a:moveTo>
                    <a:pt x="1" y="0"/>
                  </a:moveTo>
                  <a:cubicBezTo>
                    <a:pt x="266" y="431"/>
                    <a:pt x="505" y="438"/>
                    <a:pt x="519" y="438"/>
                  </a:cubicBezTo>
                  <a:cubicBezTo>
                    <a:pt x="520" y="438"/>
                    <a:pt x="520" y="438"/>
                    <a:pt x="520" y="438"/>
                  </a:cubicBezTo>
                  <a:lnTo>
                    <a:pt x="527" y="370"/>
                  </a:lnTo>
                  <a:lnTo>
                    <a:pt x="527" y="370"/>
                  </a:lnTo>
                  <a:cubicBezTo>
                    <a:pt x="527" y="370"/>
                    <a:pt x="521" y="375"/>
                    <a:pt x="504" y="375"/>
                  </a:cubicBezTo>
                  <a:cubicBezTo>
                    <a:pt x="470" y="375"/>
                    <a:pt x="396" y="356"/>
                    <a:pt x="246" y="246"/>
                  </a:cubicBezTo>
                  <a:cubicBezTo>
                    <a:pt x="104" y="148"/>
                    <a:pt x="1" y="0"/>
                    <a:pt x="1"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37"/>
            <p:cNvSpPr/>
            <p:nvPr/>
          </p:nvSpPr>
          <p:spPr>
            <a:xfrm>
              <a:off x="4600771" y="4197197"/>
              <a:ext cx="37557" cy="30909"/>
            </a:xfrm>
            <a:custGeom>
              <a:avLst/>
              <a:gdLst/>
              <a:ahLst/>
              <a:cxnLst/>
              <a:rect l="l" t="t" r="r" b="b"/>
              <a:pathLst>
                <a:path w="452" h="372" extrusionOk="0">
                  <a:moveTo>
                    <a:pt x="452" y="0"/>
                  </a:moveTo>
                  <a:lnTo>
                    <a:pt x="452" y="0"/>
                  </a:lnTo>
                  <a:cubicBezTo>
                    <a:pt x="452" y="0"/>
                    <a:pt x="356" y="126"/>
                    <a:pt x="244" y="208"/>
                  </a:cubicBezTo>
                  <a:cubicBezTo>
                    <a:pt x="102" y="308"/>
                    <a:pt x="39" y="323"/>
                    <a:pt x="14" y="323"/>
                  </a:cubicBezTo>
                  <a:cubicBezTo>
                    <a:pt x="4" y="323"/>
                    <a:pt x="0" y="320"/>
                    <a:pt x="0" y="320"/>
                  </a:cubicBezTo>
                  <a:lnTo>
                    <a:pt x="0" y="320"/>
                  </a:lnTo>
                  <a:lnTo>
                    <a:pt x="7" y="372"/>
                  </a:lnTo>
                  <a:cubicBezTo>
                    <a:pt x="7" y="372"/>
                    <a:pt x="8" y="372"/>
                    <a:pt x="8" y="372"/>
                  </a:cubicBezTo>
                  <a:cubicBezTo>
                    <a:pt x="22" y="372"/>
                    <a:pt x="224" y="365"/>
                    <a:pt x="452"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37"/>
            <p:cNvSpPr/>
            <p:nvPr/>
          </p:nvSpPr>
          <p:spPr>
            <a:xfrm>
              <a:off x="4570609" y="4175760"/>
              <a:ext cx="30245" cy="24595"/>
            </a:xfrm>
            <a:custGeom>
              <a:avLst/>
              <a:gdLst/>
              <a:ahLst/>
              <a:cxnLst/>
              <a:rect l="l" t="t" r="r" b="b"/>
              <a:pathLst>
                <a:path w="364" h="296" extrusionOk="0">
                  <a:moveTo>
                    <a:pt x="0" y="0"/>
                  </a:moveTo>
                  <a:cubicBezTo>
                    <a:pt x="184" y="289"/>
                    <a:pt x="348" y="295"/>
                    <a:pt x="362" y="295"/>
                  </a:cubicBezTo>
                  <a:cubicBezTo>
                    <a:pt x="363" y="295"/>
                    <a:pt x="363" y="295"/>
                    <a:pt x="363" y="295"/>
                  </a:cubicBezTo>
                  <a:lnTo>
                    <a:pt x="363" y="251"/>
                  </a:lnTo>
                  <a:cubicBezTo>
                    <a:pt x="363" y="251"/>
                    <a:pt x="359" y="254"/>
                    <a:pt x="347" y="254"/>
                  </a:cubicBezTo>
                  <a:cubicBezTo>
                    <a:pt x="325" y="254"/>
                    <a:pt x="274" y="241"/>
                    <a:pt x="171" y="162"/>
                  </a:cubicBezTo>
                  <a:cubicBezTo>
                    <a:pt x="73" y="96"/>
                    <a:pt x="0" y="0"/>
                    <a:pt x="0"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37"/>
            <p:cNvSpPr/>
            <p:nvPr/>
          </p:nvSpPr>
          <p:spPr>
            <a:xfrm>
              <a:off x="4235590" y="4259348"/>
              <a:ext cx="302448" cy="125715"/>
            </a:xfrm>
            <a:custGeom>
              <a:avLst/>
              <a:gdLst/>
              <a:ahLst/>
              <a:cxnLst/>
              <a:rect l="l" t="t" r="r" b="b"/>
              <a:pathLst>
                <a:path w="3640" h="1513" extrusionOk="0">
                  <a:moveTo>
                    <a:pt x="1215" y="1"/>
                  </a:moveTo>
                  <a:cubicBezTo>
                    <a:pt x="801" y="1"/>
                    <a:pt x="469" y="335"/>
                    <a:pt x="469" y="750"/>
                  </a:cubicBezTo>
                  <a:lnTo>
                    <a:pt x="469" y="764"/>
                  </a:lnTo>
                  <a:cubicBezTo>
                    <a:pt x="438" y="757"/>
                    <a:pt x="408" y="750"/>
                    <a:pt x="380" y="750"/>
                  </a:cubicBezTo>
                  <a:cubicBezTo>
                    <a:pt x="172" y="750"/>
                    <a:pt x="1" y="920"/>
                    <a:pt x="1" y="1128"/>
                  </a:cubicBezTo>
                  <a:cubicBezTo>
                    <a:pt x="1" y="1335"/>
                    <a:pt x="172" y="1498"/>
                    <a:pt x="380" y="1498"/>
                  </a:cubicBezTo>
                  <a:lnTo>
                    <a:pt x="380" y="1512"/>
                  </a:lnTo>
                  <a:lnTo>
                    <a:pt x="3403" y="1512"/>
                  </a:lnTo>
                  <a:lnTo>
                    <a:pt x="3403" y="1498"/>
                  </a:lnTo>
                  <a:cubicBezTo>
                    <a:pt x="3536" y="1475"/>
                    <a:pt x="3639" y="1365"/>
                    <a:pt x="3639" y="1217"/>
                  </a:cubicBezTo>
                  <a:cubicBezTo>
                    <a:pt x="3639" y="1061"/>
                    <a:pt x="3513" y="934"/>
                    <a:pt x="3358" y="934"/>
                  </a:cubicBezTo>
                  <a:cubicBezTo>
                    <a:pt x="3291" y="934"/>
                    <a:pt x="3232" y="965"/>
                    <a:pt x="3181" y="1002"/>
                  </a:cubicBezTo>
                  <a:lnTo>
                    <a:pt x="3181" y="965"/>
                  </a:lnTo>
                  <a:cubicBezTo>
                    <a:pt x="3181" y="668"/>
                    <a:pt x="2942" y="424"/>
                    <a:pt x="2647" y="424"/>
                  </a:cubicBezTo>
                  <a:cubicBezTo>
                    <a:pt x="2476" y="424"/>
                    <a:pt x="2327" y="497"/>
                    <a:pt x="2224" y="623"/>
                  </a:cubicBezTo>
                  <a:cubicBezTo>
                    <a:pt x="2186" y="609"/>
                    <a:pt x="2149" y="602"/>
                    <a:pt x="2114" y="602"/>
                  </a:cubicBezTo>
                  <a:cubicBezTo>
                    <a:pt x="2053" y="602"/>
                    <a:pt x="2001" y="616"/>
                    <a:pt x="1957" y="639"/>
                  </a:cubicBezTo>
                  <a:cubicBezTo>
                    <a:pt x="1898" y="275"/>
                    <a:pt x="1594" y="1"/>
                    <a:pt x="1215" y="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37"/>
            <p:cNvSpPr/>
            <p:nvPr/>
          </p:nvSpPr>
          <p:spPr>
            <a:xfrm>
              <a:off x="4273147" y="4263087"/>
              <a:ext cx="41296" cy="59742"/>
            </a:xfrm>
            <a:custGeom>
              <a:avLst/>
              <a:gdLst/>
              <a:ahLst/>
              <a:cxnLst/>
              <a:rect l="l" t="t" r="r" b="b"/>
              <a:pathLst>
                <a:path w="497" h="719" extrusionOk="0">
                  <a:moveTo>
                    <a:pt x="497" y="0"/>
                  </a:moveTo>
                  <a:lnTo>
                    <a:pt x="497" y="0"/>
                  </a:lnTo>
                  <a:cubicBezTo>
                    <a:pt x="209" y="82"/>
                    <a:pt x="1" y="349"/>
                    <a:pt x="1" y="667"/>
                  </a:cubicBezTo>
                  <a:lnTo>
                    <a:pt x="1" y="712"/>
                  </a:lnTo>
                  <a:cubicBezTo>
                    <a:pt x="8" y="712"/>
                    <a:pt x="8" y="712"/>
                    <a:pt x="17" y="719"/>
                  </a:cubicBezTo>
                  <a:lnTo>
                    <a:pt x="17" y="705"/>
                  </a:lnTo>
                  <a:cubicBezTo>
                    <a:pt x="17" y="386"/>
                    <a:pt x="216" y="112"/>
                    <a:pt x="497" y="0"/>
                  </a:cubicBezTo>
                  <a:close/>
                </a:path>
              </a:pathLst>
            </a:custGeom>
            <a:solidFill>
              <a:srgbClr val="959D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37"/>
            <p:cNvSpPr/>
            <p:nvPr/>
          </p:nvSpPr>
          <p:spPr>
            <a:xfrm>
              <a:off x="4273147" y="4261259"/>
              <a:ext cx="56834" cy="114083"/>
            </a:xfrm>
            <a:custGeom>
              <a:avLst/>
              <a:gdLst/>
              <a:ahLst/>
              <a:cxnLst/>
              <a:rect l="l" t="t" r="r" b="b"/>
              <a:pathLst>
                <a:path w="684" h="1373" extrusionOk="0">
                  <a:moveTo>
                    <a:pt x="683" y="1"/>
                  </a:moveTo>
                  <a:cubicBezTo>
                    <a:pt x="623" y="1"/>
                    <a:pt x="557" y="8"/>
                    <a:pt x="497" y="22"/>
                  </a:cubicBezTo>
                  <a:cubicBezTo>
                    <a:pt x="216" y="134"/>
                    <a:pt x="17" y="408"/>
                    <a:pt x="17" y="727"/>
                  </a:cubicBezTo>
                  <a:lnTo>
                    <a:pt x="17" y="741"/>
                  </a:lnTo>
                  <a:cubicBezTo>
                    <a:pt x="8" y="734"/>
                    <a:pt x="8" y="734"/>
                    <a:pt x="1" y="734"/>
                  </a:cubicBezTo>
                  <a:cubicBezTo>
                    <a:pt x="24" y="1089"/>
                    <a:pt x="319" y="1372"/>
                    <a:pt x="683" y="1372"/>
                  </a:cubicBezTo>
                  <a:cubicBezTo>
                    <a:pt x="683" y="1372"/>
                    <a:pt x="290" y="1246"/>
                    <a:pt x="260" y="689"/>
                  </a:cubicBezTo>
                  <a:cubicBezTo>
                    <a:pt x="230" y="179"/>
                    <a:pt x="683" y="1"/>
                    <a:pt x="683" y="1"/>
                  </a:cubicBezTo>
                  <a:close/>
                </a:path>
              </a:pathLst>
            </a:custGeom>
            <a:solidFill>
              <a:srgbClr val="BFE1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37"/>
            <p:cNvSpPr/>
            <p:nvPr/>
          </p:nvSpPr>
          <p:spPr>
            <a:xfrm>
              <a:off x="4382161" y="4309950"/>
              <a:ext cx="59825" cy="30162"/>
            </a:xfrm>
            <a:custGeom>
              <a:avLst/>
              <a:gdLst/>
              <a:ahLst/>
              <a:cxnLst/>
              <a:rect l="l" t="t" r="r" b="b"/>
              <a:pathLst>
                <a:path w="720" h="363" extrusionOk="0">
                  <a:moveTo>
                    <a:pt x="357" y="0"/>
                  </a:moveTo>
                  <a:cubicBezTo>
                    <a:pt x="163" y="7"/>
                    <a:pt x="1" y="171"/>
                    <a:pt x="8" y="363"/>
                  </a:cubicBezTo>
                  <a:cubicBezTo>
                    <a:pt x="8" y="363"/>
                    <a:pt x="67" y="164"/>
                    <a:pt x="357" y="141"/>
                  </a:cubicBezTo>
                  <a:lnTo>
                    <a:pt x="385" y="141"/>
                  </a:lnTo>
                  <a:cubicBezTo>
                    <a:pt x="630" y="141"/>
                    <a:pt x="719" y="356"/>
                    <a:pt x="719" y="356"/>
                  </a:cubicBezTo>
                  <a:cubicBezTo>
                    <a:pt x="719" y="164"/>
                    <a:pt x="556" y="0"/>
                    <a:pt x="364" y="0"/>
                  </a:cubicBezTo>
                  <a:close/>
                </a:path>
              </a:pathLst>
            </a:custGeom>
            <a:solidFill>
              <a:srgbClr val="BFE1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37"/>
            <p:cNvSpPr/>
            <p:nvPr/>
          </p:nvSpPr>
          <p:spPr>
            <a:xfrm>
              <a:off x="5192371" y="3780002"/>
              <a:ext cx="98046" cy="42958"/>
            </a:xfrm>
            <a:custGeom>
              <a:avLst/>
              <a:gdLst/>
              <a:ahLst/>
              <a:cxnLst/>
              <a:rect l="l" t="t" r="r" b="b"/>
              <a:pathLst>
                <a:path w="1180" h="517" extrusionOk="0">
                  <a:moveTo>
                    <a:pt x="1026" y="0"/>
                  </a:moveTo>
                  <a:cubicBezTo>
                    <a:pt x="950" y="0"/>
                    <a:pt x="859" y="34"/>
                    <a:pt x="771" y="102"/>
                  </a:cubicBezTo>
                  <a:cubicBezTo>
                    <a:pt x="698" y="154"/>
                    <a:pt x="637" y="228"/>
                    <a:pt x="609" y="294"/>
                  </a:cubicBezTo>
                  <a:cubicBezTo>
                    <a:pt x="548" y="250"/>
                    <a:pt x="468" y="220"/>
                    <a:pt x="380" y="205"/>
                  </a:cubicBezTo>
                  <a:cubicBezTo>
                    <a:pt x="346" y="200"/>
                    <a:pt x="315" y="198"/>
                    <a:pt x="285" y="198"/>
                  </a:cubicBezTo>
                  <a:cubicBezTo>
                    <a:pt x="128" y="198"/>
                    <a:pt x="20" y="263"/>
                    <a:pt x="1" y="369"/>
                  </a:cubicBezTo>
                  <a:cubicBezTo>
                    <a:pt x="1" y="369"/>
                    <a:pt x="44" y="287"/>
                    <a:pt x="248" y="287"/>
                  </a:cubicBezTo>
                  <a:cubicBezTo>
                    <a:pt x="282" y="287"/>
                    <a:pt x="320" y="289"/>
                    <a:pt x="364" y="294"/>
                  </a:cubicBezTo>
                  <a:cubicBezTo>
                    <a:pt x="460" y="301"/>
                    <a:pt x="534" y="332"/>
                    <a:pt x="586" y="362"/>
                  </a:cubicBezTo>
                  <a:lnTo>
                    <a:pt x="579" y="517"/>
                  </a:lnTo>
                  <a:lnTo>
                    <a:pt x="653" y="502"/>
                  </a:lnTo>
                  <a:lnTo>
                    <a:pt x="742" y="479"/>
                  </a:lnTo>
                  <a:lnTo>
                    <a:pt x="661" y="346"/>
                  </a:lnTo>
                  <a:cubicBezTo>
                    <a:pt x="698" y="294"/>
                    <a:pt x="742" y="236"/>
                    <a:pt x="824" y="168"/>
                  </a:cubicBezTo>
                  <a:cubicBezTo>
                    <a:pt x="938" y="77"/>
                    <a:pt x="1032" y="56"/>
                    <a:pt x="1094" y="56"/>
                  </a:cubicBezTo>
                  <a:cubicBezTo>
                    <a:pt x="1149" y="56"/>
                    <a:pt x="1180" y="72"/>
                    <a:pt x="1180" y="72"/>
                  </a:cubicBezTo>
                  <a:cubicBezTo>
                    <a:pt x="1145" y="25"/>
                    <a:pt x="1091" y="0"/>
                    <a:pt x="1026" y="0"/>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37"/>
            <p:cNvSpPr/>
            <p:nvPr/>
          </p:nvSpPr>
          <p:spPr>
            <a:xfrm>
              <a:off x="4806824" y="3215603"/>
              <a:ext cx="152272" cy="73749"/>
            </a:xfrm>
            <a:custGeom>
              <a:avLst/>
              <a:gdLst/>
              <a:ahLst/>
              <a:cxnLst/>
              <a:rect l="l" t="t" r="r" b="b"/>
              <a:pathLst>
                <a:path w="993" h="481" extrusionOk="0">
                  <a:moveTo>
                    <a:pt x="851" y="0"/>
                  </a:moveTo>
                  <a:cubicBezTo>
                    <a:pt x="787" y="0"/>
                    <a:pt x="715" y="30"/>
                    <a:pt x="644" y="89"/>
                  </a:cubicBezTo>
                  <a:cubicBezTo>
                    <a:pt x="578" y="141"/>
                    <a:pt x="534" y="207"/>
                    <a:pt x="511" y="267"/>
                  </a:cubicBezTo>
                  <a:cubicBezTo>
                    <a:pt x="459" y="230"/>
                    <a:pt x="394" y="192"/>
                    <a:pt x="312" y="178"/>
                  </a:cubicBezTo>
                  <a:cubicBezTo>
                    <a:pt x="281" y="173"/>
                    <a:pt x="251" y="170"/>
                    <a:pt x="224" y="170"/>
                  </a:cubicBezTo>
                  <a:cubicBezTo>
                    <a:pt x="93" y="170"/>
                    <a:pt x="6" y="227"/>
                    <a:pt x="1" y="326"/>
                  </a:cubicBezTo>
                  <a:cubicBezTo>
                    <a:pt x="1" y="326"/>
                    <a:pt x="33" y="251"/>
                    <a:pt x="203" y="251"/>
                  </a:cubicBezTo>
                  <a:cubicBezTo>
                    <a:pt x="233" y="251"/>
                    <a:pt x="266" y="253"/>
                    <a:pt x="305" y="258"/>
                  </a:cubicBezTo>
                  <a:cubicBezTo>
                    <a:pt x="386" y="274"/>
                    <a:pt x="445" y="303"/>
                    <a:pt x="490" y="333"/>
                  </a:cubicBezTo>
                  <a:lnTo>
                    <a:pt x="490" y="480"/>
                  </a:lnTo>
                  <a:lnTo>
                    <a:pt x="555" y="466"/>
                  </a:lnTo>
                  <a:lnTo>
                    <a:pt x="630" y="452"/>
                  </a:lnTo>
                  <a:lnTo>
                    <a:pt x="555" y="319"/>
                  </a:lnTo>
                  <a:cubicBezTo>
                    <a:pt x="586" y="274"/>
                    <a:pt x="623" y="214"/>
                    <a:pt x="689" y="162"/>
                  </a:cubicBezTo>
                  <a:cubicBezTo>
                    <a:pt x="782" y="77"/>
                    <a:pt x="862" y="57"/>
                    <a:pt x="916" y="57"/>
                  </a:cubicBezTo>
                  <a:cubicBezTo>
                    <a:pt x="964" y="57"/>
                    <a:pt x="993" y="73"/>
                    <a:pt x="993" y="73"/>
                  </a:cubicBezTo>
                  <a:cubicBezTo>
                    <a:pt x="958" y="24"/>
                    <a:pt x="908" y="0"/>
                    <a:pt x="851" y="0"/>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37"/>
            <p:cNvSpPr/>
            <p:nvPr/>
          </p:nvSpPr>
          <p:spPr>
            <a:xfrm>
              <a:off x="4614314" y="3649467"/>
              <a:ext cx="49937" cy="21437"/>
            </a:xfrm>
            <a:custGeom>
              <a:avLst/>
              <a:gdLst/>
              <a:ahLst/>
              <a:cxnLst/>
              <a:rect l="l" t="t" r="r" b="b"/>
              <a:pathLst>
                <a:path w="601" h="258" extrusionOk="0">
                  <a:moveTo>
                    <a:pt x="520" y="1"/>
                  </a:moveTo>
                  <a:cubicBezTo>
                    <a:pt x="482" y="1"/>
                    <a:pt x="437" y="17"/>
                    <a:pt x="392" y="50"/>
                  </a:cubicBezTo>
                  <a:cubicBezTo>
                    <a:pt x="348" y="80"/>
                    <a:pt x="326" y="110"/>
                    <a:pt x="303" y="146"/>
                  </a:cubicBezTo>
                  <a:cubicBezTo>
                    <a:pt x="275" y="124"/>
                    <a:pt x="237" y="110"/>
                    <a:pt x="193" y="101"/>
                  </a:cubicBezTo>
                  <a:cubicBezTo>
                    <a:pt x="178" y="99"/>
                    <a:pt x="164" y="98"/>
                    <a:pt x="150" y="98"/>
                  </a:cubicBezTo>
                  <a:cubicBezTo>
                    <a:pt x="68" y="98"/>
                    <a:pt x="7" y="133"/>
                    <a:pt x="1" y="183"/>
                  </a:cubicBezTo>
                  <a:cubicBezTo>
                    <a:pt x="1" y="183"/>
                    <a:pt x="23" y="143"/>
                    <a:pt x="134" y="143"/>
                  </a:cubicBezTo>
                  <a:cubicBezTo>
                    <a:pt x="150" y="143"/>
                    <a:pt x="167" y="144"/>
                    <a:pt x="186" y="146"/>
                  </a:cubicBezTo>
                  <a:cubicBezTo>
                    <a:pt x="230" y="146"/>
                    <a:pt x="268" y="162"/>
                    <a:pt x="296" y="176"/>
                  </a:cubicBezTo>
                  <a:lnTo>
                    <a:pt x="289" y="258"/>
                  </a:lnTo>
                  <a:lnTo>
                    <a:pt x="333" y="243"/>
                  </a:lnTo>
                  <a:lnTo>
                    <a:pt x="378" y="234"/>
                  </a:lnTo>
                  <a:lnTo>
                    <a:pt x="333" y="169"/>
                  </a:lnTo>
                  <a:cubicBezTo>
                    <a:pt x="348" y="146"/>
                    <a:pt x="378" y="117"/>
                    <a:pt x="415" y="87"/>
                  </a:cubicBezTo>
                  <a:cubicBezTo>
                    <a:pt x="475" y="39"/>
                    <a:pt x="524" y="28"/>
                    <a:pt x="557" y="28"/>
                  </a:cubicBezTo>
                  <a:cubicBezTo>
                    <a:pt x="585" y="28"/>
                    <a:pt x="600" y="35"/>
                    <a:pt x="600" y="35"/>
                  </a:cubicBezTo>
                  <a:cubicBezTo>
                    <a:pt x="580" y="12"/>
                    <a:pt x="552" y="1"/>
                    <a:pt x="520" y="1"/>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37"/>
            <p:cNvSpPr/>
            <p:nvPr/>
          </p:nvSpPr>
          <p:spPr>
            <a:xfrm>
              <a:off x="4273158" y="3783825"/>
              <a:ext cx="124976" cy="53510"/>
            </a:xfrm>
            <a:custGeom>
              <a:avLst/>
              <a:gdLst/>
              <a:ahLst/>
              <a:cxnLst/>
              <a:rect l="l" t="t" r="r" b="b"/>
              <a:pathLst>
                <a:path w="815" h="349" extrusionOk="0">
                  <a:moveTo>
                    <a:pt x="712" y="1"/>
                  </a:moveTo>
                  <a:cubicBezTo>
                    <a:pt x="659" y="1"/>
                    <a:pt x="596" y="23"/>
                    <a:pt x="534" y="68"/>
                  </a:cubicBezTo>
                  <a:cubicBezTo>
                    <a:pt x="482" y="105"/>
                    <a:pt x="445" y="157"/>
                    <a:pt x="424" y="201"/>
                  </a:cubicBezTo>
                  <a:cubicBezTo>
                    <a:pt x="379" y="171"/>
                    <a:pt x="326" y="150"/>
                    <a:pt x="260" y="143"/>
                  </a:cubicBezTo>
                  <a:cubicBezTo>
                    <a:pt x="237" y="139"/>
                    <a:pt x="215" y="137"/>
                    <a:pt x="194" y="137"/>
                  </a:cubicBezTo>
                  <a:cubicBezTo>
                    <a:pt x="88" y="137"/>
                    <a:pt x="12" y="184"/>
                    <a:pt x="0" y="253"/>
                  </a:cubicBezTo>
                  <a:cubicBezTo>
                    <a:pt x="0" y="253"/>
                    <a:pt x="28" y="197"/>
                    <a:pt x="176" y="197"/>
                  </a:cubicBezTo>
                  <a:cubicBezTo>
                    <a:pt x="198" y="197"/>
                    <a:pt x="224" y="198"/>
                    <a:pt x="253" y="201"/>
                  </a:cubicBezTo>
                  <a:cubicBezTo>
                    <a:pt x="319" y="209"/>
                    <a:pt x="370" y="223"/>
                    <a:pt x="400" y="246"/>
                  </a:cubicBezTo>
                  <a:lnTo>
                    <a:pt x="400" y="349"/>
                  </a:lnTo>
                  <a:lnTo>
                    <a:pt x="452" y="342"/>
                  </a:lnTo>
                  <a:lnTo>
                    <a:pt x="512" y="328"/>
                  </a:lnTo>
                  <a:lnTo>
                    <a:pt x="459" y="232"/>
                  </a:lnTo>
                  <a:cubicBezTo>
                    <a:pt x="482" y="201"/>
                    <a:pt x="512" y="157"/>
                    <a:pt x="571" y="120"/>
                  </a:cubicBezTo>
                  <a:cubicBezTo>
                    <a:pt x="656" y="51"/>
                    <a:pt x="723" y="37"/>
                    <a:pt x="766" y="37"/>
                  </a:cubicBezTo>
                  <a:cubicBezTo>
                    <a:pt x="797" y="37"/>
                    <a:pt x="815" y="45"/>
                    <a:pt x="815" y="45"/>
                  </a:cubicBezTo>
                  <a:cubicBezTo>
                    <a:pt x="792" y="15"/>
                    <a:pt x="755" y="1"/>
                    <a:pt x="712" y="1"/>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37"/>
            <p:cNvSpPr/>
            <p:nvPr/>
          </p:nvSpPr>
          <p:spPr>
            <a:xfrm>
              <a:off x="5244136" y="3707630"/>
              <a:ext cx="36393" cy="15621"/>
            </a:xfrm>
            <a:custGeom>
              <a:avLst/>
              <a:gdLst/>
              <a:ahLst/>
              <a:cxnLst/>
              <a:rect l="l" t="t" r="r" b="b"/>
              <a:pathLst>
                <a:path w="438" h="188" extrusionOk="0">
                  <a:moveTo>
                    <a:pt x="385" y="1"/>
                  </a:moveTo>
                  <a:cubicBezTo>
                    <a:pt x="357" y="1"/>
                    <a:pt x="324" y="14"/>
                    <a:pt x="290" y="40"/>
                  </a:cubicBezTo>
                  <a:cubicBezTo>
                    <a:pt x="260" y="54"/>
                    <a:pt x="237" y="84"/>
                    <a:pt x="230" y="105"/>
                  </a:cubicBezTo>
                  <a:cubicBezTo>
                    <a:pt x="208" y="91"/>
                    <a:pt x="178" y="77"/>
                    <a:pt x="141" y="77"/>
                  </a:cubicBezTo>
                  <a:cubicBezTo>
                    <a:pt x="127" y="74"/>
                    <a:pt x="114" y="73"/>
                    <a:pt x="102" y="73"/>
                  </a:cubicBezTo>
                  <a:cubicBezTo>
                    <a:pt x="47" y="73"/>
                    <a:pt x="6" y="99"/>
                    <a:pt x="0" y="136"/>
                  </a:cubicBezTo>
                  <a:cubicBezTo>
                    <a:pt x="0" y="136"/>
                    <a:pt x="17" y="103"/>
                    <a:pt x="93" y="103"/>
                  </a:cubicBezTo>
                  <a:cubicBezTo>
                    <a:pt x="105" y="103"/>
                    <a:pt x="118" y="103"/>
                    <a:pt x="134" y="105"/>
                  </a:cubicBezTo>
                  <a:cubicBezTo>
                    <a:pt x="171" y="105"/>
                    <a:pt x="201" y="121"/>
                    <a:pt x="215" y="128"/>
                  </a:cubicBezTo>
                  <a:lnTo>
                    <a:pt x="215" y="187"/>
                  </a:lnTo>
                  <a:lnTo>
                    <a:pt x="246" y="180"/>
                  </a:lnTo>
                  <a:lnTo>
                    <a:pt x="274" y="173"/>
                  </a:lnTo>
                  <a:lnTo>
                    <a:pt x="246" y="121"/>
                  </a:lnTo>
                  <a:cubicBezTo>
                    <a:pt x="260" y="105"/>
                    <a:pt x="274" y="84"/>
                    <a:pt x="304" y="61"/>
                  </a:cubicBezTo>
                  <a:cubicBezTo>
                    <a:pt x="348" y="26"/>
                    <a:pt x="383" y="17"/>
                    <a:pt x="406" y="17"/>
                  </a:cubicBezTo>
                  <a:cubicBezTo>
                    <a:pt x="427" y="17"/>
                    <a:pt x="438" y="24"/>
                    <a:pt x="438" y="24"/>
                  </a:cubicBezTo>
                  <a:cubicBezTo>
                    <a:pt x="425" y="8"/>
                    <a:pt x="407" y="1"/>
                    <a:pt x="385" y="1"/>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37"/>
            <p:cNvSpPr/>
            <p:nvPr/>
          </p:nvSpPr>
          <p:spPr>
            <a:xfrm>
              <a:off x="5952811" y="4309285"/>
              <a:ext cx="193932" cy="80763"/>
            </a:xfrm>
            <a:custGeom>
              <a:avLst/>
              <a:gdLst/>
              <a:ahLst/>
              <a:cxnLst/>
              <a:rect l="l" t="t" r="r" b="b"/>
              <a:pathLst>
                <a:path w="2334" h="972" extrusionOk="0">
                  <a:moveTo>
                    <a:pt x="777" y="1"/>
                  </a:moveTo>
                  <a:cubicBezTo>
                    <a:pt x="511" y="1"/>
                    <a:pt x="297" y="216"/>
                    <a:pt x="297" y="474"/>
                  </a:cubicBezTo>
                  <a:lnTo>
                    <a:pt x="297" y="483"/>
                  </a:lnTo>
                  <a:cubicBezTo>
                    <a:pt x="281" y="483"/>
                    <a:pt x="260" y="474"/>
                    <a:pt x="244" y="474"/>
                  </a:cubicBezTo>
                  <a:cubicBezTo>
                    <a:pt x="110" y="474"/>
                    <a:pt x="0" y="586"/>
                    <a:pt x="0" y="719"/>
                  </a:cubicBezTo>
                  <a:cubicBezTo>
                    <a:pt x="0" y="853"/>
                    <a:pt x="110" y="956"/>
                    <a:pt x="244" y="956"/>
                  </a:cubicBezTo>
                  <a:lnTo>
                    <a:pt x="244" y="972"/>
                  </a:lnTo>
                  <a:lnTo>
                    <a:pt x="2179" y="972"/>
                  </a:lnTo>
                  <a:lnTo>
                    <a:pt x="2179" y="956"/>
                  </a:lnTo>
                  <a:cubicBezTo>
                    <a:pt x="2268" y="949"/>
                    <a:pt x="2333" y="867"/>
                    <a:pt x="2333" y="778"/>
                  </a:cubicBezTo>
                  <a:cubicBezTo>
                    <a:pt x="2333" y="682"/>
                    <a:pt x="2253" y="600"/>
                    <a:pt x="2156" y="600"/>
                  </a:cubicBezTo>
                  <a:cubicBezTo>
                    <a:pt x="2111" y="600"/>
                    <a:pt x="2076" y="616"/>
                    <a:pt x="2038" y="638"/>
                  </a:cubicBezTo>
                  <a:lnTo>
                    <a:pt x="2038" y="616"/>
                  </a:lnTo>
                  <a:cubicBezTo>
                    <a:pt x="2038" y="422"/>
                    <a:pt x="1889" y="268"/>
                    <a:pt x="1697" y="268"/>
                  </a:cubicBezTo>
                  <a:cubicBezTo>
                    <a:pt x="1587" y="268"/>
                    <a:pt x="1489" y="319"/>
                    <a:pt x="1430" y="394"/>
                  </a:cubicBezTo>
                  <a:cubicBezTo>
                    <a:pt x="1409" y="385"/>
                    <a:pt x="1378" y="385"/>
                    <a:pt x="1355" y="385"/>
                  </a:cubicBezTo>
                  <a:cubicBezTo>
                    <a:pt x="1320" y="385"/>
                    <a:pt x="1282" y="394"/>
                    <a:pt x="1252" y="408"/>
                  </a:cubicBezTo>
                  <a:cubicBezTo>
                    <a:pt x="1222" y="172"/>
                    <a:pt x="1023" y="1"/>
                    <a:pt x="777" y="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37"/>
            <p:cNvSpPr/>
            <p:nvPr/>
          </p:nvSpPr>
          <p:spPr>
            <a:xfrm>
              <a:off x="5976741" y="4309950"/>
              <a:ext cx="36393" cy="73368"/>
            </a:xfrm>
            <a:custGeom>
              <a:avLst/>
              <a:gdLst/>
              <a:ahLst/>
              <a:cxnLst/>
              <a:rect l="l" t="t" r="r" b="b"/>
              <a:pathLst>
                <a:path w="438" h="883" extrusionOk="0">
                  <a:moveTo>
                    <a:pt x="438" y="0"/>
                  </a:moveTo>
                  <a:cubicBezTo>
                    <a:pt x="201" y="0"/>
                    <a:pt x="0" y="199"/>
                    <a:pt x="0" y="445"/>
                  </a:cubicBezTo>
                  <a:cubicBezTo>
                    <a:pt x="0" y="688"/>
                    <a:pt x="201" y="882"/>
                    <a:pt x="438" y="882"/>
                  </a:cubicBezTo>
                  <a:cubicBezTo>
                    <a:pt x="438" y="882"/>
                    <a:pt x="187" y="800"/>
                    <a:pt x="171" y="445"/>
                  </a:cubicBezTo>
                  <a:cubicBezTo>
                    <a:pt x="150" y="119"/>
                    <a:pt x="438" y="0"/>
                    <a:pt x="438" y="0"/>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37"/>
            <p:cNvSpPr/>
            <p:nvPr/>
          </p:nvSpPr>
          <p:spPr>
            <a:xfrm>
              <a:off x="6046952" y="4341275"/>
              <a:ext cx="38304" cy="19859"/>
            </a:xfrm>
            <a:custGeom>
              <a:avLst/>
              <a:gdLst/>
              <a:ahLst/>
              <a:cxnLst/>
              <a:rect l="l" t="t" r="r" b="b"/>
              <a:pathLst>
                <a:path w="461" h="239" extrusionOk="0">
                  <a:moveTo>
                    <a:pt x="231" y="0"/>
                  </a:moveTo>
                  <a:cubicBezTo>
                    <a:pt x="105" y="9"/>
                    <a:pt x="0" y="112"/>
                    <a:pt x="0" y="238"/>
                  </a:cubicBezTo>
                  <a:cubicBezTo>
                    <a:pt x="0" y="238"/>
                    <a:pt x="37" y="105"/>
                    <a:pt x="231" y="89"/>
                  </a:cubicBezTo>
                  <a:cubicBezTo>
                    <a:pt x="235" y="89"/>
                    <a:pt x="239" y="89"/>
                    <a:pt x="243" y="89"/>
                  </a:cubicBezTo>
                  <a:cubicBezTo>
                    <a:pt x="403" y="89"/>
                    <a:pt x="461" y="231"/>
                    <a:pt x="461" y="231"/>
                  </a:cubicBezTo>
                  <a:cubicBezTo>
                    <a:pt x="461" y="105"/>
                    <a:pt x="356" y="0"/>
                    <a:pt x="231" y="0"/>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37"/>
            <p:cNvSpPr/>
            <p:nvPr/>
          </p:nvSpPr>
          <p:spPr>
            <a:xfrm>
              <a:off x="4741691" y="4301890"/>
              <a:ext cx="200164" cy="83173"/>
            </a:xfrm>
            <a:custGeom>
              <a:avLst/>
              <a:gdLst/>
              <a:ahLst/>
              <a:cxnLst/>
              <a:rect l="l" t="t" r="r" b="b"/>
              <a:pathLst>
                <a:path w="2409" h="1001" extrusionOk="0">
                  <a:moveTo>
                    <a:pt x="1608" y="1"/>
                  </a:moveTo>
                  <a:cubicBezTo>
                    <a:pt x="1358" y="1"/>
                    <a:pt x="1150" y="186"/>
                    <a:pt x="1119" y="422"/>
                  </a:cubicBezTo>
                  <a:cubicBezTo>
                    <a:pt x="1082" y="408"/>
                    <a:pt x="1054" y="401"/>
                    <a:pt x="1016" y="401"/>
                  </a:cubicBezTo>
                  <a:cubicBezTo>
                    <a:pt x="986" y="401"/>
                    <a:pt x="965" y="401"/>
                    <a:pt x="934" y="408"/>
                  </a:cubicBezTo>
                  <a:cubicBezTo>
                    <a:pt x="876" y="334"/>
                    <a:pt x="771" y="282"/>
                    <a:pt x="660" y="282"/>
                  </a:cubicBezTo>
                  <a:cubicBezTo>
                    <a:pt x="468" y="282"/>
                    <a:pt x="305" y="438"/>
                    <a:pt x="305" y="638"/>
                  </a:cubicBezTo>
                  <a:lnTo>
                    <a:pt x="305" y="661"/>
                  </a:lnTo>
                  <a:cubicBezTo>
                    <a:pt x="275" y="638"/>
                    <a:pt x="230" y="623"/>
                    <a:pt x="186" y="623"/>
                  </a:cubicBezTo>
                  <a:cubicBezTo>
                    <a:pt x="83" y="623"/>
                    <a:pt x="1" y="705"/>
                    <a:pt x="1" y="808"/>
                  </a:cubicBezTo>
                  <a:cubicBezTo>
                    <a:pt x="1" y="904"/>
                    <a:pt x="68" y="979"/>
                    <a:pt x="164" y="993"/>
                  </a:cubicBezTo>
                  <a:lnTo>
                    <a:pt x="164" y="1000"/>
                  </a:lnTo>
                  <a:lnTo>
                    <a:pt x="2165" y="1000"/>
                  </a:lnTo>
                  <a:lnTo>
                    <a:pt x="2165" y="993"/>
                  </a:lnTo>
                  <a:cubicBezTo>
                    <a:pt x="2298" y="993"/>
                    <a:pt x="2409" y="883"/>
                    <a:pt x="2409" y="750"/>
                  </a:cubicBezTo>
                  <a:cubicBezTo>
                    <a:pt x="2409" y="607"/>
                    <a:pt x="2298" y="497"/>
                    <a:pt x="2165" y="497"/>
                  </a:cubicBezTo>
                  <a:cubicBezTo>
                    <a:pt x="2142" y="497"/>
                    <a:pt x="2121" y="497"/>
                    <a:pt x="2105" y="504"/>
                  </a:cubicBezTo>
                  <a:lnTo>
                    <a:pt x="2105" y="497"/>
                  </a:lnTo>
                  <a:cubicBezTo>
                    <a:pt x="2105" y="223"/>
                    <a:pt x="1882" y="1"/>
                    <a:pt x="1608" y="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37"/>
            <p:cNvSpPr/>
            <p:nvPr/>
          </p:nvSpPr>
          <p:spPr>
            <a:xfrm>
              <a:off x="4889508" y="4304300"/>
              <a:ext cx="27835" cy="39551"/>
            </a:xfrm>
            <a:custGeom>
              <a:avLst/>
              <a:gdLst/>
              <a:ahLst/>
              <a:cxnLst/>
              <a:rect l="l" t="t" r="r" b="b"/>
              <a:pathLst>
                <a:path w="335" h="476" extrusionOk="0">
                  <a:moveTo>
                    <a:pt x="0" y="0"/>
                  </a:moveTo>
                  <a:lnTo>
                    <a:pt x="0" y="0"/>
                  </a:lnTo>
                  <a:cubicBezTo>
                    <a:pt x="192" y="75"/>
                    <a:pt x="326" y="253"/>
                    <a:pt x="326" y="468"/>
                  </a:cubicBezTo>
                  <a:lnTo>
                    <a:pt x="326" y="475"/>
                  </a:lnTo>
                  <a:lnTo>
                    <a:pt x="334" y="475"/>
                  </a:lnTo>
                  <a:lnTo>
                    <a:pt x="334" y="438"/>
                  </a:lnTo>
                  <a:cubicBezTo>
                    <a:pt x="334" y="232"/>
                    <a:pt x="192" y="61"/>
                    <a:pt x="0" y="0"/>
                  </a:cubicBezTo>
                  <a:close/>
                </a:path>
              </a:pathLst>
            </a:custGeom>
            <a:solidFill>
              <a:srgbClr val="EDE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37"/>
            <p:cNvSpPr/>
            <p:nvPr/>
          </p:nvSpPr>
          <p:spPr>
            <a:xfrm>
              <a:off x="4879538" y="4303136"/>
              <a:ext cx="37806" cy="75861"/>
            </a:xfrm>
            <a:custGeom>
              <a:avLst/>
              <a:gdLst/>
              <a:ahLst/>
              <a:cxnLst/>
              <a:rect l="l" t="t" r="r" b="b"/>
              <a:pathLst>
                <a:path w="455" h="913" extrusionOk="0">
                  <a:moveTo>
                    <a:pt x="1" y="0"/>
                  </a:moveTo>
                  <a:cubicBezTo>
                    <a:pt x="1" y="0"/>
                    <a:pt x="298" y="119"/>
                    <a:pt x="284" y="452"/>
                  </a:cubicBezTo>
                  <a:cubicBezTo>
                    <a:pt x="261" y="824"/>
                    <a:pt x="1" y="913"/>
                    <a:pt x="1" y="913"/>
                  </a:cubicBezTo>
                  <a:cubicBezTo>
                    <a:pt x="239" y="913"/>
                    <a:pt x="438" y="719"/>
                    <a:pt x="454" y="489"/>
                  </a:cubicBezTo>
                  <a:lnTo>
                    <a:pt x="446" y="489"/>
                  </a:lnTo>
                  <a:lnTo>
                    <a:pt x="446" y="482"/>
                  </a:lnTo>
                  <a:cubicBezTo>
                    <a:pt x="446" y="267"/>
                    <a:pt x="312" y="89"/>
                    <a:pt x="120" y="14"/>
                  </a:cubicBezTo>
                  <a:cubicBezTo>
                    <a:pt x="83" y="7"/>
                    <a:pt x="45" y="0"/>
                    <a:pt x="1" y="0"/>
                  </a:cubicBezTo>
                  <a:close/>
                </a:path>
              </a:pathLst>
            </a:custGeom>
            <a:solidFill>
              <a:srgbClr val="BFE1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37"/>
            <p:cNvSpPr/>
            <p:nvPr/>
          </p:nvSpPr>
          <p:spPr>
            <a:xfrm>
              <a:off x="4805089" y="4335791"/>
              <a:ext cx="39551" cy="19692"/>
            </a:xfrm>
            <a:custGeom>
              <a:avLst/>
              <a:gdLst/>
              <a:ahLst/>
              <a:cxnLst/>
              <a:rect l="l" t="t" r="r" b="b"/>
              <a:pathLst>
                <a:path w="476" h="237" extrusionOk="0">
                  <a:moveTo>
                    <a:pt x="239" y="0"/>
                  </a:moveTo>
                  <a:cubicBezTo>
                    <a:pt x="113" y="0"/>
                    <a:pt x="8" y="103"/>
                    <a:pt x="1" y="230"/>
                  </a:cubicBezTo>
                  <a:cubicBezTo>
                    <a:pt x="1" y="230"/>
                    <a:pt x="61" y="89"/>
                    <a:pt x="223" y="89"/>
                  </a:cubicBezTo>
                  <a:lnTo>
                    <a:pt x="246" y="89"/>
                  </a:lnTo>
                  <a:cubicBezTo>
                    <a:pt x="438" y="103"/>
                    <a:pt x="475" y="237"/>
                    <a:pt x="475" y="237"/>
                  </a:cubicBezTo>
                  <a:cubicBezTo>
                    <a:pt x="475" y="103"/>
                    <a:pt x="372" y="0"/>
                    <a:pt x="246" y="0"/>
                  </a:cubicBezTo>
                  <a:close/>
                </a:path>
              </a:pathLst>
            </a:custGeom>
            <a:solidFill>
              <a:srgbClr val="BFE1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37"/>
            <p:cNvSpPr/>
            <p:nvPr/>
          </p:nvSpPr>
          <p:spPr>
            <a:xfrm>
              <a:off x="4599524" y="4010078"/>
              <a:ext cx="197671" cy="248771"/>
            </a:xfrm>
            <a:custGeom>
              <a:avLst/>
              <a:gdLst/>
              <a:ahLst/>
              <a:cxnLst/>
              <a:rect l="l" t="t" r="r" b="b"/>
              <a:pathLst>
                <a:path w="2379" h="2994" extrusionOk="0">
                  <a:moveTo>
                    <a:pt x="1185" y="1"/>
                  </a:moveTo>
                  <a:cubicBezTo>
                    <a:pt x="675" y="1"/>
                    <a:pt x="252" y="415"/>
                    <a:pt x="252" y="934"/>
                  </a:cubicBezTo>
                  <a:cubicBezTo>
                    <a:pt x="252" y="979"/>
                    <a:pt x="259" y="1023"/>
                    <a:pt x="268" y="1068"/>
                  </a:cubicBezTo>
                  <a:cubicBezTo>
                    <a:pt x="104" y="1267"/>
                    <a:pt x="1" y="1527"/>
                    <a:pt x="1" y="1808"/>
                  </a:cubicBezTo>
                  <a:cubicBezTo>
                    <a:pt x="1" y="2467"/>
                    <a:pt x="534" y="2994"/>
                    <a:pt x="1185" y="2994"/>
                  </a:cubicBezTo>
                  <a:cubicBezTo>
                    <a:pt x="1845" y="2994"/>
                    <a:pt x="2379" y="2467"/>
                    <a:pt x="2379" y="1808"/>
                  </a:cubicBezTo>
                  <a:cubicBezTo>
                    <a:pt x="2379" y="1527"/>
                    <a:pt x="2275" y="1267"/>
                    <a:pt x="2112" y="1068"/>
                  </a:cubicBezTo>
                  <a:cubicBezTo>
                    <a:pt x="2119" y="1023"/>
                    <a:pt x="2126" y="979"/>
                    <a:pt x="2126" y="934"/>
                  </a:cubicBezTo>
                  <a:cubicBezTo>
                    <a:pt x="2126" y="415"/>
                    <a:pt x="1705" y="1"/>
                    <a:pt x="1185" y="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37"/>
            <p:cNvSpPr/>
            <p:nvPr/>
          </p:nvSpPr>
          <p:spPr>
            <a:xfrm>
              <a:off x="4697986" y="4086521"/>
              <a:ext cx="9389" cy="296133"/>
            </a:xfrm>
            <a:custGeom>
              <a:avLst/>
              <a:gdLst/>
              <a:ahLst/>
              <a:cxnLst/>
              <a:rect l="l" t="t" r="r" b="b"/>
              <a:pathLst>
                <a:path w="113" h="3564" extrusionOk="0">
                  <a:moveTo>
                    <a:pt x="54" y="1"/>
                  </a:moveTo>
                  <a:cubicBezTo>
                    <a:pt x="53" y="1"/>
                    <a:pt x="52" y="4"/>
                    <a:pt x="52" y="14"/>
                  </a:cubicBezTo>
                  <a:lnTo>
                    <a:pt x="0" y="3511"/>
                  </a:lnTo>
                  <a:cubicBezTo>
                    <a:pt x="0" y="3534"/>
                    <a:pt x="23" y="3564"/>
                    <a:pt x="52" y="3564"/>
                  </a:cubicBezTo>
                  <a:lnTo>
                    <a:pt x="61" y="3564"/>
                  </a:lnTo>
                  <a:cubicBezTo>
                    <a:pt x="89" y="3564"/>
                    <a:pt x="112" y="3534"/>
                    <a:pt x="112" y="3511"/>
                  </a:cubicBezTo>
                  <a:cubicBezTo>
                    <a:pt x="112" y="3511"/>
                    <a:pt x="89" y="14"/>
                    <a:pt x="61" y="14"/>
                  </a:cubicBezTo>
                  <a:cubicBezTo>
                    <a:pt x="61" y="14"/>
                    <a:pt x="57" y="1"/>
                    <a:pt x="54"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37"/>
            <p:cNvSpPr/>
            <p:nvPr/>
          </p:nvSpPr>
          <p:spPr>
            <a:xfrm>
              <a:off x="4646221" y="4157895"/>
              <a:ext cx="56086" cy="46115"/>
            </a:xfrm>
            <a:custGeom>
              <a:avLst/>
              <a:gdLst/>
              <a:ahLst/>
              <a:cxnLst/>
              <a:rect l="l" t="t" r="r" b="b"/>
              <a:pathLst>
                <a:path w="675" h="555" extrusionOk="0">
                  <a:moveTo>
                    <a:pt x="1" y="0"/>
                  </a:moveTo>
                  <a:lnTo>
                    <a:pt x="1" y="0"/>
                  </a:lnTo>
                  <a:cubicBezTo>
                    <a:pt x="331" y="541"/>
                    <a:pt x="634" y="555"/>
                    <a:pt x="665" y="555"/>
                  </a:cubicBezTo>
                  <a:cubicBezTo>
                    <a:pt x="667" y="555"/>
                    <a:pt x="668" y="555"/>
                    <a:pt x="668" y="555"/>
                  </a:cubicBezTo>
                  <a:lnTo>
                    <a:pt x="675" y="473"/>
                  </a:lnTo>
                  <a:lnTo>
                    <a:pt x="675" y="473"/>
                  </a:lnTo>
                  <a:cubicBezTo>
                    <a:pt x="675" y="473"/>
                    <a:pt x="668" y="479"/>
                    <a:pt x="647" y="479"/>
                  </a:cubicBezTo>
                  <a:cubicBezTo>
                    <a:pt x="606" y="479"/>
                    <a:pt x="511" y="455"/>
                    <a:pt x="312" y="311"/>
                  </a:cubicBezTo>
                  <a:cubicBezTo>
                    <a:pt x="134" y="185"/>
                    <a:pt x="1" y="0"/>
                    <a:pt x="1"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37"/>
            <p:cNvSpPr/>
            <p:nvPr/>
          </p:nvSpPr>
          <p:spPr>
            <a:xfrm>
              <a:off x="4702223" y="4144850"/>
              <a:ext cx="48109" cy="39551"/>
            </a:xfrm>
            <a:custGeom>
              <a:avLst/>
              <a:gdLst/>
              <a:ahLst/>
              <a:cxnLst/>
              <a:rect l="l" t="t" r="r" b="b"/>
              <a:pathLst>
                <a:path w="579" h="476" extrusionOk="0">
                  <a:moveTo>
                    <a:pt x="579" y="1"/>
                  </a:moveTo>
                  <a:cubicBezTo>
                    <a:pt x="579" y="1"/>
                    <a:pt x="461" y="164"/>
                    <a:pt x="312" y="267"/>
                  </a:cubicBezTo>
                  <a:cubicBezTo>
                    <a:pt x="143" y="392"/>
                    <a:pt x="60" y="413"/>
                    <a:pt x="24" y="413"/>
                  </a:cubicBezTo>
                  <a:cubicBezTo>
                    <a:pt x="7" y="413"/>
                    <a:pt x="1" y="408"/>
                    <a:pt x="1" y="408"/>
                  </a:cubicBezTo>
                  <a:lnTo>
                    <a:pt x="1" y="408"/>
                  </a:lnTo>
                  <a:lnTo>
                    <a:pt x="10" y="475"/>
                  </a:lnTo>
                  <a:cubicBezTo>
                    <a:pt x="10" y="475"/>
                    <a:pt x="11" y="475"/>
                    <a:pt x="12" y="475"/>
                  </a:cubicBezTo>
                  <a:cubicBezTo>
                    <a:pt x="40" y="475"/>
                    <a:pt x="300" y="463"/>
                    <a:pt x="579"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37"/>
            <p:cNvSpPr/>
            <p:nvPr/>
          </p:nvSpPr>
          <p:spPr>
            <a:xfrm>
              <a:off x="4664168" y="4117264"/>
              <a:ext cx="38138" cy="31408"/>
            </a:xfrm>
            <a:custGeom>
              <a:avLst/>
              <a:gdLst/>
              <a:ahLst/>
              <a:cxnLst/>
              <a:rect l="l" t="t" r="r" b="b"/>
              <a:pathLst>
                <a:path w="459" h="378" extrusionOk="0">
                  <a:moveTo>
                    <a:pt x="0" y="0"/>
                  </a:moveTo>
                  <a:cubicBezTo>
                    <a:pt x="228" y="370"/>
                    <a:pt x="443" y="377"/>
                    <a:pt x="458" y="377"/>
                  </a:cubicBezTo>
                  <a:cubicBezTo>
                    <a:pt x="459" y="377"/>
                    <a:pt x="459" y="377"/>
                    <a:pt x="459" y="377"/>
                  </a:cubicBezTo>
                  <a:lnTo>
                    <a:pt x="459" y="325"/>
                  </a:lnTo>
                  <a:cubicBezTo>
                    <a:pt x="459" y="325"/>
                    <a:pt x="455" y="328"/>
                    <a:pt x="444" y="328"/>
                  </a:cubicBezTo>
                  <a:cubicBezTo>
                    <a:pt x="417" y="328"/>
                    <a:pt x="352" y="313"/>
                    <a:pt x="208" y="215"/>
                  </a:cubicBezTo>
                  <a:cubicBezTo>
                    <a:pt x="89" y="126"/>
                    <a:pt x="0" y="0"/>
                    <a:pt x="0" y="0"/>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37"/>
            <p:cNvSpPr/>
            <p:nvPr/>
          </p:nvSpPr>
          <p:spPr>
            <a:xfrm>
              <a:off x="7094301" y="3230029"/>
              <a:ext cx="116326" cy="116991"/>
            </a:xfrm>
            <a:custGeom>
              <a:avLst/>
              <a:gdLst/>
              <a:ahLst/>
              <a:cxnLst/>
              <a:rect l="l" t="t" r="r" b="b"/>
              <a:pathLst>
                <a:path w="1400" h="1408" extrusionOk="0">
                  <a:moveTo>
                    <a:pt x="697" y="1"/>
                  </a:moveTo>
                  <a:cubicBezTo>
                    <a:pt x="311" y="1"/>
                    <a:pt x="0" y="319"/>
                    <a:pt x="0" y="703"/>
                  </a:cubicBezTo>
                  <a:cubicBezTo>
                    <a:pt x="0" y="1089"/>
                    <a:pt x="311" y="1407"/>
                    <a:pt x="697" y="1407"/>
                  </a:cubicBezTo>
                  <a:cubicBezTo>
                    <a:pt x="1088" y="1407"/>
                    <a:pt x="1400" y="1089"/>
                    <a:pt x="1400" y="703"/>
                  </a:cubicBezTo>
                  <a:cubicBezTo>
                    <a:pt x="1400" y="319"/>
                    <a:pt x="1088" y="1"/>
                    <a:pt x="697" y="1"/>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37"/>
            <p:cNvSpPr/>
            <p:nvPr/>
          </p:nvSpPr>
          <p:spPr>
            <a:xfrm>
              <a:off x="6617697" y="3224462"/>
              <a:ext cx="74033" cy="73950"/>
            </a:xfrm>
            <a:custGeom>
              <a:avLst/>
              <a:gdLst/>
              <a:ahLst/>
              <a:cxnLst/>
              <a:rect l="l" t="t" r="r" b="b"/>
              <a:pathLst>
                <a:path w="891" h="890" extrusionOk="0">
                  <a:moveTo>
                    <a:pt x="445" y="0"/>
                  </a:moveTo>
                  <a:cubicBezTo>
                    <a:pt x="200" y="0"/>
                    <a:pt x="1" y="201"/>
                    <a:pt x="1" y="445"/>
                  </a:cubicBezTo>
                  <a:cubicBezTo>
                    <a:pt x="1" y="697"/>
                    <a:pt x="200" y="889"/>
                    <a:pt x="445" y="889"/>
                  </a:cubicBezTo>
                  <a:cubicBezTo>
                    <a:pt x="689" y="889"/>
                    <a:pt x="890" y="697"/>
                    <a:pt x="890" y="445"/>
                  </a:cubicBezTo>
                  <a:cubicBezTo>
                    <a:pt x="890" y="201"/>
                    <a:pt x="689" y="0"/>
                    <a:pt x="445" y="0"/>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37"/>
            <p:cNvSpPr/>
            <p:nvPr/>
          </p:nvSpPr>
          <p:spPr>
            <a:xfrm>
              <a:off x="6668299" y="3084622"/>
              <a:ext cx="143413" cy="142998"/>
            </a:xfrm>
            <a:custGeom>
              <a:avLst/>
              <a:gdLst/>
              <a:ahLst/>
              <a:cxnLst/>
              <a:rect l="l" t="t" r="r" b="b"/>
              <a:pathLst>
                <a:path w="1726" h="1721" extrusionOk="0">
                  <a:moveTo>
                    <a:pt x="866" y="1"/>
                  </a:moveTo>
                  <a:cubicBezTo>
                    <a:pt x="391" y="1"/>
                    <a:pt x="0" y="387"/>
                    <a:pt x="0" y="862"/>
                  </a:cubicBezTo>
                  <a:cubicBezTo>
                    <a:pt x="0" y="1335"/>
                    <a:pt x="391" y="1720"/>
                    <a:pt x="866" y="1720"/>
                  </a:cubicBezTo>
                  <a:cubicBezTo>
                    <a:pt x="1341" y="1720"/>
                    <a:pt x="1725" y="1335"/>
                    <a:pt x="1725" y="862"/>
                  </a:cubicBezTo>
                  <a:cubicBezTo>
                    <a:pt x="1725" y="387"/>
                    <a:pt x="1341" y="1"/>
                    <a:pt x="866" y="1"/>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37"/>
            <p:cNvSpPr/>
            <p:nvPr/>
          </p:nvSpPr>
          <p:spPr>
            <a:xfrm>
              <a:off x="7040044" y="3353750"/>
              <a:ext cx="49439" cy="48691"/>
            </a:xfrm>
            <a:custGeom>
              <a:avLst/>
              <a:gdLst/>
              <a:ahLst/>
              <a:cxnLst/>
              <a:rect l="l" t="t" r="r" b="b"/>
              <a:pathLst>
                <a:path w="595" h="586" extrusionOk="0">
                  <a:moveTo>
                    <a:pt x="297" y="0"/>
                  </a:moveTo>
                  <a:cubicBezTo>
                    <a:pt x="134" y="0"/>
                    <a:pt x="0" y="134"/>
                    <a:pt x="0" y="297"/>
                  </a:cubicBezTo>
                  <a:cubicBezTo>
                    <a:pt x="0" y="455"/>
                    <a:pt x="127" y="586"/>
                    <a:pt x="285" y="586"/>
                  </a:cubicBezTo>
                  <a:cubicBezTo>
                    <a:pt x="289" y="586"/>
                    <a:pt x="293" y="585"/>
                    <a:pt x="297" y="585"/>
                  </a:cubicBezTo>
                  <a:cubicBezTo>
                    <a:pt x="461" y="585"/>
                    <a:pt x="594" y="452"/>
                    <a:pt x="594" y="290"/>
                  </a:cubicBezTo>
                  <a:cubicBezTo>
                    <a:pt x="594" y="126"/>
                    <a:pt x="461" y="0"/>
                    <a:pt x="297" y="0"/>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37"/>
            <p:cNvSpPr/>
            <p:nvPr/>
          </p:nvSpPr>
          <p:spPr>
            <a:xfrm>
              <a:off x="7614528" y="3054460"/>
              <a:ext cx="546234" cy="237720"/>
            </a:xfrm>
            <a:custGeom>
              <a:avLst/>
              <a:gdLst/>
              <a:ahLst/>
              <a:cxnLst/>
              <a:rect l="l" t="t" r="r" b="b"/>
              <a:pathLst>
                <a:path w="6574" h="2861" extrusionOk="0">
                  <a:moveTo>
                    <a:pt x="3078" y="1"/>
                  </a:moveTo>
                  <a:cubicBezTo>
                    <a:pt x="3067" y="1"/>
                    <a:pt x="3056" y="1"/>
                    <a:pt x="3045" y="1"/>
                  </a:cubicBezTo>
                  <a:cubicBezTo>
                    <a:pt x="2512" y="8"/>
                    <a:pt x="2083" y="401"/>
                    <a:pt x="2001" y="904"/>
                  </a:cubicBezTo>
                  <a:cubicBezTo>
                    <a:pt x="1964" y="904"/>
                    <a:pt x="1927" y="897"/>
                    <a:pt x="1889" y="897"/>
                  </a:cubicBezTo>
                  <a:cubicBezTo>
                    <a:pt x="1431" y="913"/>
                    <a:pt x="1068" y="1283"/>
                    <a:pt x="1061" y="1735"/>
                  </a:cubicBezTo>
                  <a:cubicBezTo>
                    <a:pt x="534" y="1891"/>
                    <a:pt x="127" y="2327"/>
                    <a:pt x="1" y="2861"/>
                  </a:cubicBezTo>
                  <a:lnTo>
                    <a:pt x="6574" y="2743"/>
                  </a:lnTo>
                  <a:cubicBezTo>
                    <a:pt x="6390" y="2086"/>
                    <a:pt x="6007" y="1601"/>
                    <a:pt x="5306" y="1601"/>
                  </a:cubicBezTo>
                  <a:cubicBezTo>
                    <a:pt x="5296" y="1601"/>
                    <a:pt x="5286" y="1601"/>
                    <a:pt x="5275" y="1602"/>
                  </a:cubicBezTo>
                  <a:lnTo>
                    <a:pt x="5217" y="1602"/>
                  </a:lnTo>
                  <a:cubicBezTo>
                    <a:pt x="5210" y="1101"/>
                    <a:pt x="4802" y="698"/>
                    <a:pt x="4305" y="698"/>
                  </a:cubicBezTo>
                  <a:cubicBezTo>
                    <a:pt x="4295" y="698"/>
                    <a:pt x="4286" y="698"/>
                    <a:pt x="4276" y="698"/>
                  </a:cubicBezTo>
                  <a:cubicBezTo>
                    <a:pt x="4208" y="698"/>
                    <a:pt x="4150" y="705"/>
                    <a:pt x="4084" y="719"/>
                  </a:cubicBezTo>
                  <a:cubicBezTo>
                    <a:pt x="3938" y="301"/>
                    <a:pt x="3545" y="1"/>
                    <a:pt x="307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37"/>
            <p:cNvSpPr/>
            <p:nvPr/>
          </p:nvSpPr>
          <p:spPr>
            <a:xfrm>
              <a:off x="7772814" y="3127164"/>
              <a:ext cx="60323" cy="120065"/>
            </a:xfrm>
            <a:custGeom>
              <a:avLst/>
              <a:gdLst/>
              <a:ahLst/>
              <a:cxnLst/>
              <a:rect l="l" t="t" r="r" b="b"/>
              <a:pathLst>
                <a:path w="726" h="1445" extrusionOk="0">
                  <a:moveTo>
                    <a:pt x="0" y="1"/>
                  </a:moveTo>
                  <a:cubicBezTo>
                    <a:pt x="0" y="1"/>
                    <a:pt x="578" y="186"/>
                    <a:pt x="548" y="719"/>
                  </a:cubicBezTo>
                  <a:cubicBezTo>
                    <a:pt x="518" y="1312"/>
                    <a:pt x="0" y="1445"/>
                    <a:pt x="0" y="1445"/>
                  </a:cubicBezTo>
                  <a:cubicBezTo>
                    <a:pt x="401" y="1445"/>
                    <a:pt x="726" y="1120"/>
                    <a:pt x="726" y="719"/>
                  </a:cubicBezTo>
                  <a:cubicBezTo>
                    <a:pt x="726" y="326"/>
                    <a:pt x="401" y="1"/>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37"/>
            <p:cNvSpPr/>
            <p:nvPr/>
          </p:nvSpPr>
          <p:spPr>
            <a:xfrm>
              <a:off x="7979709" y="3186905"/>
              <a:ext cx="177979" cy="89903"/>
            </a:xfrm>
            <a:custGeom>
              <a:avLst/>
              <a:gdLst/>
              <a:ahLst/>
              <a:cxnLst/>
              <a:rect l="l" t="t" r="r" b="b"/>
              <a:pathLst>
                <a:path w="2142" h="1082" extrusionOk="0">
                  <a:moveTo>
                    <a:pt x="1068" y="0"/>
                  </a:moveTo>
                  <a:cubicBezTo>
                    <a:pt x="489" y="0"/>
                    <a:pt x="7" y="471"/>
                    <a:pt x="0" y="1053"/>
                  </a:cubicBezTo>
                  <a:cubicBezTo>
                    <a:pt x="0" y="1053"/>
                    <a:pt x="272" y="206"/>
                    <a:pt x="1007" y="206"/>
                  </a:cubicBezTo>
                  <a:cubicBezTo>
                    <a:pt x="1029" y="206"/>
                    <a:pt x="1052" y="207"/>
                    <a:pt x="1074" y="208"/>
                  </a:cubicBezTo>
                  <a:cubicBezTo>
                    <a:pt x="1947" y="274"/>
                    <a:pt x="2134" y="1082"/>
                    <a:pt x="2134" y="1082"/>
                  </a:cubicBezTo>
                  <a:cubicBezTo>
                    <a:pt x="2141" y="497"/>
                    <a:pt x="1674" y="15"/>
                    <a:pt x="1081" y="0"/>
                  </a:cubicBezTo>
                  <a:cubicBezTo>
                    <a:pt x="1077" y="0"/>
                    <a:pt x="1073" y="0"/>
                    <a:pt x="10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60" name="Google Shape;2660;p37"/>
            <p:cNvGrpSpPr/>
            <p:nvPr/>
          </p:nvGrpSpPr>
          <p:grpSpPr>
            <a:xfrm>
              <a:off x="4210705" y="2640464"/>
              <a:ext cx="553629" cy="271123"/>
              <a:chOff x="4210705" y="2640464"/>
              <a:chExt cx="553629" cy="271123"/>
            </a:xfrm>
          </p:grpSpPr>
          <p:sp>
            <p:nvSpPr>
              <p:cNvPr id="2661" name="Google Shape;2661;p37"/>
              <p:cNvSpPr/>
              <p:nvPr/>
            </p:nvSpPr>
            <p:spPr>
              <a:xfrm>
                <a:off x="4210705" y="2640464"/>
                <a:ext cx="553629" cy="271123"/>
              </a:xfrm>
              <a:custGeom>
                <a:avLst/>
                <a:gdLst/>
                <a:ahLst/>
                <a:cxnLst/>
                <a:rect l="l" t="t" r="r" b="b"/>
                <a:pathLst>
                  <a:path w="6663" h="3263" extrusionOk="0">
                    <a:moveTo>
                      <a:pt x="3742" y="1"/>
                    </a:moveTo>
                    <a:cubicBezTo>
                      <a:pt x="2549" y="1"/>
                      <a:pt x="1578" y="934"/>
                      <a:pt x="1519" y="2113"/>
                    </a:cubicBezTo>
                    <a:cubicBezTo>
                      <a:pt x="1400" y="2069"/>
                      <a:pt x="1275" y="2046"/>
                      <a:pt x="1142" y="2046"/>
                    </a:cubicBezTo>
                    <a:cubicBezTo>
                      <a:pt x="511" y="2046"/>
                      <a:pt x="0" y="2551"/>
                      <a:pt x="0" y="3180"/>
                    </a:cubicBezTo>
                    <a:cubicBezTo>
                      <a:pt x="0" y="3209"/>
                      <a:pt x="0" y="3232"/>
                      <a:pt x="7" y="3262"/>
                    </a:cubicBezTo>
                    <a:lnTo>
                      <a:pt x="6610" y="3262"/>
                    </a:lnTo>
                    <a:cubicBezTo>
                      <a:pt x="6646" y="3164"/>
                      <a:pt x="6662" y="3061"/>
                      <a:pt x="6662" y="2951"/>
                    </a:cubicBezTo>
                    <a:cubicBezTo>
                      <a:pt x="6662" y="2520"/>
                      <a:pt x="6365" y="2165"/>
                      <a:pt x="5958" y="2076"/>
                    </a:cubicBezTo>
                    <a:cubicBezTo>
                      <a:pt x="5883" y="920"/>
                      <a:pt x="4921" y="1"/>
                      <a:pt x="3742" y="1"/>
                    </a:cubicBez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37"/>
              <p:cNvSpPr/>
              <p:nvPr/>
            </p:nvSpPr>
            <p:spPr>
              <a:xfrm>
                <a:off x="4527636" y="2731640"/>
                <a:ext cx="88740" cy="88740"/>
              </a:xfrm>
              <a:custGeom>
                <a:avLst/>
                <a:gdLst/>
                <a:ahLst/>
                <a:cxnLst/>
                <a:rect l="l" t="t" r="r" b="b"/>
                <a:pathLst>
                  <a:path w="1068" h="1068" extrusionOk="0">
                    <a:moveTo>
                      <a:pt x="534" y="0"/>
                    </a:moveTo>
                    <a:cubicBezTo>
                      <a:pt x="237" y="0"/>
                      <a:pt x="0" y="237"/>
                      <a:pt x="0" y="534"/>
                    </a:cubicBezTo>
                    <a:cubicBezTo>
                      <a:pt x="0" y="831"/>
                      <a:pt x="237" y="1067"/>
                      <a:pt x="534" y="1067"/>
                    </a:cubicBezTo>
                    <a:cubicBezTo>
                      <a:pt x="831" y="1067"/>
                      <a:pt x="1067" y="831"/>
                      <a:pt x="1067" y="534"/>
                    </a:cubicBezTo>
                    <a:cubicBezTo>
                      <a:pt x="1067" y="237"/>
                      <a:pt x="831" y="0"/>
                      <a:pt x="534" y="0"/>
                    </a:cubicBezTo>
                    <a:close/>
                  </a:path>
                </a:pathLst>
              </a:custGeom>
              <a:solidFill>
                <a:srgbClr val="CBEF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37"/>
              <p:cNvSpPr/>
              <p:nvPr/>
            </p:nvSpPr>
            <p:spPr>
              <a:xfrm>
                <a:off x="4471141" y="2722964"/>
                <a:ext cx="32737" cy="32737"/>
              </a:xfrm>
              <a:custGeom>
                <a:avLst/>
                <a:gdLst/>
                <a:ahLst/>
                <a:cxnLst/>
                <a:rect l="l" t="t" r="r" b="b"/>
                <a:pathLst>
                  <a:path w="394" h="394" extrusionOk="0">
                    <a:moveTo>
                      <a:pt x="202" y="0"/>
                    </a:moveTo>
                    <a:cubicBezTo>
                      <a:pt x="90" y="0"/>
                      <a:pt x="1" y="89"/>
                      <a:pt x="1" y="192"/>
                    </a:cubicBezTo>
                    <a:cubicBezTo>
                      <a:pt x="1" y="304"/>
                      <a:pt x="90" y="393"/>
                      <a:pt x="202" y="393"/>
                    </a:cubicBezTo>
                    <a:cubicBezTo>
                      <a:pt x="312" y="393"/>
                      <a:pt x="394" y="304"/>
                      <a:pt x="394" y="192"/>
                    </a:cubicBezTo>
                    <a:cubicBezTo>
                      <a:pt x="394" y="89"/>
                      <a:pt x="312" y="0"/>
                      <a:pt x="202" y="0"/>
                    </a:cubicBezTo>
                    <a:close/>
                  </a:path>
                </a:pathLst>
              </a:custGeom>
              <a:solidFill>
                <a:srgbClr val="CBEF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64" name="Google Shape;2664;p37"/>
            <p:cNvSpPr/>
            <p:nvPr/>
          </p:nvSpPr>
          <p:spPr>
            <a:xfrm>
              <a:off x="5074217" y="3494671"/>
              <a:ext cx="106023" cy="211963"/>
            </a:xfrm>
            <a:custGeom>
              <a:avLst/>
              <a:gdLst/>
              <a:ahLst/>
              <a:cxnLst/>
              <a:rect l="l" t="t" r="r" b="b"/>
              <a:pathLst>
                <a:path w="1276" h="2551" extrusionOk="0">
                  <a:moveTo>
                    <a:pt x="1275" y="1"/>
                  </a:moveTo>
                  <a:cubicBezTo>
                    <a:pt x="571" y="1"/>
                    <a:pt x="0" y="572"/>
                    <a:pt x="0" y="1276"/>
                  </a:cubicBezTo>
                  <a:cubicBezTo>
                    <a:pt x="0" y="1980"/>
                    <a:pt x="571" y="2551"/>
                    <a:pt x="1275" y="2551"/>
                  </a:cubicBezTo>
                  <a:cubicBezTo>
                    <a:pt x="571" y="2542"/>
                    <a:pt x="7" y="1980"/>
                    <a:pt x="7" y="1276"/>
                  </a:cubicBezTo>
                  <a:cubicBezTo>
                    <a:pt x="7" y="572"/>
                    <a:pt x="571" y="8"/>
                    <a:pt x="1275" y="1"/>
                  </a:cubicBezTo>
                  <a:close/>
                </a:path>
              </a:pathLst>
            </a:custGeom>
            <a:solidFill>
              <a:srgbClr val="99A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65" name="Google Shape;2665;p37"/>
            <p:cNvGrpSpPr/>
            <p:nvPr/>
          </p:nvGrpSpPr>
          <p:grpSpPr>
            <a:xfrm>
              <a:off x="4281501" y="3120144"/>
              <a:ext cx="367777" cy="369040"/>
              <a:chOff x="4396276" y="3156781"/>
              <a:chExt cx="367777" cy="369040"/>
            </a:xfrm>
          </p:grpSpPr>
          <p:sp>
            <p:nvSpPr>
              <p:cNvPr id="2666" name="Google Shape;2666;p37"/>
              <p:cNvSpPr/>
              <p:nvPr/>
            </p:nvSpPr>
            <p:spPr>
              <a:xfrm>
                <a:off x="4396276" y="3156781"/>
                <a:ext cx="367777" cy="369040"/>
              </a:xfrm>
              <a:custGeom>
                <a:avLst/>
                <a:gdLst/>
                <a:ahLst/>
                <a:cxnLst/>
                <a:rect l="l" t="t" r="r" b="b"/>
                <a:pathLst>
                  <a:path w="2542" h="2551" extrusionOk="0">
                    <a:moveTo>
                      <a:pt x="1275" y="1"/>
                    </a:moveTo>
                    <a:cubicBezTo>
                      <a:pt x="571" y="1"/>
                      <a:pt x="0" y="572"/>
                      <a:pt x="0" y="1276"/>
                    </a:cubicBezTo>
                    <a:cubicBezTo>
                      <a:pt x="0" y="1980"/>
                      <a:pt x="571" y="2551"/>
                      <a:pt x="1275" y="2551"/>
                    </a:cubicBezTo>
                    <a:cubicBezTo>
                      <a:pt x="1972" y="2551"/>
                      <a:pt x="2541" y="1980"/>
                      <a:pt x="2541" y="1276"/>
                    </a:cubicBezTo>
                    <a:cubicBezTo>
                      <a:pt x="2541" y="572"/>
                      <a:pt x="1972" y="1"/>
                      <a:pt x="1275" y="1"/>
                    </a:cubicBezTo>
                    <a:close/>
                  </a:path>
                </a:pathLst>
              </a:custGeom>
              <a:solidFill>
                <a:srgbClr val="FFD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37"/>
              <p:cNvSpPr/>
              <p:nvPr/>
            </p:nvSpPr>
            <p:spPr>
              <a:xfrm>
                <a:off x="4396276" y="3156781"/>
                <a:ext cx="183599" cy="369040"/>
              </a:xfrm>
              <a:custGeom>
                <a:avLst/>
                <a:gdLst/>
                <a:ahLst/>
                <a:cxnLst/>
                <a:rect l="l" t="t" r="r" b="b"/>
                <a:pathLst>
                  <a:path w="1269" h="2551" extrusionOk="0">
                    <a:moveTo>
                      <a:pt x="1268" y="1"/>
                    </a:moveTo>
                    <a:cubicBezTo>
                      <a:pt x="564" y="8"/>
                      <a:pt x="0" y="572"/>
                      <a:pt x="0" y="1276"/>
                    </a:cubicBezTo>
                    <a:cubicBezTo>
                      <a:pt x="0" y="1980"/>
                      <a:pt x="564" y="2542"/>
                      <a:pt x="1268" y="2551"/>
                    </a:cubicBezTo>
                    <a:cubicBezTo>
                      <a:pt x="1268" y="2542"/>
                      <a:pt x="578" y="1913"/>
                      <a:pt x="578" y="1276"/>
                    </a:cubicBezTo>
                    <a:cubicBezTo>
                      <a:pt x="578" y="639"/>
                      <a:pt x="1268" y="8"/>
                      <a:pt x="1268" y="1"/>
                    </a:cubicBezTo>
                    <a:close/>
                  </a:path>
                </a:pathLst>
              </a:custGeom>
              <a:solidFill>
                <a:srgbClr val="FFE9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68" name="Google Shape;2668;p37"/>
            <p:cNvSpPr/>
            <p:nvPr/>
          </p:nvSpPr>
          <p:spPr>
            <a:xfrm>
              <a:off x="6747650" y="2916032"/>
              <a:ext cx="256831" cy="134855"/>
            </a:xfrm>
            <a:custGeom>
              <a:avLst/>
              <a:gdLst/>
              <a:ahLst/>
              <a:cxnLst/>
              <a:rect l="l" t="t" r="r" b="b"/>
              <a:pathLst>
                <a:path w="3091" h="1623" extrusionOk="0">
                  <a:moveTo>
                    <a:pt x="807" y="1"/>
                  </a:moveTo>
                  <a:cubicBezTo>
                    <a:pt x="363" y="1"/>
                    <a:pt x="0" y="363"/>
                    <a:pt x="0" y="815"/>
                  </a:cubicBezTo>
                  <a:cubicBezTo>
                    <a:pt x="0" y="1260"/>
                    <a:pt x="363" y="1623"/>
                    <a:pt x="807" y="1623"/>
                  </a:cubicBezTo>
                  <a:lnTo>
                    <a:pt x="2275" y="1623"/>
                  </a:lnTo>
                  <a:cubicBezTo>
                    <a:pt x="2726" y="1623"/>
                    <a:pt x="3091" y="1260"/>
                    <a:pt x="3091" y="815"/>
                  </a:cubicBezTo>
                  <a:cubicBezTo>
                    <a:pt x="3091" y="363"/>
                    <a:pt x="2726" y="1"/>
                    <a:pt x="2275" y="1"/>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37"/>
            <p:cNvSpPr/>
            <p:nvPr/>
          </p:nvSpPr>
          <p:spPr>
            <a:xfrm>
              <a:off x="6660904" y="2291777"/>
              <a:ext cx="256748" cy="134772"/>
            </a:xfrm>
            <a:custGeom>
              <a:avLst/>
              <a:gdLst/>
              <a:ahLst/>
              <a:cxnLst/>
              <a:rect l="l" t="t" r="r" b="b"/>
              <a:pathLst>
                <a:path w="3090" h="1622" extrusionOk="0">
                  <a:moveTo>
                    <a:pt x="808" y="0"/>
                  </a:moveTo>
                  <a:cubicBezTo>
                    <a:pt x="363" y="0"/>
                    <a:pt x="0" y="363"/>
                    <a:pt x="0" y="815"/>
                  </a:cubicBezTo>
                  <a:cubicBezTo>
                    <a:pt x="0" y="1259"/>
                    <a:pt x="363" y="1622"/>
                    <a:pt x="808" y="1622"/>
                  </a:cubicBezTo>
                  <a:lnTo>
                    <a:pt x="2282" y="1622"/>
                  </a:lnTo>
                  <a:cubicBezTo>
                    <a:pt x="2726" y="1622"/>
                    <a:pt x="3089" y="1259"/>
                    <a:pt x="3089" y="815"/>
                  </a:cubicBezTo>
                  <a:cubicBezTo>
                    <a:pt x="3089" y="363"/>
                    <a:pt x="2726" y="0"/>
                    <a:pt x="2282" y="0"/>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37"/>
            <p:cNvSpPr/>
            <p:nvPr/>
          </p:nvSpPr>
          <p:spPr>
            <a:xfrm>
              <a:off x="6210224" y="3088942"/>
              <a:ext cx="126214" cy="135021"/>
            </a:xfrm>
            <a:custGeom>
              <a:avLst/>
              <a:gdLst/>
              <a:ahLst/>
              <a:cxnLst/>
              <a:rect l="l" t="t" r="r" b="b"/>
              <a:pathLst>
                <a:path w="1519" h="1625" extrusionOk="0">
                  <a:moveTo>
                    <a:pt x="0" y="0"/>
                  </a:moveTo>
                  <a:lnTo>
                    <a:pt x="0" y="1624"/>
                  </a:lnTo>
                  <a:lnTo>
                    <a:pt x="703" y="1624"/>
                  </a:lnTo>
                  <a:cubicBezTo>
                    <a:pt x="1156" y="1624"/>
                    <a:pt x="1519" y="1254"/>
                    <a:pt x="1519" y="810"/>
                  </a:cubicBezTo>
                  <a:cubicBezTo>
                    <a:pt x="1519" y="365"/>
                    <a:pt x="1156" y="0"/>
                    <a:pt x="703" y="0"/>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37"/>
            <p:cNvSpPr/>
            <p:nvPr/>
          </p:nvSpPr>
          <p:spPr>
            <a:xfrm>
              <a:off x="6947066" y="2688199"/>
              <a:ext cx="410714" cy="215535"/>
            </a:xfrm>
            <a:custGeom>
              <a:avLst/>
              <a:gdLst/>
              <a:ahLst/>
              <a:cxnLst/>
              <a:rect l="l" t="t" r="r" b="b"/>
              <a:pathLst>
                <a:path w="4943" h="2594" extrusionOk="0">
                  <a:moveTo>
                    <a:pt x="1297" y="0"/>
                  </a:moveTo>
                  <a:cubicBezTo>
                    <a:pt x="586" y="0"/>
                    <a:pt x="1" y="578"/>
                    <a:pt x="1" y="1297"/>
                  </a:cubicBezTo>
                  <a:cubicBezTo>
                    <a:pt x="1" y="2008"/>
                    <a:pt x="586" y="2593"/>
                    <a:pt x="1297" y="2593"/>
                  </a:cubicBezTo>
                  <a:lnTo>
                    <a:pt x="3647" y="2593"/>
                  </a:lnTo>
                  <a:cubicBezTo>
                    <a:pt x="4358" y="2593"/>
                    <a:pt x="4943" y="2008"/>
                    <a:pt x="4943" y="1297"/>
                  </a:cubicBezTo>
                  <a:cubicBezTo>
                    <a:pt x="4943" y="578"/>
                    <a:pt x="4358" y="0"/>
                    <a:pt x="3647" y="0"/>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37"/>
            <p:cNvSpPr/>
            <p:nvPr/>
          </p:nvSpPr>
          <p:spPr>
            <a:xfrm>
              <a:off x="7108427" y="3034851"/>
              <a:ext cx="482670" cy="137348"/>
            </a:xfrm>
            <a:custGeom>
              <a:avLst/>
              <a:gdLst/>
              <a:ahLst/>
              <a:cxnLst/>
              <a:rect l="l" t="t" r="r" b="b"/>
              <a:pathLst>
                <a:path w="5809" h="1653" extrusionOk="0">
                  <a:moveTo>
                    <a:pt x="822" y="0"/>
                  </a:moveTo>
                  <a:cubicBezTo>
                    <a:pt x="371" y="0"/>
                    <a:pt x="1" y="370"/>
                    <a:pt x="1" y="822"/>
                  </a:cubicBezTo>
                  <a:cubicBezTo>
                    <a:pt x="1" y="1283"/>
                    <a:pt x="371" y="1653"/>
                    <a:pt x="822" y="1653"/>
                  </a:cubicBezTo>
                  <a:lnTo>
                    <a:pt x="4987" y="1653"/>
                  </a:lnTo>
                  <a:cubicBezTo>
                    <a:pt x="5439" y="1653"/>
                    <a:pt x="5809" y="1283"/>
                    <a:pt x="5809" y="822"/>
                  </a:cubicBezTo>
                  <a:cubicBezTo>
                    <a:pt x="5809" y="370"/>
                    <a:pt x="5439" y="0"/>
                    <a:pt x="4987" y="0"/>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37"/>
            <p:cNvSpPr/>
            <p:nvPr/>
          </p:nvSpPr>
          <p:spPr>
            <a:xfrm>
              <a:off x="3899474" y="4380650"/>
              <a:ext cx="2303416" cy="132548"/>
            </a:xfrm>
            <a:custGeom>
              <a:avLst/>
              <a:gdLst/>
              <a:ahLst/>
              <a:cxnLst/>
              <a:rect l="l" t="t" r="r" b="b"/>
              <a:pathLst>
                <a:path w="25766" h="1595" extrusionOk="0">
                  <a:moveTo>
                    <a:pt x="1615" y="1"/>
                  </a:moveTo>
                  <a:cubicBezTo>
                    <a:pt x="0" y="1"/>
                    <a:pt x="141" y="1594"/>
                    <a:pt x="1615" y="1594"/>
                  </a:cubicBezTo>
                  <a:lnTo>
                    <a:pt x="25765" y="1594"/>
                  </a:lnTo>
                  <a:lnTo>
                    <a:pt x="25765" y="1"/>
                  </a:ln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37"/>
            <p:cNvSpPr/>
            <p:nvPr/>
          </p:nvSpPr>
          <p:spPr>
            <a:xfrm>
              <a:off x="3761424" y="4513100"/>
              <a:ext cx="2441468" cy="132449"/>
            </a:xfrm>
            <a:custGeom>
              <a:avLst/>
              <a:gdLst/>
              <a:ahLst/>
              <a:cxnLst/>
              <a:rect l="l" t="t" r="r" b="b"/>
              <a:pathLst>
                <a:path w="27877" h="1594" extrusionOk="0">
                  <a:moveTo>
                    <a:pt x="1615" y="0"/>
                  </a:moveTo>
                  <a:cubicBezTo>
                    <a:pt x="45" y="0"/>
                    <a:pt x="0" y="1594"/>
                    <a:pt x="1615" y="1594"/>
                  </a:cubicBezTo>
                  <a:lnTo>
                    <a:pt x="27876" y="1594"/>
                  </a:lnTo>
                  <a:lnTo>
                    <a:pt x="27876" y="0"/>
                  </a:ln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37"/>
            <p:cNvSpPr/>
            <p:nvPr/>
          </p:nvSpPr>
          <p:spPr>
            <a:xfrm>
              <a:off x="6202081" y="4380659"/>
              <a:ext cx="2135247" cy="132529"/>
            </a:xfrm>
            <a:custGeom>
              <a:avLst/>
              <a:gdLst/>
              <a:ahLst/>
              <a:cxnLst/>
              <a:rect l="l" t="t" r="r" b="b"/>
              <a:pathLst>
                <a:path w="25698" h="1595" extrusionOk="0">
                  <a:moveTo>
                    <a:pt x="0" y="1"/>
                  </a:moveTo>
                  <a:lnTo>
                    <a:pt x="0" y="1594"/>
                  </a:lnTo>
                  <a:lnTo>
                    <a:pt x="24350" y="1594"/>
                  </a:lnTo>
                  <a:cubicBezTo>
                    <a:pt x="25698" y="1594"/>
                    <a:pt x="25557" y="1"/>
                    <a:pt x="24350"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37"/>
            <p:cNvSpPr/>
            <p:nvPr/>
          </p:nvSpPr>
          <p:spPr>
            <a:xfrm>
              <a:off x="6202081" y="4513105"/>
              <a:ext cx="2303421" cy="132445"/>
            </a:xfrm>
            <a:custGeom>
              <a:avLst/>
              <a:gdLst/>
              <a:ahLst/>
              <a:cxnLst/>
              <a:rect l="l" t="t" r="r" b="b"/>
              <a:pathLst>
                <a:path w="27722" h="1594" extrusionOk="0">
                  <a:moveTo>
                    <a:pt x="0" y="0"/>
                  </a:moveTo>
                  <a:lnTo>
                    <a:pt x="0" y="1578"/>
                  </a:lnTo>
                  <a:lnTo>
                    <a:pt x="20763" y="1578"/>
                  </a:lnTo>
                  <a:cubicBezTo>
                    <a:pt x="20807" y="1578"/>
                    <a:pt x="20861" y="1587"/>
                    <a:pt x="20905" y="1594"/>
                  </a:cubicBezTo>
                  <a:lnTo>
                    <a:pt x="26692" y="1594"/>
                  </a:lnTo>
                  <a:cubicBezTo>
                    <a:pt x="27670" y="1594"/>
                    <a:pt x="27722" y="164"/>
                    <a:pt x="26774" y="15"/>
                  </a:cubicBezTo>
                  <a:cubicBezTo>
                    <a:pt x="26720" y="7"/>
                    <a:pt x="26662" y="0"/>
                    <a:pt x="26610" y="0"/>
                  </a:cubicBezTo>
                  <a:close/>
                </a:path>
              </a:pathLst>
            </a:custGeom>
            <a:solidFill>
              <a:srgbClr val="B3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37"/>
            <p:cNvSpPr/>
            <p:nvPr/>
          </p:nvSpPr>
          <p:spPr>
            <a:xfrm>
              <a:off x="6202081" y="4644138"/>
              <a:ext cx="1737080" cy="1413"/>
            </a:xfrm>
            <a:custGeom>
              <a:avLst/>
              <a:gdLst/>
              <a:ahLst/>
              <a:cxnLst/>
              <a:rect l="l" t="t" r="r" b="b"/>
              <a:pathLst>
                <a:path w="20906" h="17" extrusionOk="0">
                  <a:moveTo>
                    <a:pt x="0" y="1"/>
                  </a:moveTo>
                  <a:lnTo>
                    <a:pt x="0" y="17"/>
                  </a:lnTo>
                  <a:lnTo>
                    <a:pt x="20905" y="17"/>
                  </a:lnTo>
                  <a:cubicBezTo>
                    <a:pt x="20861" y="10"/>
                    <a:pt x="20807" y="1"/>
                    <a:pt x="20763" y="1"/>
                  </a:cubicBezTo>
                  <a:close/>
                </a:path>
              </a:pathLst>
            </a:custGeom>
            <a:solidFill>
              <a:srgbClr val="B3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37"/>
            <p:cNvSpPr/>
            <p:nvPr/>
          </p:nvSpPr>
          <p:spPr>
            <a:xfrm>
              <a:off x="6904690" y="3470159"/>
              <a:ext cx="152719" cy="920554"/>
            </a:xfrm>
            <a:custGeom>
              <a:avLst/>
              <a:gdLst/>
              <a:ahLst/>
              <a:cxnLst/>
              <a:rect l="l" t="t" r="r" b="b"/>
              <a:pathLst>
                <a:path w="1838" h="11079" extrusionOk="0">
                  <a:moveTo>
                    <a:pt x="497" y="1"/>
                  </a:moveTo>
                  <a:lnTo>
                    <a:pt x="0" y="11055"/>
                  </a:lnTo>
                  <a:lnTo>
                    <a:pt x="1838" y="11078"/>
                  </a:lnTo>
                  <a:lnTo>
                    <a:pt x="1838" y="11078"/>
                  </a:lnTo>
                  <a:lnTo>
                    <a:pt x="1601" y="15"/>
                  </a:lnTo>
                  <a:lnTo>
                    <a:pt x="497"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37"/>
            <p:cNvSpPr/>
            <p:nvPr/>
          </p:nvSpPr>
          <p:spPr>
            <a:xfrm>
              <a:off x="6904690" y="3470159"/>
              <a:ext cx="87411" cy="919142"/>
            </a:xfrm>
            <a:custGeom>
              <a:avLst/>
              <a:gdLst/>
              <a:ahLst/>
              <a:cxnLst/>
              <a:rect l="l" t="t" r="r" b="b"/>
              <a:pathLst>
                <a:path w="1052" h="11062" extrusionOk="0">
                  <a:moveTo>
                    <a:pt x="497" y="1"/>
                  </a:moveTo>
                  <a:lnTo>
                    <a:pt x="363" y="2994"/>
                  </a:lnTo>
                  <a:lnTo>
                    <a:pt x="0" y="11055"/>
                  </a:lnTo>
                  <a:lnTo>
                    <a:pt x="918" y="11062"/>
                  </a:lnTo>
                  <a:lnTo>
                    <a:pt x="1051" y="8"/>
                  </a:lnTo>
                  <a:lnTo>
                    <a:pt x="497" y="1"/>
                  </a:lnTo>
                  <a:close/>
                </a:path>
              </a:pathLst>
            </a:custGeom>
            <a:solidFill>
              <a:srgbClr val="9293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37"/>
            <p:cNvSpPr/>
            <p:nvPr/>
          </p:nvSpPr>
          <p:spPr>
            <a:xfrm>
              <a:off x="6934270" y="3691843"/>
              <a:ext cx="108931" cy="54756"/>
            </a:xfrm>
            <a:custGeom>
              <a:avLst/>
              <a:gdLst/>
              <a:ahLst/>
              <a:cxnLst/>
              <a:rect l="l" t="t" r="r" b="b"/>
              <a:pathLst>
                <a:path w="1311" h="659" extrusionOk="0">
                  <a:moveTo>
                    <a:pt x="29" y="0"/>
                  </a:moveTo>
                  <a:lnTo>
                    <a:pt x="0" y="637"/>
                  </a:lnTo>
                  <a:lnTo>
                    <a:pt x="651" y="651"/>
                  </a:lnTo>
                  <a:lnTo>
                    <a:pt x="1311" y="658"/>
                  </a:lnTo>
                  <a:lnTo>
                    <a:pt x="1297" y="14"/>
                  </a:lnTo>
                  <a:lnTo>
                    <a:pt x="667" y="7"/>
                  </a:lnTo>
                  <a:lnTo>
                    <a:pt x="29" y="0"/>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37"/>
            <p:cNvSpPr/>
            <p:nvPr/>
          </p:nvSpPr>
          <p:spPr>
            <a:xfrm>
              <a:off x="6927457" y="3816063"/>
              <a:ext cx="118902" cy="79600"/>
            </a:xfrm>
            <a:custGeom>
              <a:avLst/>
              <a:gdLst/>
              <a:ahLst/>
              <a:cxnLst/>
              <a:rect l="l" t="t" r="r" b="b"/>
              <a:pathLst>
                <a:path w="1431" h="958" extrusionOk="0">
                  <a:moveTo>
                    <a:pt x="45" y="1"/>
                  </a:moveTo>
                  <a:lnTo>
                    <a:pt x="0" y="941"/>
                  </a:lnTo>
                  <a:lnTo>
                    <a:pt x="719" y="950"/>
                  </a:lnTo>
                  <a:lnTo>
                    <a:pt x="1430" y="957"/>
                  </a:lnTo>
                  <a:lnTo>
                    <a:pt x="1416" y="24"/>
                  </a:lnTo>
                  <a:lnTo>
                    <a:pt x="726" y="8"/>
                  </a:lnTo>
                  <a:lnTo>
                    <a:pt x="45"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82" name="Google Shape;2682;p37"/>
          <p:cNvGrpSpPr/>
          <p:nvPr/>
        </p:nvGrpSpPr>
        <p:grpSpPr>
          <a:xfrm>
            <a:off x="3830673" y="4479700"/>
            <a:ext cx="4529499" cy="124290"/>
            <a:chOff x="1492723" y="4512625"/>
            <a:chExt cx="4529499" cy="124290"/>
          </a:xfrm>
        </p:grpSpPr>
        <p:sp>
          <p:nvSpPr>
            <p:cNvPr id="2683" name="Google Shape;2683;p37"/>
            <p:cNvSpPr/>
            <p:nvPr/>
          </p:nvSpPr>
          <p:spPr>
            <a:xfrm>
              <a:off x="1492723" y="4514335"/>
              <a:ext cx="26200" cy="27365"/>
            </a:xfrm>
            <a:custGeom>
              <a:avLst/>
              <a:gdLst/>
              <a:ahLst/>
              <a:cxnLst/>
              <a:rect l="l" t="t" r="r" b="b"/>
              <a:pathLst>
                <a:path w="1256" h="1312" extrusionOk="0">
                  <a:moveTo>
                    <a:pt x="679" y="0"/>
                  </a:moveTo>
                  <a:cubicBezTo>
                    <a:pt x="588" y="0"/>
                    <a:pt x="490" y="18"/>
                    <a:pt x="388" y="57"/>
                  </a:cubicBezTo>
                  <a:cubicBezTo>
                    <a:pt x="206" y="57"/>
                    <a:pt x="114" y="445"/>
                    <a:pt x="0" y="628"/>
                  </a:cubicBezTo>
                  <a:cubicBezTo>
                    <a:pt x="0" y="1106"/>
                    <a:pt x="273" y="1312"/>
                    <a:pt x="644" y="1312"/>
                  </a:cubicBezTo>
                  <a:cubicBezTo>
                    <a:pt x="715" y="1312"/>
                    <a:pt x="790" y="1304"/>
                    <a:pt x="868" y="1290"/>
                  </a:cubicBezTo>
                  <a:cubicBezTo>
                    <a:pt x="1050" y="1198"/>
                    <a:pt x="1256" y="810"/>
                    <a:pt x="1256" y="628"/>
                  </a:cubicBezTo>
                  <a:cubicBezTo>
                    <a:pt x="1256" y="250"/>
                    <a:pt x="1015" y="0"/>
                    <a:pt x="67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37"/>
            <p:cNvSpPr/>
            <p:nvPr/>
          </p:nvSpPr>
          <p:spPr>
            <a:xfrm>
              <a:off x="1679357" y="4513689"/>
              <a:ext cx="27640" cy="26406"/>
            </a:xfrm>
            <a:custGeom>
              <a:avLst/>
              <a:gdLst/>
              <a:ahLst/>
              <a:cxnLst/>
              <a:rect l="l" t="t" r="r" b="b"/>
              <a:pathLst>
                <a:path w="1325" h="1266" extrusionOk="0">
                  <a:moveTo>
                    <a:pt x="702" y="1"/>
                  </a:moveTo>
                  <a:cubicBezTo>
                    <a:pt x="577" y="1"/>
                    <a:pt x="440" y="31"/>
                    <a:pt x="298" y="88"/>
                  </a:cubicBezTo>
                  <a:cubicBezTo>
                    <a:pt x="183" y="179"/>
                    <a:pt x="1" y="567"/>
                    <a:pt x="1" y="750"/>
                  </a:cubicBezTo>
                  <a:cubicBezTo>
                    <a:pt x="125" y="1077"/>
                    <a:pt x="346" y="1266"/>
                    <a:pt x="596" y="1266"/>
                  </a:cubicBezTo>
                  <a:cubicBezTo>
                    <a:pt x="713" y="1266"/>
                    <a:pt x="836" y="1225"/>
                    <a:pt x="959" y="1138"/>
                  </a:cubicBezTo>
                  <a:cubicBezTo>
                    <a:pt x="1142" y="1047"/>
                    <a:pt x="1233" y="659"/>
                    <a:pt x="1325" y="476"/>
                  </a:cubicBezTo>
                  <a:cubicBezTo>
                    <a:pt x="1199" y="147"/>
                    <a:pt x="977" y="1"/>
                    <a:pt x="7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37"/>
            <p:cNvSpPr/>
            <p:nvPr/>
          </p:nvSpPr>
          <p:spPr>
            <a:xfrm>
              <a:off x="1866012" y="4513689"/>
              <a:ext cx="27640" cy="26406"/>
            </a:xfrm>
            <a:custGeom>
              <a:avLst/>
              <a:gdLst/>
              <a:ahLst/>
              <a:cxnLst/>
              <a:rect l="l" t="t" r="r" b="b"/>
              <a:pathLst>
                <a:path w="1325" h="1266" extrusionOk="0">
                  <a:moveTo>
                    <a:pt x="723" y="1"/>
                  </a:moveTo>
                  <a:cubicBezTo>
                    <a:pt x="608" y="1"/>
                    <a:pt x="487" y="31"/>
                    <a:pt x="366" y="88"/>
                  </a:cubicBezTo>
                  <a:cubicBezTo>
                    <a:pt x="183" y="179"/>
                    <a:pt x="0" y="567"/>
                    <a:pt x="92" y="750"/>
                  </a:cubicBezTo>
                  <a:cubicBezTo>
                    <a:pt x="154" y="1077"/>
                    <a:pt x="397" y="1266"/>
                    <a:pt x="668" y="1266"/>
                  </a:cubicBezTo>
                  <a:cubicBezTo>
                    <a:pt x="795" y="1266"/>
                    <a:pt x="927" y="1225"/>
                    <a:pt x="1050" y="1138"/>
                  </a:cubicBezTo>
                  <a:cubicBezTo>
                    <a:pt x="1233" y="1047"/>
                    <a:pt x="1233" y="659"/>
                    <a:pt x="1324" y="476"/>
                  </a:cubicBezTo>
                  <a:cubicBezTo>
                    <a:pt x="1199" y="147"/>
                    <a:pt x="976" y="1"/>
                    <a:pt x="7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37"/>
            <p:cNvSpPr/>
            <p:nvPr/>
          </p:nvSpPr>
          <p:spPr>
            <a:xfrm>
              <a:off x="2056464" y="4513125"/>
              <a:ext cx="25720" cy="27407"/>
            </a:xfrm>
            <a:custGeom>
              <a:avLst/>
              <a:gdLst/>
              <a:ahLst/>
              <a:cxnLst/>
              <a:rect l="l" t="t" r="r" b="b"/>
              <a:pathLst>
                <a:path w="1233" h="1314" extrusionOk="0">
                  <a:moveTo>
                    <a:pt x="617" y="1"/>
                  </a:moveTo>
                  <a:cubicBezTo>
                    <a:pt x="255" y="1"/>
                    <a:pt x="0" y="194"/>
                    <a:pt x="0" y="594"/>
                  </a:cubicBezTo>
                  <a:cubicBezTo>
                    <a:pt x="0" y="777"/>
                    <a:pt x="183" y="1256"/>
                    <a:pt x="366" y="1256"/>
                  </a:cubicBezTo>
                  <a:cubicBezTo>
                    <a:pt x="448" y="1295"/>
                    <a:pt x="530" y="1313"/>
                    <a:pt x="610" y="1313"/>
                  </a:cubicBezTo>
                  <a:cubicBezTo>
                    <a:pt x="905" y="1313"/>
                    <a:pt x="1161" y="1063"/>
                    <a:pt x="1233" y="686"/>
                  </a:cubicBezTo>
                  <a:cubicBezTo>
                    <a:pt x="1142" y="503"/>
                    <a:pt x="1050" y="115"/>
                    <a:pt x="845" y="24"/>
                  </a:cubicBezTo>
                  <a:cubicBezTo>
                    <a:pt x="766" y="9"/>
                    <a:pt x="689" y="1"/>
                    <a:pt x="6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37"/>
            <p:cNvSpPr/>
            <p:nvPr/>
          </p:nvSpPr>
          <p:spPr>
            <a:xfrm>
              <a:off x="2240720" y="4515003"/>
              <a:ext cx="31937" cy="26239"/>
            </a:xfrm>
            <a:custGeom>
              <a:avLst/>
              <a:gdLst/>
              <a:ahLst/>
              <a:cxnLst/>
              <a:rect l="l" t="t" r="r" b="b"/>
              <a:pathLst>
                <a:path w="1531" h="1258" extrusionOk="0">
                  <a:moveTo>
                    <a:pt x="651" y="1"/>
                  </a:moveTo>
                  <a:cubicBezTo>
                    <a:pt x="447" y="1"/>
                    <a:pt x="185" y="154"/>
                    <a:pt x="92" y="322"/>
                  </a:cubicBezTo>
                  <a:cubicBezTo>
                    <a:pt x="1" y="778"/>
                    <a:pt x="206" y="1166"/>
                    <a:pt x="663" y="1258"/>
                  </a:cubicBezTo>
                  <a:cubicBezTo>
                    <a:pt x="959" y="1166"/>
                    <a:pt x="1348" y="1075"/>
                    <a:pt x="1348" y="892"/>
                  </a:cubicBezTo>
                  <a:cubicBezTo>
                    <a:pt x="1530" y="413"/>
                    <a:pt x="1233" y="25"/>
                    <a:pt x="777" y="25"/>
                  </a:cubicBezTo>
                  <a:cubicBezTo>
                    <a:pt x="740" y="8"/>
                    <a:pt x="697" y="1"/>
                    <a:pt x="6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37"/>
            <p:cNvSpPr/>
            <p:nvPr/>
          </p:nvSpPr>
          <p:spPr>
            <a:xfrm>
              <a:off x="2431172" y="4513125"/>
              <a:ext cx="25741" cy="27407"/>
            </a:xfrm>
            <a:custGeom>
              <a:avLst/>
              <a:gdLst/>
              <a:ahLst/>
              <a:cxnLst/>
              <a:rect l="l" t="t" r="r" b="b"/>
              <a:pathLst>
                <a:path w="1234" h="1314" extrusionOk="0">
                  <a:moveTo>
                    <a:pt x="671" y="1"/>
                  </a:moveTo>
                  <a:cubicBezTo>
                    <a:pt x="335" y="1"/>
                    <a:pt x="1" y="194"/>
                    <a:pt x="1" y="594"/>
                  </a:cubicBezTo>
                  <a:cubicBezTo>
                    <a:pt x="1" y="777"/>
                    <a:pt x="206" y="1256"/>
                    <a:pt x="389" y="1256"/>
                  </a:cubicBezTo>
                  <a:cubicBezTo>
                    <a:pt x="471" y="1295"/>
                    <a:pt x="553" y="1313"/>
                    <a:pt x="631" y="1313"/>
                  </a:cubicBezTo>
                  <a:cubicBezTo>
                    <a:pt x="920" y="1313"/>
                    <a:pt x="1162" y="1063"/>
                    <a:pt x="1234" y="686"/>
                  </a:cubicBezTo>
                  <a:cubicBezTo>
                    <a:pt x="1142" y="503"/>
                    <a:pt x="1051" y="115"/>
                    <a:pt x="868" y="24"/>
                  </a:cubicBezTo>
                  <a:cubicBezTo>
                    <a:pt x="804" y="9"/>
                    <a:pt x="737" y="1"/>
                    <a:pt x="6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37"/>
            <p:cNvSpPr/>
            <p:nvPr/>
          </p:nvSpPr>
          <p:spPr>
            <a:xfrm>
              <a:off x="2617828" y="4513125"/>
              <a:ext cx="27640" cy="27407"/>
            </a:xfrm>
            <a:custGeom>
              <a:avLst/>
              <a:gdLst/>
              <a:ahLst/>
              <a:cxnLst/>
              <a:rect l="l" t="t" r="r" b="b"/>
              <a:pathLst>
                <a:path w="1325" h="1314" extrusionOk="0">
                  <a:moveTo>
                    <a:pt x="730" y="1"/>
                  </a:moveTo>
                  <a:cubicBezTo>
                    <a:pt x="359" y="1"/>
                    <a:pt x="77" y="194"/>
                    <a:pt x="0" y="594"/>
                  </a:cubicBezTo>
                  <a:cubicBezTo>
                    <a:pt x="0" y="777"/>
                    <a:pt x="183" y="1256"/>
                    <a:pt x="388" y="1256"/>
                  </a:cubicBezTo>
                  <a:cubicBezTo>
                    <a:pt x="485" y="1295"/>
                    <a:pt x="575" y="1313"/>
                    <a:pt x="658" y="1313"/>
                  </a:cubicBezTo>
                  <a:cubicBezTo>
                    <a:pt x="966" y="1313"/>
                    <a:pt x="1181" y="1063"/>
                    <a:pt x="1324" y="686"/>
                  </a:cubicBezTo>
                  <a:cubicBezTo>
                    <a:pt x="1233" y="503"/>
                    <a:pt x="1142" y="115"/>
                    <a:pt x="959" y="24"/>
                  </a:cubicBezTo>
                  <a:cubicBezTo>
                    <a:pt x="880" y="9"/>
                    <a:pt x="803" y="1"/>
                    <a:pt x="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37"/>
            <p:cNvSpPr/>
            <p:nvPr/>
          </p:nvSpPr>
          <p:spPr>
            <a:xfrm>
              <a:off x="2806381" y="4513146"/>
              <a:ext cx="25720" cy="27386"/>
            </a:xfrm>
            <a:custGeom>
              <a:avLst/>
              <a:gdLst/>
              <a:ahLst/>
              <a:cxnLst/>
              <a:rect l="l" t="t" r="r" b="b"/>
              <a:pathLst>
                <a:path w="1233" h="1313" extrusionOk="0">
                  <a:moveTo>
                    <a:pt x="552" y="0"/>
                  </a:moveTo>
                  <a:cubicBezTo>
                    <a:pt x="491" y="0"/>
                    <a:pt x="428" y="8"/>
                    <a:pt x="365" y="23"/>
                  </a:cubicBezTo>
                  <a:cubicBezTo>
                    <a:pt x="183" y="114"/>
                    <a:pt x="0" y="502"/>
                    <a:pt x="0" y="685"/>
                  </a:cubicBezTo>
                  <a:cubicBezTo>
                    <a:pt x="0" y="1062"/>
                    <a:pt x="227" y="1312"/>
                    <a:pt x="557" y="1312"/>
                  </a:cubicBezTo>
                  <a:cubicBezTo>
                    <a:pt x="646" y="1312"/>
                    <a:pt x="743" y="1294"/>
                    <a:pt x="845" y="1255"/>
                  </a:cubicBezTo>
                  <a:cubicBezTo>
                    <a:pt x="1050" y="1255"/>
                    <a:pt x="1142" y="867"/>
                    <a:pt x="1233" y="685"/>
                  </a:cubicBezTo>
                  <a:cubicBezTo>
                    <a:pt x="1156" y="206"/>
                    <a:pt x="871" y="0"/>
                    <a:pt x="5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37"/>
            <p:cNvSpPr/>
            <p:nvPr/>
          </p:nvSpPr>
          <p:spPr>
            <a:xfrm>
              <a:off x="2988739" y="4513605"/>
              <a:ext cx="33814" cy="26114"/>
            </a:xfrm>
            <a:custGeom>
              <a:avLst/>
              <a:gdLst/>
              <a:ahLst/>
              <a:cxnLst/>
              <a:rect l="l" t="t" r="r" b="b"/>
              <a:pathLst>
                <a:path w="1621" h="1252" extrusionOk="0">
                  <a:moveTo>
                    <a:pt x="754" y="1"/>
                  </a:moveTo>
                  <a:cubicBezTo>
                    <a:pt x="297" y="92"/>
                    <a:pt x="0" y="480"/>
                    <a:pt x="183" y="845"/>
                  </a:cubicBezTo>
                  <a:cubicBezTo>
                    <a:pt x="282" y="1023"/>
                    <a:pt x="568" y="1251"/>
                    <a:pt x="776" y="1251"/>
                  </a:cubicBezTo>
                  <a:cubicBezTo>
                    <a:pt x="809" y="1251"/>
                    <a:pt x="840" y="1246"/>
                    <a:pt x="868" y="1233"/>
                  </a:cubicBezTo>
                  <a:cubicBezTo>
                    <a:pt x="1324" y="1233"/>
                    <a:pt x="1621" y="845"/>
                    <a:pt x="1438" y="389"/>
                  </a:cubicBezTo>
                  <a:cubicBezTo>
                    <a:pt x="1324" y="183"/>
                    <a:pt x="1050" y="92"/>
                    <a:pt x="75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37"/>
            <p:cNvSpPr/>
            <p:nvPr/>
          </p:nvSpPr>
          <p:spPr>
            <a:xfrm>
              <a:off x="3177293" y="4515003"/>
              <a:ext cx="33814" cy="26239"/>
            </a:xfrm>
            <a:custGeom>
              <a:avLst/>
              <a:gdLst/>
              <a:ahLst/>
              <a:cxnLst/>
              <a:rect l="l" t="t" r="r" b="b"/>
              <a:pathLst>
                <a:path w="1621" h="1258" extrusionOk="0">
                  <a:moveTo>
                    <a:pt x="728" y="1"/>
                  </a:moveTo>
                  <a:cubicBezTo>
                    <a:pt x="531" y="1"/>
                    <a:pt x="257" y="154"/>
                    <a:pt x="183" y="322"/>
                  </a:cubicBezTo>
                  <a:cubicBezTo>
                    <a:pt x="0" y="778"/>
                    <a:pt x="274" y="1166"/>
                    <a:pt x="753" y="1258"/>
                  </a:cubicBezTo>
                  <a:cubicBezTo>
                    <a:pt x="959" y="1166"/>
                    <a:pt x="1324" y="1075"/>
                    <a:pt x="1415" y="892"/>
                  </a:cubicBezTo>
                  <a:cubicBezTo>
                    <a:pt x="1621" y="413"/>
                    <a:pt x="1324" y="25"/>
                    <a:pt x="845" y="25"/>
                  </a:cubicBezTo>
                  <a:cubicBezTo>
                    <a:pt x="812" y="8"/>
                    <a:pt x="772" y="1"/>
                    <a:pt x="7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37"/>
            <p:cNvSpPr/>
            <p:nvPr/>
          </p:nvSpPr>
          <p:spPr>
            <a:xfrm>
              <a:off x="3367745" y="4513689"/>
              <a:ext cx="25720" cy="26406"/>
            </a:xfrm>
            <a:custGeom>
              <a:avLst/>
              <a:gdLst/>
              <a:ahLst/>
              <a:cxnLst/>
              <a:rect l="l" t="t" r="r" b="b"/>
              <a:pathLst>
                <a:path w="1233" h="1266" extrusionOk="0">
                  <a:moveTo>
                    <a:pt x="691" y="1"/>
                  </a:moveTo>
                  <a:cubicBezTo>
                    <a:pt x="565" y="1"/>
                    <a:pt x="424" y="31"/>
                    <a:pt x="274" y="88"/>
                  </a:cubicBezTo>
                  <a:cubicBezTo>
                    <a:pt x="92" y="179"/>
                    <a:pt x="0" y="567"/>
                    <a:pt x="0" y="750"/>
                  </a:cubicBezTo>
                  <a:cubicBezTo>
                    <a:pt x="125" y="1077"/>
                    <a:pt x="345" y="1266"/>
                    <a:pt x="596" y="1266"/>
                  </a:cubicBezTo>
                  <a:cubicBezTo>
                    <a:pt x="712" y="1266"/>
                    <a:pt x="836" y="1225"/>
                    <a:pt x="959" y="1138"/>
                  </a:cubicBezTo>
                  <a:cubicBezTo>
                    <a:pt x="1142" y="1047"/>
                    <a:pt x="1233" y="659"/>
                    <a:pt x="1233" y="476"/>
                  </a:cubicBezTo>
                  <a:cubicBezTo>
                    <a:pt x="1170" y="147"/>
                    <a:pt x="967" y="1"/>
                    <a:pt x="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37"/>
            <p:cNvSpPr/>
            <p:nvPr/>
          </p:nvSpPr>
          <p:spPr>
            <a:xfrm>
              <a:off x="3556298" y="4513125"/>
              <a:ext cx="27619" cy="27407"/>
            </a:xfrm>
            <a:custGeom>
              <a:avLst/>
              <a:gdLst/>
              <a:ahLst/>
              <a:cxnLst/>
              <a:rect l="l" t="t" r="r" b="b"/>
              <a:pathLst>
                <a:path w="1324" h="1314" extrusionOk="0">
                  <a:moveTo>
                    <a:pt x="663" y="1"/>
                  </a:moveTo>
                  <a:cubicBezTo>
                    <a:pt x="359" y="1"/>
                    <a:pt x="76" y="194"/>
                    <a:pt x="0" y="594"/>
                  </a:cubicBezTo>
                  <a:cubicBezTo>
                    <a:pt x="0" y="777"/>
                    <a:pt x="183" y="1256"/>
                    <a:pt x="365" y="1256"/>
                  </a:cubicBezTo>
                  <a:cubicBezTo>
                    <a:pt x="467" y="1295"/>
                    <a:pt x="561" y="1313"/>
                    <a:pt x="647" y="1313"/>
                  </a:cubicBezTo>
                  <a:cubicBezTo>
                    <a:pt x="966" y="1313"/>
                    <a:pt x="1180" y="1063"/>
                    <a:pt x="1324" y="686"/>
                  </a:cubicBezTo>
                  <a:cubicBezTo>
                    <a:pt x="1141" y="503"/>
                    <a:pt x="1050" y="115"/>
                    <a:pt x="845" y="24"/>
                  </a:cubicBezTo>
                  <a:cubicBezTo>
                    <a:pt x="784" y="9"/>
                    <a:pt x="723" y="1"/>
                    <a:pt x="66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37"/>
            <p:cNvSpPr/>
            <p:nvPr/>
          </p:nvSpPr>
          <p:spPr>
            <a:xfrm>
              <a:off x="3738656" y="4513605"/>
              <a:ext cx="33814" cy="27636"/>
            </a:xfrm>
            <a:custGeom>
              <a:avLst/>
              <a:gdLst/>
              <a:ahLst/>
              <a:cxnLst/>
              <a:rect l="l" t="t" r="r" b="b"/>
              <a:pathLst>
                <a:path w="1621" h="1325" extrusionOk="0">
                  <a:moveTo>
                    <a:pt x="662" y="1"/>
                  </a:moveTo>
                  <a:cubicBezTo>
                    <a:pt x="297" y="183"/>
                    <a:pt x="0" y="571"/>
                    <a:pt x="297" y="959"/>
                  </a:cubicBezTo>
                  <a:cubicBezTo>
                    <a:pt x="388" y="1142"/>
                    <a:pt x="753" y="1325"/>
                    <a:pt x="959" y="1325"/>
                  </a:cubicBezTo>
                  <a:cubicBezTo>
                    <a:pt x="1438" y="1142"/>
                    <a:pt x="1621" y="754"/>
                    <a:pt x="1324" y="389"/>
                  </a:cubicBezTo>
                  <a:cubicBezTo>
                    <a:pt x="1233" y="183"/>
                    <a:pt x="959" y="92"/>
                    <a:pt x="66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37"/>
            <p:cNvSpPr/>
            <p:nvPr/>
          </p:nvSpPr>
          <p:spPr>
            <a:xfrm>
              <a:off x="3931006" y="4514335"/>
              <a:ext cx="25741" cy="27365"/>
            </a:xfrm>
            <a:custGeom>
              <a:avLst/>
              <a:gdLst/>
              <a:ahLst/>
              <a:cxnLst/>
              <a:rect l="l" t="t" r="r" b="b"/>
              <a:pathLst>
                <a:path w="1234" h="1312" extrusionOk="0">
                  <a:moveTo>
                    <a:pt x="676" y="0"/>
                  </a:moveTo>
                  <a:cubicBezTo>
                    <a:pt x="587" y="0"/>
                    <a:pt x="490" y="18"/>
                    <a:pt x="389" y="57"/>
                  </a:cubicBezTo>
                  <a:cubicBezTo>
                    <a:pt x="206" y="57"/>
                    <a:pt x="92" y="445"/>
                    <a:pt x="1" y="628"/>
                  </a:cubicBezTo>
                  <a:cubicBezTo>
                    <a:pt x="1" y="1106"/>
                    <a:pt x="274" y="1312"/>
                    <a:pt x="645" y="1312"/>
                  </a:cubicBezTo>
                  <a:cubicBezTo>
                    <a:pt x="716" y="1312"/>
                    <a:pt x="791" y="1304"/>
                    <a:pt x="868" y="1290"/>
                  </a:cubicBezTo>
                  <a:cubicBezTo>
                    <a:pt x="1051" y="1198"/>
                    <a:pt x="1233" y="810"/>
                    <a:pt x="1233" y="628"/>
                  </a:cubicBezTo>
                  <a:cubicBezTo>
                    <a:pt x="1233" y="250"/>
                    <a:pt x="1007" y="0"/>
                    <a:pt x="6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37"/>
            <p:cNvSpPr/>
            <p:nvPr/>
          </p:nvSpPr>
          <p:spPr>
            <a:xfrm>
              <a:off x="4117662" y="4514022"/>
              <a:ext cx="27639" cy="26802"/>
            </a:xfrm>
            <a:custGeom>
              <a:avLst/>
              <a:gdLst/>
              <a:ahLst/>
              <a:cxnLst/>
              <a:rect l="l" t="t" r="r" b="b"/>
              <a:pathLst>
                <a:path w="1325" h="1285" extrusionOk="0">
                  <a:moveTo>
                    <a:pt x="731" y="1"/>
                  </a:moveTo>
                  <a:cubicBezTo>
                    <a:pt x="435" y="1"/>
                    <a:pt x="159" y="175"/>
                    <a:pt x="91" y="460"/>
                  </a:cubicBezTo>
                  <a:cubicBezTo>
                    <a:pt x="0" y="643"/>
                    <a:pt x="183" y="1031"/>
                    <a:pt x="388" y="1213"/>
                  </a:cubicBezTo>
                  <a:cubicBezTo>
                    <a:pt x="485" y="1262"/>
                    <a:pt x="584" y="1284"/>
                    <a:pt x="680" y="1284"/>
                  </a:cubicBezTo>
                  <a:cubicBezTo>
                    <a:pt x="945" y="1284"/>
                    <a:pt x="1190" y="1110"/>
                    <a:pt x="1324" y="825"/>
                  </a:cubicBezTo>
                  <a:cubicBezTo>
                    <a:pt x="1233" y="551"/>
                    <a:pt x="1233" y="163"/>
                    <a:pt x="1050" y="72"/>
                  </a:cubicBezTo>
                  <a:cubicBezTo>
                    <a:pt x="947" y="24"/>
                    <a:pt x="838" y="1"/>
                    <a:pt x="7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37"/>
            <p:cNvSpPr/>
            <p:nvPr/>
          </p:nvSpPr>
          <p:spPr>
            <a:xfrm>
              <a:off x="4301918" y="4513605"/>
              <a:ext cx="33835" cy="27636"/>
            </a:xfrm>
            <a:custGeom>
              <a:avLst/>
              <a:gdLst/>
              <a:ahLst/>
              <a:cxnLst/>
              <a:rect l="l" t="t" r="r" b="b"/>
              <a:pathLst>
                <a:path w="1622" h="1325" extrusionOk="0">
                  <a:moveTo>
                    <a:pt x="685" y="1"/>
                  </a:moveTo>
                  <a:cubicBezTo>
                    <a:pt x="206" y="183"/>
                    <a:pt x="1" y="571"/>
                    <a:pt x="297" y="959"/>
                  </a:cubicBezTo>
                  <a:cubicBezTo>
                    <a:pt x="389" y="1142"/>
                    <a:pt x="777" y="1325"/>
                    <a:pt x="959" y="1325"/>
                  </a:cubicBezTo>
                  <a:cubicBezTo>
                    <a:pt x="1439" y="1142"/>
                    <a:pt x="1621" y="754"/>
                    <a:pt x="1347" y="389"/>
                  </a:cubicBezTo>
                  <a:cubicBezTo>
                    <a:pt x="1256" y="183"/>
                    <a:pt x="868" y="92"/>
                    <a:pt x="6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37"/>
            <p:cNvSpPr/>
            <p:nvPr/>
          </p:nvSpPr>
          <p:spPr>
            <a:xfrm>
              <a:off x="4490471" y="4515003"/>
              <a:ext cx="31916" cy="26239"/>
            </a:xfrm>
            <a:custGeom>
              <a:avLst/>
              <a:gdLst/>
              <a:ahLst/>
              <a:cxnLst/>
              <a:rect l="l" t="t" r="r" b="b"/>
              <a:pathLst>
                <a:path w="1530" h="1258" extrusionOk="0">
                  <a:moveTo>
                    <a:pt x="702" y="1"/>
                  </a:moveTo>
                  <a:cubicBezTo>
                    <a:pt x="450" y="1"/>
                    <a:pt x="206" y="154"/>
                    <a:pt x="206" y="322"/>
                  </a:cubicBezTo>
                  <a:cubicBezTo>
                    <a:pt x="0" y="778"/>
                    <a:pt x="297" y="1166"/>
                    <a:pt x="776" y="1258"/>
                  </a:cubicBezTo>
                  <a:cubicBezTo>
                    <a:pt x="959" y="1166"/>
                    <a:pt x="1347" y="1075"/>
                    <a:pt x="1438" y="892"/>
                  </a:cubicBezTo>
                  <a:cubicBezTo>
                    <a:pt x="1530" y="413"/>
                    <a:pt x="1347" y="25"/>
                    <a:pt x="868" y="25"/>
                  </a:cubicBezTo>
                  <a:cubicBezTo>
                    <a:pt x="814" y="8"/>
                    <a:pt x="758" y="1"/>
                    <a:pt x="7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37"/>
            <p:cNvSpPr/>
            <p:nvPr/>
          </p:nvSpPr>
          <p:spPr>
            <a:xfrm>
              <a:off x="4680923" y="4514022"/>
              <a:ext cx="28119" cy="26802"/>
            </a:xfrm>
            <a:custGeom>
              <a:avLst/>
              <a:gdLst/>
              <a:ahLst/>
              <a:cxnLst/>
              <a:rect l="l" t="t" r="r" b="b"/>
              <a:pathLst>
                <a:path w="1348" h="1285" extrusionOk="0">
                  <a:moveTo>
                    <a:pt x="658" y="1"/>
                  </a:moveTo>
                  <a:cubicBezTo>
                    <a:pt x="389" y="1"/>
                    <a:pt x="151" y="175"/>
                    <a:pt x="1" y="460"/>
                  </a:cubicBezTo>
                  <a:cubicBezTo>
                    <a:pt x="1" y="643"/>
                    <a:pt x="92" y="1031"/>
                    <a:pt x="297" y="1213"/>
                  </a:cubicBezTo>
                  <a:cubicBezTo>
                    <a:pt x="424" y="1262"/>
                    <a:pt x="537" y="1284"/>
                    <a:pt x="640" y="1284"/>
                  </a:cubicBezTo>
                  <a:cubicBezTo>
                    <a:pt x="924" y="1284"/>
                    <a:pt x="1129" y="1110"/>
                    <a:pt x="1347" y="825"/>
                  </a:cubicBezTo>
                  <a:cubicBezTo>
                    <a:pt x="1233" y="551"/>
                    <a:pt x="1142" y="163"/>
                    <a:pt x="959" y="72"/>
                  </a:cubicBezTo>
                  <a:cubicBezTo>
                    <a:pt x="856" y="24"/>
                    <a:pt x="755" y="1"/>
                    <a:pt x="6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37"/>
            <p:cNvSpPr/>
            <p:nvPr/>
          </p:nvSpPr>
          <p:spPr>
            <a:xfrm>
              <a:off x="4867579" y="4514335"/>
              <a:ext cx="27619" cy="27365"/>
            </a:xfrm>
            <a:custGeom>
              <a:avLst/>
              <a:gdLst/>
              <a:ahLst/>
              <a:cxnLst/>
              <a:rect l="l" t="t" r="r" b="b"/>
              <a:pathLst>
                <a:path w="1324" h="1312" extrusionOk="0">
                  <a:moveTo>
                    <a:pt x="667" y="0"/>
                  </a:moveTo>
                  <a:cubicBezTo>
                    <a:pt x="579" y="0"/>
                    <a:pt x="485" y="18"/>
                    <a:pt x="388" y="57"/>
                  </a:cubicBezTo>
                  <a:cubicBezTo>
                    <a:pt x="183" y="57"/>
                    <a:pt x="183" y="445"/>
                    <a:pt x="0" y="628"/>
                  </a:cubicBezTo>
                  <a:cubicBezTo>
                    <a:pt x="77" y="1106"/>
                    <a:pt x="362" y="1312"/>
                    <a:pt x="735" y="1312"/>
                  </a:cubicBezTo>
                  <a:cubicBezTo>
                    <a:pt x="806" y="1312"/>
                    <a:pt x="881" y="1304"/>
                    <a:pt x="959" y="1290"/>
                  </a:cubicBezTo>
                  <a:cubicBezTo>
                    <a:pt x="1141" y="1198"/>
                    <a:pt x="1324" y="810"/>
                    <a:pt x="1324" y="628"/>
                  </a:cubicBezTo>
                  <a:cubicBezTo>
                    <a:pt x="1252" y="250"/>
                    <a:pt x="996" y="0"/>
                    <a:pt x="6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37"/>
            <p:cNvSpPr/>
            <p:nvPr/>
          </p:nvSpPr>
          <p:spPr>
            <a:xfrm>
              <a:off x="5051835" y="4513605"/>
              <a:ext cx="33835" cy="27636"/>
            </a:xfrm>
            <a:custGeom>
              <a:avLst/>
              <a:gdLst/>
              <a:ahLst/>
              <a:cxnLst/>
              <a:rect l="l" t="t" r="r" b="b"/>
              <a:pathLst>
                <a:path w="1622" h="1325" extrusionOk="0">
                  <a:moveTo>
                    <a:pt x="685" y="1"/>
                  </a:moveTo>
                  <a:cubicBezTo>
                    <a:pt x="206" y="183"/>
                    <a:pt x="0" y="571"/>
                    <a:pt x="297" y="959"/>
                  </a:cubicBezTo>
                  <a:cubicBezTo>
                    <a:pt x="388" y="1142"/>
                    <a:pt x="776" y="1325"/>
                    <a:pt x="959" y="1325"/>
                  </a:cubicBezTo>
                  <a:cubicBezTo>
                    <a:pt x="1438" y="1142"/>
                    <a:pt x="1621" y="754"/>
                    <a:pt x="1347" y="389"/>
                  </a:cubicBezTo>
                  <a:cubicBezTo>
                    <a:pt x="1256" y="183"/>
                    <a:pt x="868" y="92"/>
                    <a:pt x="6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37"/>
            <p:cNvSpPr/>
            <p:nvPr/>
          </p:nvSpPr>
          <p:spPr>
            <a:xfrm>
              <a:off x="5242287" y="4512625"/>
              <a:ext cx="28119" cy="27469"/>
            </a:xfrm>
            <a:custGeom>
              <a:avLst/>
              <a:gdLst/>
              <a:ahLst/>
              <a:cxnLst/>
              <a:rect l="l" t="t" r="r" b="b"/>
              <a:pathLst>
                <a:path w="1348" h="1317" extrusionOk="0">
                  <a:moveTo>
                    <a:pt x="748" y="1"/>
                  </a:moveTo>
                  <a:cubicBezTo>
                    <a:pt x="633" y="1"/>
                    <a:pt x="512" y="44"/>
                    <a:pt x="389" y="139"/>
                  </a:cubicBezTo>
                  <a:cubicBezTo>
                    <a:pt x="206" y="230"/>
                    <a:pt x="1" y="618"/>
                    <a:pt x="115" y="801"/>
                  </a:cubicBezTo>
                  <a:cubicBezTo>
                    <a:pt x="177" y="1128"/>
                    <a:pt x="367" y="1317"/>
                    <a:pt x="633" y="1317"/>
                  </a:cubicBezTo>
                  <a:cubicBezTo>
                    <a:pt x="757" y="1317"/>
                    <a:pt x="898" y="1276"/>
                    <a:pt x="1051" y="1189"/>
                  </a:cubicBezTo>
                  <a:cubicBezTo>
                    <a:pt x="1256" y="1098"/>
                    <a:pt x="1256" y="710"/>
                    <a:pt x="1347" y="527"/>
                  </a:cubicBezTo>
                  <a:cubicBezTo>
                    <a:pt x="1207" y="200"/>
                    <a:pt x="993" y="1"/>
                    <a:pt x="7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37"/>
            <p:cNvSpPr/>
            <p:nvPr/>
          </p:nvSpPr>
          <p:spPr>
            <a:xfrm>
              <a:off x="5430840" y="4514335"/>
              <a:ext cx="25720" cy="27365"/>
            </a:xfrm>
            <a:custGeom>
              <a:avLst/>
              <a:gdLst/>
              <a:ahLst/>
              <a:cxnLst/>
              <a:rect l="l" t="t" r="r" b="b"/>
              <a:pathLst>
                <a:path w="1233" h="1312" extrusionOk="0">
                  <a:moveTo>
                    <a:pt x="676" y="0"/>
                  </a:moveTo>
                  <a:cubicBezTo>
                    <a:pt x="587" y="0"/>
                    <a:pt x="490" y="18"/>
                    <a:pt x="388" y="57"/>
                  </a:cubicBezTo>
                  <a:cubicBezTo>
                    <a:pt x="206" y="57"/>
                    <a:pt x="92" y="445"/>
                    <a:pt x="0" y="628"/>
                  </a:cubicBezTo>
                  <a:cubicBezTo>
                    <a:pt x="77" y="1106"/>
                    <a:pt x="362" y="1312"/>
                    <a:pt x="681" y="1312"/>
                  </a:cubicBezTo>
                  <a:cubicBezTo>
                    <a:pt x="743" y="1312"/>
                    <a:pt x="805" y="1304"/>
                    <a:pt x="868" y="1290"/>
                  </a:cubicBezTo>
                  <a:cubicBezTo>
                    <a:pt x="1050" y="1198"/>
                    <a:pt x="1233" y="810"/>
                    <a:pt x="1233" y="628"/>
                  </a:cubicBezTo>
                  <a:cubicBezTo>
                    <a:pt x="1233" y="250"/>
                    <a:pt x="1006" y="0"/>
                    <a:pt x="6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37"/>
            <p:cNvSpPr/>
            <p:nvPr/>
          </p:nvSpPr>
          <p:spPr>
            <a:xfrm>
              <a:off x="5619394" y="4513146"/>
              <a:ext cx="25720" cy="27386"/>
            </a:xfrm>
            <a:custGeom>
              <a:avLst/>
              <a:gdLst/>
              <a:ahLst/>
              <a:cxnLst/>
              <a:rect l="l" t="t" r="r" b="b"/>
              <a:pathLst>
                <a:path w="1233" h="1313" extrusionOk="0">
                  <a:moveTo>
                    <a:pt x="604" y="0"/>
                  </a:moveTo>
                  <a:cubicBezTo>
                    <a:pt x="537" y="0"/>
                    <a:pt x="466" y="8"/>
                    <a:pt x="388" y="23"/>
                  </a:cubicBezTo>
                  <a:cubicBezTo>
                    <a:pt x="183" y="114"/>
                    <a:pt x="0" y="502"/>
                    <a:pt x="0" y="685"/>
                  </a:cubicBezTo>
                  <a:cubicBezTo>
                    <a:pt x="0" y="1062"/>
                    <a:pt x="241" y="1312"/>
                    <a:pt x="577" y="1312"/>
                  </a:cubicBezTo>
                  <a:cubicBezTo>
                    <a:pt x="668" y="1312"/>
                    <a:pt x="766" y="1294"/>
                    <a:pt x="868" y="1255"/>
                  </a:cubicBezTo>
                  <a:cubicBezTo>
                    <a:pt x="1050" y="1255"/>
                    <a:pt x="1141" y="867"/>
                    <a:pt x="1233" y="685"/>
                  </a:cubicBezTo>
                  <a:cubicBezTo>
                    <a:pt x="1156" y="206"/>
                    <a:pt x="951" y="0"/>
                    <a:pt x="6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37"/>
            <p:cNvSpPr/>
            <p:nvPr/>
          </p:nvSpPr>
          <p:spPr>
            <a:xfrm>
              <a:off x="5801752" y="4513605"/>
              <a:ext cx="33814" cy="27636"/>
            </a:xfrm>
            <a:custGeom>
              <a:avLst/>
              <a:gdLst/>
              <a:ahLst/>
              <a:cxnLst/>
              <a:rect l="l" t="t" r="r" b="b"/>
              <a:pathLst>
                <a:path w="1621" h="1325" extrusionOk="0">
                  <a:moveTo>
                    <a:pt x="685" y="1"/>
                  </a:moveTo>
                  <a:cubicBezTo>
                    <a:pt x="206" y="183"/>
                    <a:pt x="0" y="571"/>
                    <a:pt x="297" y="959"/>
                  </a:cubicBezTo>
                  <a:cubicBezTo>
                    <a:pt x="388" y="1142"/>
                    <a:pt x="776" y="1325"/>
                    <a:pt x="959" y="1325"/>
                  </a:cubicBezTo>
                  <a:cubicBezTo>
                    <a:pt x="1438" y="1142"/>
                    <a:pt x="1621" y="754"/>
                    <a:pt x="1347" y="389"/>
                  </a:cubicBezTo>
                  <a:cubicBezTo>
                    <a:pt x="1256" y="183"/>
                    <a:pt x="959" y="92"/>
                    <a:pt x="6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37"/>
            <p:cNvSpPr/>
            <p:nvPr/>
          </p:nvSpPr>
          <p:spPr>
            <a:xfrm>
              <a:off x="5990305" y="4513605"/>
              <a:ext cx="31916" cy="27636"/>
            </a:xfrm>
            <a:custGeom>
              <a:avLst/>
              <a:gdLst/>
              <a:ahLst/>
              <a:cxnLst/>
              <a:rect l="l" t="t" r="r" b="b"/>
              <a:pathLst>
                <a:path w="1530" h="1325" extrusionOk="0">
                  <a:moveTo>
                    <a:pt x="662" y="1"/>
                  </a:moveTo>
                  <a:cubicBezTo>
                    <a:pt x="206" y="183"/>
                    <a:pt x="0" y="571"/>
                    <a:pt x="206" y="959"/>
                  </a:cubicBezTo>
                  <a:cubicBezTo>
                    <a:pt x="297" y="1142"/>
                    <a:pt x="776" y="1325"/>
                    <a:pt x="959" y="1325"/>
                  </a:cubicBezTo>
                  <a:cubicBezTo>
                    <a:pt x="1347" y="1142"/>
                    <a:pt x="1529" y="754"/>
                    <a:pt x="1347" y="389"/>
                  </a:cubicBezTo>
                  <a:cubicBezTo>
                    <a:pt x="1233" y="183"/>
                    <a:pt x="867" y="92"/>
                    <a:pt x="66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37"/>
            <p:cNvSpPr/>
            <p:nvPr/>
          </p:nvSpPr>
          <p:spPr>
            <a:xfrm>
              <a:off x="1582233" y="4605754"/>
              <a:ext cx="31916" cy="29159"/>
            </a:xfrm>
            <a:custGeom>
              <a:avLst/>
              <a:gdLst/>
              <a:ahLst/>
              <a:cxnLst/>
              <a:rect l="l" t="t" r="r" b="b"/>
              <a:pathLst>
                <a:path w="1530" h="1398" extrusionOk="0">
                  <a:moveTo>
                    <a:pt x="994" y="0"/>
                  </a:moveTo>
                  <a:cubicBezTo>
                    <a:pt x="923" y="0"/>
                    <a:pt x="844" y="18"/>
                    <a:pt x="754" y="56"/>
                  </a:cubicBezTo>
                  <a:cubicBezTo>
                    <a:pt x="480" y="56"/>
                    <a:pt x="183" y="330"/>
                    <a:pt x="183" y="536"/>
                  </a:cubicBezTo>
                  <a:cubicBezTo>
                    <a:pt x="0" y="992"/>
                    <a:pt x="274" y="1380"/>
                    <a:pt x="754" y="1380"/>
                  </a:cubicBezTo>
                  <a:cubicBezTo>
                    <a:pt x="815" y="1392"/>
                    <a:pt x="874" y="1398"/>
                    <a:pt x="929" y="1398"/>
                  </a:cubicBezTo>
                  <a:cubicBezTo>
                    <a:pt x="1304" y="1398"/>
                    <a:pt x="1530" y="1136"/>
                    <a:pt x="1530" y="718"/>
                  </a:cubicBezTo>
                  <a:cubicBezTo>
                    <a:pt x="1437" y="329"/>
                    <a:pt x="1299" y="0"/>
                    <a:pt x="99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37"/>
            <p:cNvSpPr/>
            <p:nvPr/>
          </p:nvSpPr>
          <p:spPr>
            <a:xfrm>
              <a:off x="1770786" y="4605524"/>
              <a:ext cx="33814" cy="29034"/>
            </a:xfrm>
            <a:custGeom>
              <a:avLst/>
              <a:gdLst/>
              <a:ahLst/>
              <a:cxnLst/>
              <a:rect l="l" t="t" r="r" b="b"/>
              <a:pathLst>
                <a:path w="1621" h="1392" extrusionOk="0">
                  <a:moveTo>
                    <a:pt x="819" y="0"/>
                  </a:moveTo>
                  <a:cubicBezTo>
                    <a:pt x="737" y="0"/>
                    <a:pt x="653" y="21"/>
                    <a:pt x="571" y="67"/>
                  </a:cubicBezTo>
                  <a:cubicBezTo>
                    <a:pt x="92" y="159"/>
                    <a:pt x="0" y="638"/>
                    <a:pt x="183" y="1117"/>
                  </a:cubicBezTo>
                  <a:cubicBezTo>
                    <a:pt x="274" y="1300"/>
                    <a:pt x="662" y="1391"/>
                    <a:pt x="845" y="1391"/>
                  </a:cubicBezTo>
                  <a:cubicBezTo>
                    <a:pt x="1324" y="1391"/>
                    <a:pt x="1621" y="1117"/>
                    <a:pt x="1507" y="547"/>
                  </a:cubicBezTo>
                  <a:cubicBezTo>
                    <a:pt x="1365" y="246"/>
                    <a:pt x="1101" y="0"/>
                    <a:pt x="8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37"/>
            <p:cNvSpPr/>
            <p:nvPr/>
          </p:nvSpPr>
          <p:spPr>
            <a:xfrm>
              <a:off x="1956941" y="4606546"/>
              <a:ext cx="31937" cy="29493"/>
            </a:xfrm>
            <a:custGeom>
              <a:avLst/>
              <a:gdLst/>
              <a:ahLst/>
              <a:cxnLst/>
              <a:rect l="l" t="t" r="r" b="b"/>
              <a:pathLst>
                <a:path w="1531" h="1414" extrusionOk="0">
                  <a:moveTo>
                    <a:pt x="857" y="1"/>
                  </a:moveTo>
                  <a:cubicBezTo>
                    <a:pt x="802" y="1"/>
                    <a:pt x="745" y="6"/>
                    <a:pt x="686" y="18"/>
                  </a:cubicBezTo>
                  <a:cubicBezTo>
                    <a:pt x="206" y="201"/>
                    <a:pt x="1" y="589"/>
                    <a:pt x="115" y="954"/>
                  </a:cubicBezTo>
                  <a:cubicBezTo>
                    <a:pt x="249" y="1239"/>
                    <a:pt x="543" y="1413"/>
                    <a:pt x="835" y="1413"/>
                  </a:cubicBezTo>
                  <a:cubicBezTo>
                    <a:pt x="940" y="1413"/>
                    <a:pt x="1045" y="1391"/>
                    <a:pt x="1142" y="1342"/>
                  </a:cubicBezTo>
                  <a:cubicBezTo>
                    <a:pt x="1348" y="1160"/>
                    <a:pt x="1530" y="863"/>
                    <a:pt x="1530" y="589"/>
                  </a:cubicBezTo>
                  <a:cubicBezTo>
                    <a:pt x="1451" y="252"/>
                    <a:pt x="1216" y="1"/>
                    <a:pt x="8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37"/>
            <p:cNvSpPr/>
            <p:nvPr/>
          </p:nvSpPr>
          <p:spPr>
            <a:xfrm>
              <a:off x="2143596" y="4606546"/>
              <a:ext cx="33835" cy="29493"/>
            </a:xfrm>
            <a:custGeom>
              <a:avLst/>
              <a:gdLst/>
              <a:ahLst/>
              <a:cxnLst/>
              <a:rect l="l" t="t" r="r" b="b"/>
              <a:pathLst>
                <a:path w="1622" h="1414" extrusionOk="0">
                  <a:moveTo>
                    <a:pt x="872" y="1"/>
                  </a:moveTo>
                  <a:cubicBezTo>
                    <a:pt x="807" y="1"/>
                    <a:pt x="737" y="6"/>
                    <a:pt x="662" y="18"/>
                  </a:cubicBezTo>
                  <a:cubicBezTo>
                    <a:pt x="297" y="201"/>
                    <a:pt x="0" y="589"/>
                    <a:pt x="183" y="954"/>
                  </a:cubicBezTo>
                  <a:cubicBezTo>
                    <a:pt x="334" y="1239"/>
                    <a:pt x="633" y="1413"/>
                    <a:pt x="925" y="1413"/>
                  </a:cubicBezTo>
                  <a:cubicBezTo>
                    <a:pt x="1031" y="1413"/>
                    <a:pt x="1136" y="1391"/>
                    <a:pt x="1233" y="1342"/>
                  </a:cubicBezTo>
                  <a:cubicBezTo>
                    <a:pt x="1438" y="1160"/>
                    <a:pt x="1621" y="863"/>
                    <a:pt x="1530" y="589"/>
                  </a:cubicBezTo>
                  <a:cubicBezTo>
                    <a:pt x="1530" y="252"/>
                    <a:pt x="1306" y="1"/>
                    <a:pt x="8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37"/>
            <p:cNvSpPr/>
            <p:nvPr/>
          </p:nvSpPr>
          <p:spPr>
            <a:xfrm>
              <a:off x="2332150" y="4606567"/>
              <a:ext cx="33585" cy="28992"/>
            </a:xfrm>
            <a:custGeom>
              <a:avLst/>
              <a:gdLst/>
              <a:ahLst/>
              <a:cxnLst/>
              <a:rect l="l" t="t" r="r" b="b"/>
              <a:pathLst>
                <a:path w="1610" h="1390" extrusionOk="0">
                  <a:moveTo>
                    <a:pt x="1018" y="0"/>
                  </a:moveTo>
                  <a:cubicBezTo>
                    <a:pt x="963" y="0"/>
                    <a:pt x="905" y="6"/>
                    <a:pt x="845" y="17"/>
                  </a:cubicBezTo>
                  <a:cubicBezTo>
                    <a:pt x="571" y="17"/>
                    <a:pt x="183" y="200"/>
                    <a:pt x="183" y="383"/>
                  </a:cubicBezTo>
                  <a:cubicBezTo>
                    <a:pt x="0" y="771"/>
                    <a:pt x="183" y="1250"/>
                    <a:pt x="662" y="1341"/>
                  </a:cubicBezTo>
                  <a:cubicBezTo>
                    <a:pt x="750" y="1375"/>
                    <a:pt x="830" y="1390"/>
                    <a:pt x="905" y="1390"/>
                  </a:cubicBezTo>
                  <a:cubicBezTo>
                    <a:pt x="1236" y="1390"/>
                    <a:pt x="1436" y="1088"/>
                    <a:pt x="1530" y="771"/>
                  </a:cubicBezTo>
                  <a:cubicBezTo>
                    <a:pt x="1609" y="272"/>
                    <a:pt x="1393" y="0"/>
                    <a:pt x="10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37"/>
            <p:cNvSpPr/>
            <p:nvPr/>
          </p:nvSpPr>
          <p:spPr>
            <a:xfrm>
              <a:off x="2520703" y="4605754"/>
              <a:ext cx="31436" cy="29159"/>
            </a:xfrm>
            <a:custGeom>
              <a:avLst/>
              <a:gdLst/>
              <a:ahLst/>
              <a:cxnLst/>
              <a:rect l="l" t="t" r="r" b="b"/>
              <a:pathLst>
                <a:path w="1507" h="1398" extrusionOk="0">
                  <a:moveTo>
                    <a:pt x="945" y="0"/>
                  </a:moveTo>
                  <a:cubicBezTo>
                    <a:pt x="863" y="0"/>
                    <a:pt x="769" y="18"/>
                    <a:pt x="662" y="56"/>
                  </a:cubicBezTo>
                  <a:cubicBezTo>
                    <a:pt x="479" y="56"/>
                    <a:pt x="183" y="330"/>
                    <a:pt x="91" y="536"/>
                  </a:cubicBezTo>
                  <a:cubicBezTo>
                    <a:pt x="0" y="992"/>
                    <a:pt x="274" y="1380"/>
                    <a:pt x="753" y="1380"/>
                  </a:cubicBezTo>
                  <a:cubicBezTo>
                    <a:pt x="815" y="1392"/>
                    <a:pt x="873" y="1398"/>
                    <a:pt x="928" y="1398"/>
                  </a:cubicBezTo>
                  <a:cubicBezTo>
                    <a:pt x="1299" y="1398"/>
                    <a:pt x="1507" y="1136"/>
                    <a:pt x="1507" y="718"/>
                  </a:cubicBezTo>
                  <a:cubicBezTo>
                    <a:pt x="1432" y="329"/>
                    <a:pt x="1298" y="0"/>
                    <a:pt x="9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37"/>
            <p:cNvSpPr/>
            <p:nvPr/>
          </p:nvSpPr>
          <p:spPr>
            <a:xfrm>
              <a:off x="2706858" y="4605524"/>
              <a:ext cx="33835" cy="29034"/>
            </a:xfrm>
            <a:custGeom>
              <a:avLst/>
              <a:gdLst/>
              <a:ahLst/>
              <a:cxnLst/>
              <a:rect l="l" t="t" r="r" b="b"/>
              <a:pathLst>
                <a:path w="1622" h="1392" extrusionOk="0">
                  <a:moveTo>
                    <a:pt x="880" y="0"/>
                  </a:moveTo>
                  <a:cubicBezTo>
                    <a:pt x="783" y="0"/>
                    <a:pt x="679" y="21"/>
                    <a:pt x="571" y="67"/>
                  </a:cubicBezTo>
                  <a:cubicBezTo>
                    <a:pt x="206" y="159"/>
                    <a:pt x="1" y="638"/>
                    <a:pt x="298" y="1117"/>
                  </a:cubicBezTo>
                  <a:cubicBezTo>
                    <a:pt x="389" y="1300"/>
                    <a:pt x="686" y="1391"/>
                    <a:pt x="959" y="1391"/>
                  </a:cubicBezTo>
                  <a:cubicBezTo>
                    <a:pt x="1347" y="1391"/>
                    <a:pt x="1621" y="1117"/>
                    <a:pt x="1621" y="547"/>
                  </a:cubicBezTo>
                  <a:cubicBezTo>
                    <a:pt x="1480" y="246"/>
                    <a:pt x="1215" y="0"/>
                    <a:pt x="8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37"/>
            <p:cNvSpPr/>
            <p:nvPr/>
          </p:nvSpPr>
          <p:spPr>
            <a:xfrm>
              <a:off x="2895412" y="4606922"/>
              <a:ext cx="33835" cy="29993"/>
            </a:xfrm>
            <a:custGeom>
              <a:avLst/>
              <a:gdLst/>
              <a:ahLst/>
              <a:cxnLst/>
              <a:rect l="l" t="t" r="r" b="b"/>
              <a:pathLst>
                <a:path w="1622" h="1438" extrusionOk="0">
                  <a:moveTo>
                    <a:pt x="777" y="0"/>
                  </a:moveTo>
                  <a:cubicBezTo>
                    <a:pt x="297" y="92"/>
                    <a:pt x="1" y="366"/>
                    <a:pt x="92" y="571"/>
                  </a:cubicBezTo>
                  <a:cubicBezTo>
                    <a:pt x="266" y="1208"/>
                    <a:pt x="554" y="1437"/>
                    <a:pt x="874" y="1437"/>
                  </a:cubicBezTo>
                  <a:cubicBezTo>
                    <a:pt x="932" y="1437"/>
                    <a:pt x="991" y="1430"/>
                    <a:pt x="1051" y="1416"/>
                  </a:cubicBezTo>
                  <a:cubicBezTo>
                    <a:pt x="1530" y="1233"/>
                    <a:pt x="1621" y="754"/>
                    <a:pt x="1439" y="366"/>
                  </a:cubicBezTo>
                  <a:cubicBezTo>
                    <a:pt x="1347" y="183"/>
                    <a:pt x="959" y="0"/>
                    <a:pt x="7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37"/>
            <p:cNvSpPr/>
            <p:nvPr/>
          </p:nvSpPr>
          <p:spPr>
            <a:xfrm>
              <a:off x="3083965" y="4605733"/>
              <a:ext cx="33835" cy="30723"/>
            </a:xfrm>
            <a:custGeom>
              <a:avLst/>
              <a:gdLst/>
              <a:ahLst/>
              <a:cxnLst/>
              <a:rect l="l" t="t" r="r" b="b"/>
              <a:pathLst>
                <a:path w="1622" h="1473" extrusionOk="0">
                  <a:moveTo>
                    <a:pt x="704" y="1"/>
                  </a:moveTo>
                  <a:cubicBezTo>
                    <a:pt x="374" y="1"/>
                    <a:pt x="166" y="314"/>
                    <a:pt x="92" y="628"/>
                  </a:cubicBezTo>
                  <a:cubicBezTo>
                    <a:pt x="0" y="1199"/>
                    <a:pt x="297" y="1381"/>
                    <a:pt x="754" y="1473"/>
                  </a:cubicBezTo>
                  <a:cubicBezTo>
                    <a:pt x="1233" y="1381"/>
                    <a:pt x="1621" y="1199"/>
                    <a:pt x="1438" y="628"/>
                  </a:cubicBezTo>
                  <a:cubicBezTo>
                    <a:pt x="1438" y="423"/>
                    <a:pt x="1142" y="149"/>
                    <a:pt x="959" y="57"/>
                  </a:cubicBezTo>
                  <a:cubicBezTo>
                    <a:pt x="867" y="18"/>
                    <a:pt x="782" y="1"/>
                    <a:pt x="7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37"/>
            <p:cNvSpPr/>
            <p:nvPr/>
          </p:nvSpPr>
          <p:spPr>
            <a:xfrm>
              <a:off x="3272519" y="4606546"/>
              <a:ext cx="31916" cy="29451"/>
            </a:xfrm>
            <a:custGeom>
              <a:avLst/>
              <a:gdLst/>
              <a:ahLst/>
              <a:cxnLst/>
              <a:rect l="l" t="t" r="r" b="b"/>
              <a:pathLst>
                <a:path w="1530" h="1412" extrusionOk="0">
                  <a:moveTo>
                    <a:pt x="579" y="1"/>
                  </a:moveTo>
                  <a:cubicBezTo>
                    <a:pt x="208" y="1"/>
                    <a:pt x="0" y="263"/>
                    <a:pt x="0" y="680"/>
                  </a:cubicBezTo>
                  <a:cubicBezTo>
                    <a:pt x="0" y="954"/>
                    <a:pt x="183" y="1342"/>
                    <a:pt x="388" y="1342"/>
                  </a:cubicBezTo>
                  <a:cubicBezTo>
                    <a:pt x="505" y="1389"/>
                    <a:pt x="618" y="1412"/>
                    <a:pt x="723" y="1412"/>
                  </a:cubicBezTo>
                  <a:cubicBezTo>
                    <a:pt x="1030" y="1412"/>
                    <a:pt x="1280" y="1219"/>
                    <a:pt x="1415" y="863"/>
                  </a:cubicBezTo>
                  <a:cubicBezTo>
                    <a:pt x="1530" y="384"/>
                    <a:pt x="1233" y="110"/>
                    <a:pt x="753" y="18"/>
                  </a:cubicBezTo>
                  <a:cubicBezTo>
                    <a:pt x="692" y="7"/>
                    <a:pt x="634" y="1"/>
                    <a:pt x="5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37"/>
            <p:cNvSpPr/>
            <p:nvPr/>
          </p:nvSpPr>
          <p:spPr>
            <a:xfrm>
              <a:off x="3456775" y="4606922"/>
              <a:ext cx="35733" cy="28846"/>
            </a:xfrm>
            <a:custGeom>
              <a:avLst/>
              <a:gdLst/>
              <a:ahLst/>
              <a:cxnLst/>
              <a:rect l="l" t="t" r="r" b="b"/>
              <a:pathLst>
                <a:path w="1713" h="1383" extrusionOk="0">
                  <a:moveTo>
                    <a:pt x="959" y="0"/>
                  </a:moveTo>
                  <a:cubicBezTo>
                    <a:pt x="685" y="0"/>
                    <a:pt x="389" y="183"/>
                    <a:pt x="297" y="366"/>
                  </a:cubicBezTo>
                  <a:cubicBezTo>
                    <a:pt x="1" y="754"/>
                    <a:pt x="206" y="1233"/>
                    <a:pt x="685" y="1324"/>
                  </a:cubicBezTo>
                  <a:cubicBezTo>
                    <a:pt x="765" y="1364"/>
                    <a:pt x="846" y="1382"/>
                    <a:pt x="925" y="1382"/>
                  </a:cubicBezTo>
                  <a:cubicBezTo>
                    <a:pt x="1210" y="1382"/>
                    <a:pt x="1478" y="1148"/>
                    <a:pt x="1621" y="845"/>
                  </a:cubicBezTo>
                  <a:cubicBezTo>
                    <a:pt x="1713" y="274"/>
                    <a:pt x="1439" y="0"/>
                    <a:pt x="9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37"/>
            <p:cNvSpPr/>
            <p:nvPr/>
          </p:nvSpPr>
          <p:spPr>
            <a:xfrm>
              <a:off x="3645329" y="4605754"/>
              <a:ext cx="31916" cy="29159"/>
            </a:xfrm>
            <a:custGeom>
              <a:avLst/>
              <a:gdLst/>
              <a:ahLst/>
              <a:cxnLst/>
              <a:rect l="l" t="t" r="r" b="b"/>
              <a:pathLst>
                <a:path w="1530" h="1398" extrusionOk="0">
                  <a:moveTo>
                    <a:pt x="1008" y="0"/>
                  </a:moveTo>
                  <a:cubicBezTo>
                    <a:pt x="939" y="0"/>
                    <a:pt x="862" y="18"/>
                    <a:pt x="777" y="56"/>
                  </a:cubicBezTo>
                  <a:cubicBezTo>
                    <a:pt x="480" y="56"/>
                    <a:pt x="206" y="330"/>
                    <a:pt x="206" y="536"/>
                  </a:cubicBezTo>
                  <a:cubicBezTo>
                    <a:pt x="0" y="992"/>
                    <a:pt x="297" y="1380"/>
                    <a:pt x="777" y="1380"/>
                  </a:cubicBezTo>
                  <a:cubicBezTo>
                    <a:pt x="835" y="1392"/>
                    <a:pt x="891" y="1398"/>
                    <a:pt x="944" y="1398"/>
                  </a:cubicBezTo>
                  <a:cubicBezTo>
                    <a:pt x="1304" y="1398"/>
                    <a:pt x="1530" y="1136"/>
                    <a:pt x="1530" y="718"/>
                  </a:cubicBezTo>
                  <a:cubicBezTo>
                    <a:pt x="1456" y="329"/>
                    <a:pt x="1306" y="0"/>
                    <a:pt x="10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37"/>
            <p:cNvSpPr/>
            <p:nvPr/>
          </p:nvSpPr>
          <p:spPr>
            <a:xfrm>
              <a:off x="3835780" y="4606546"/>
              <a:ext cx="31916" cy="29451"/>
            </a:xfrm>
            <a:custGeom>
              <a:avLst/>
              <a:gdLst/>
              <a:ahLst/>
              <a:cxnLst/>
              <a:rect l="l" t="t" r="r" b="b"/>
              <a:pathLst>
                <a:path w="1530" h="1412" extrusionOk="0">
                  <a:moveTo>
                    <a:pt x="574" y="1"/>
                  </a:moveTo>
                  <a:cubicBezTo>
                    <a:pt x="157" y="1"/>
                    <a:pt x="1" y="263"/>
                    <a:pt x="1" y="680"/>
                  </a:cubicBezTo>
                  <a:cubicBezTo>
                    <a:pt x="1" y="954"/>
                    <a:pt x="206" y="1342"/>
                    <a:pt x="389" y="1342"/>
                  </a:cubicBezTo>
                  <a:cubicBezTo>
                    <a:pt x="511" y="1389"/>
                    <a:pt x="627" y="1412"/>
                    <a:pt x="732" y="1412"/>
                  </a:cubicBezTo>
                  <a:cubicBezTo>
                    <a:pt x="1039" y="1412"/>
                    <a:pt x="1262" y="1219"/>
                    <a:pt x="1347" y="863"/>
                  </a:cubicBezTo>
                  <a:cubicBezTo>
                    <a:pt x="1530" y="384"/>
                    <a:pt x="1142" y="110"/>
                    <a:pt x="777" y="18"/>
                  </a:cubicBezTo>
                  <a:cubicBezTo>
                    <a:pt x="703" y="7"/>
                    <a:pt x="636" y="1"/>
                    <a:pt x="57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37"/>
            <p:cNvSpPr/>
            <p:nvPr/>
          </p:nvSpPr>
          <p:spPr>
            <a:xfrm>
              <a:off x="4020517" y="4606922"/>
              <a:ext cx="35733" cy="29993"/>
            </a:xfrm>
            <a:custGeom>
              <a:avLst/>
              <a:gdLst/>
              <a:ahLst/>
              <a:cxnLst/>
              <a:rect l="l" t="t" r="r" b="b"/>
              <a:pathLst>
                <a:path w="1713" h="1438" extrusionOk="0">
                  <a:moveTo>
                    <a:pt x="754" y="0"/>
                  </a:moveTo>
                  <a:cubicBezTo>
                    <a:pt x="275" y="92"/>
                    <a:pt x="1" y="366"/>
                    <a:pt x="92" y="571"/>
                  </a:cubicBezTo>
                  <a:cubicBezTo>
                    <a:pt x="247" y="1208"/>
                    <a:pt x="548" y="1437"/>
                    <a:pt x="928" y="1437"/>
                  </a:cubicBezTo>
                  <a:cubicBezTo>
                    <a:pt x="997" y="1437"/>
                    <a:pt x="1068" y="1430"/>
                    <a:pt x="1142" y="1416"/>
                  </a:cubicBezTo>
                  <a:cubicBezTo>
                    <a:pt x="1507" y="1233"/>
                    <a:pt x="1713" y="754"/>
                    <a:pt x="1416" y="366"/>
                  </a:cubicBezTo>
                  <a:cubicBezTo>
                    <a:pt x="1325" y="183"/>
                    <a:pt x="937" y="0"/>
                    <a:pt x="7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37"/>
            <p:cNvSpPr/>
            <p:nvPr/>
          </p:nvSpPr>
          <p:spPr>
            <a:xfrm>
              <a:off x="4209070" y="4606922"/>
              <a:ext cx="33355" cy="29993"/>
            </a:xfrm>
            <a:custGeom>
              <a:avLst/>
              <a:gdLst/>
              <a:ahLst/>
              <a:cxnLst/>
              <a:rect l="l" t="t" r="r" b="b"/>
              <a:pathLst>
                <a:path w="1599" h="1438" extrusionOk="0">
                  <a:moveTo>
                    <a:pt x="754" y="0"/>
                  </a:moveTo>
                  <a:cubicBezTo>
                    <a:pt x="275" y="92"/>
                    <a:pt x="1" y="366"/>
                    <a:pt x="1" y="571"/>
                  </a:cubicBezTo>
                  <a:cubicBezTo>
                    <a:pt x="232" y="1208"/>
                    <a:pt x="546" y="1437"/>
                    <a:pt x="858" y="1437"/>
                  </a:cubicBezTo>
                  <a:cubicBezTo>
                    <a:pt x="915" y="1437"/>
                    <a:pt x="972" y="1430"/>
                    <a:pt x="1028" y="1416"/>
                  </a:cubicBezTo>
                  <a:cubicBezTo>
                    <a:pt x="1416" y="1233"/>
                    <a:pt x="1598" y="754"/>
                    <a:pt x="1416" y="366"/>
                  </a:cubicBezTo>
                  <a:cubicBezTo>
                    <a:pt x="1324" y="183"/>
                    <a:pt x="936" y="0"/>
                    <a:pt x="7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37"/>
            <p:cNvSpPr/>
            <p:nvPr/>
          </p:nvSpPr>
          <p:spPr>
            <a:xfrm>
              <a:off x="4395246" y="4606922"/>
              <a:ext cx="35733" cy="28846"/>
            </a:xfrm>
            <a:custGeom>
              <a:avLst/>
              <a:gdLst/>
              <a:ahLst/>
              <a:cxnLst/>
              <a:rect l="l" t="t" r="r" b="b"/>
              <a:pathLst>
                <a:path w="1713" h="1383" extrusionOk="0">
                  <a:moveTo>
                    <a:pt x="868" y="0"/>
                  </a:moveTo>
                  <a:cubicBezTo>
                    <a:pt x="662" y="0"/>
                    <a:pt x="297" y="183"/>
                    <a:pt x="206" y="366"/>
                  </a:cubicBezTo>
                  <a:cubicBezTo>
                    <a:pt x="0" y="754"/>
                    <a:pt x="206" y="1233"/>
                    <a:pt x="571" y="1324"/>
                  </a:cubicBezTo>
                  <a:cubicBezTo>
                    <a:pt x="675" y="1364"/>
                    <a:pt x="775" y="1382"/>
                    <a:pt x="869" y="1382"/>
                  </a:cubicBezTo>
                  <a:cubicBezTo>
                    <a:pt x="1205" y="1382"/>
                    <a:pt x="1458" y="1148"/>
                    <a:pt x="1530" y="845"/>
                  </a:cubicBezTo>
                  <a:cubicBezTo>
                    <a:pt x="1712" y="274"/>
                    <a:pt x="1347" y="0"/>
                    <a:pt x="8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37"/>
            <p:cNvSpPr/>
            <p:nvPr/>
          </p:nvSpPr>
          <p:spPr>
            <a:xfrm>
              <a:off x="4583799" y="4606922"/>
              <a:ext cx="33814" cy="29993"/>
            </a:xfrm>
            <a:custGeom>
              <a:avLst/>
              <a:gdLst/>
              <a:ahLst/>
              <a:cxnLst/>
              <a:rect l="l" t="t" r="r" b="b"/>
              <a:pathLst>
                <a:path w="1621" h="1438" extrusionOk="0">
                  <a:moveTo>
                    <a:pt x="753" y="0"/>
                  </a:moveTo>
                  <a:cubicBezTo>
                    <a:pt x="297" y="92"/>
                    <a:pt x="0" y="366"/>
                    <a:pt x="0" y="571"/>
                  </a:cubicBezTo>
                  <a:cubicBezTo>
                    <a:pt x="251" y="1208"/>
                    <a:pt x="551" y="1437"/>
                    <a:pt x="873" y="1437"/>
                  </a:cubicBezTo>
                  <a:cubicBezTo>
                    <a:pt x="931" y="1437"/>
                    <a:pt x="990" y="1430"/>
                    <a:pt x="1050" y="1416"/>
                  </a:cubicBezTo>
                  <a:cubicBezTo>
                    <a:pt x="1438" y="1233"/>
                    <a:pt x="1621" y="754"/>
                    <a:pt x="1438" y="366"/>
                  </a:cubicBezTo>
                  <a:cubicBezTo>
                    <a:pt x="1324" y="183"/>
                    <a:pt x="959" y="0"/>
                    <a:pt x="7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37"/>
            <p:cNvSpPr/>
            <p:nvPr/>
          </p:nvSpPr>
          <p:spPr>
            <a:xfrm>
              <a:off x="4772332" y="4605733"/>
              <a:ext cx="33835" cy="30723"/>
            </a:xfrm>
            <a:custGeom>
              <a:avLst/>
              <a:gdLst/>
              <a:ahLst/>
              <a:cxnLst/>
              <a:rect l="l" t="t" r="r" b="b"/>
              <a:pathLst>
                <a:path w="1622" h="1473" extrusionOk="0">
                  <a:moveTo>
                    <a:pt x="697" y="1"/>
                  </a:moveTo>
                  <a:cubicBezTo>
                    <a:pt x="346" y="1"/>
                    <a:pt x="92" y="314"/>
                    <a:pt x="92" y="628"/>
                  </a:cubicBezTo>
                  <a:cubicBezTo>
                    <a:pt x="1" y="1199"/>
                    <a:pt x="275" y="1381"/>
                    <a:pt x="754" y="1473"/>
                  </a:cubicBezTo>
                  <a:cubicBezTo>
                    <a:pt x="1234" y="1381"/>
                    <a:pt x="1622" y="1199"/>
                    <a:pt x="1416" y="628"/>
                  </a:cubicBezTo>
                  <a:cubicBezTo>
                    <a:pt x="1416" y="423"/>
                    <a:pt x="1142" y="149"/>
                    <a:pt x="960" y="57"/>
                  </a:cubicBezTo>
                  <a:cubicBezTo>
                    <a:pt x="868" y="18"/>
                    <a:pt x="779" y="1"/>
                    <a:pt x="6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37"/>
            <p:cNvSpPr/>
            <p:nvPr/>
          </p:nvSpPr>
          <p:spPr>
            <a:xfrm>
              <a:off x="4958987" y="4606922"/>
              <a:ext cx="33355" cy="29993"/>
            </a:xfrm>
            <a:custGeom>
              <a:avLst/>
              <a:gdLst/>
              <a:ahLst/>
              <a:cxnLst/>
              <a:rect l="l" t="t" r="r" b="b"/>
              <a:pathLst>
                <a:path w="1599" h="1438" extrusionOk="0">
                  <a:moveTo>
                    <a:pt x="754" y="0"/>
                  </a:moveTo>
                  <a:cubicBezTo>
                    <a:pt x="274" y="92"/>
                    <a:pt x="0" y="366"/>
                    <a:pt x="0" y="571"/>
                  </a:cubicBezTo>
                  <a:cubicBezTo>
                    <a:pt x="232" y="1208"/>
                    <a:pt x="546" y="1437"/>
                    <a:pt x="858" y="1437"/>
                  </a:cubicBezTo>
                  <a:cubicBezTo>
                    <a:pt x="915" y="1437"/>
                    <a:pt x="971" y="1430"/>
                    <a:pt x="1028" y="1416"/>
                  </a:cubicBezTo>
                  <a:cubicBezTo>
                    <a:pt x="1507" y="1233"/>
                    <a:pt x="1598" y="754"/>
                    <a:pt x="1416" y="366"/>
                  </a:cubicBezTo>
                  <a:cubicBezTo>
                    <a:pt x="1324" y="183"/>
                    <a:pt x="936" y="0"/>
                    <a:pt x="7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37"/>
            <p:cNvSpPr/>
            <p:nvPr/>
          </p:nvSpPr>
          <p:spPr>
            <a:xfrm>
              <a:off x="5147061" y="4605733"/>
              <a:ext cx="33835" cy="30723"/>
            </a:xfrm>
            <a:custGeom>
              <a:avLst/>
              <a:gdLst/>
              <a:ahLst/>
              <a:cxnLst/>
              <a:rect l="l" t="t" r="r" b="b"/>
              <a:pathLst>
                <a:path w="1622" h="1473" extrusionOk="0">
                  <a:moveTo>
                    <a:pt x="706" y="1"/>
                  </a:moveTo>
                  <a:cubicBezTo>
                    <a:pt x="382" y="1"/>
                    <a:pt x="188" y="314"/>
                    <a:pt x="115" y="628"/>
                  </a:cubicBezTo>
                  <a:cubicBezTo>
                    <a:pt x="0" y="1199"/>
                    <a:pt x="297" y="1381"/>
                    <a:pt x="777" y="1473"/>
                  </a:cubicBezTo>
                  <a:cubicBezTo>
                    <a:pt x="1256" y="1381"/>
                    <a:pt x="1621" y="1199"/>
                    <a:pt x="1438" y="628"/>
                  </a:cubicBezTo>
                  <a:cubicBezTo>
                    <a:pt x="1438" y="423"/>
                    <a:pt x="1142" y="149"/>
                    <a:pt x="959" y="57"/>
                  </a:cubicBezTo>
                  <a:cubicBezTo>
                    <a:pt x="867" y="18"/>
                    <a:pt x="783" y="1"/>
                    <a:pt x="7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37"/>
            <p:cNvSpPr/>
            <p:nvPr/>
          </p:nvSpPr>
          <p:spPr>
            <a:xfrm>
              <a:off x="5333716" y="4605754"/>
              <a:ext cx="31916" cy="29159"/>
            </a:xfrm>
            <a:custGeom>
              <a:avLst/>
              <a:gdLst/>
              <a:ahLst/>
              <a:cxnLst/>
              <a:rect l="l" t="t" r="r" b="b"/>
              <a:pathLst>
                <a:path w="1530" h="1398" extrusionOk="0">
                  <a:moveTo>
                    <a:pt x="947" y="0"/>
                  </a:moveTo>
                  <a:cubicBezTo>
                    <a:pt x="864" y="0"/>
                    <a:pt x="769" y="18"/>
                    <a:pt x="662" y="56"/>
                  </a:cubicBezTo>
                  <a:cubicBezTo>
                    <a:pt x="479" y="56"/>
                    <a:pt x="183" y="330"/>
                    <a:pt x="91" y="536"/>
                  </a:cubicBezTo>
                  <a:cubicBezTo>
                    <a:pt x="0" y="992"/>
                    <a:pt x="297" y="1380"/>
                    <a:pt x="753" y="1380"/>
                  </a:cubicBezTo>
                  <a:cubicBezTo>
                    <a:pt x="815" y="1392"/>
                    <a:pt x="874" y="1398"/>
                    <a:pt x="929" y="1398"/>
                  </a:cubicBezTo>
                  <a:cubicBezTo>
                    <a:pt x="1304" y="1398"/>
                    <a:pt x="1529" y="1136"/>
                    <a:pt x="1529" y="718"/>
                  </a:cubicBezTo>
                  <a:cubicBezTo>
                    <a:pt x="1455" y="329"/>
                    <a:pt x="1306" y="0"/>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37"/>
            <p:cNvSpPr/>
            <p:nvPr/>
          </p:nvSpPr>
          <p:spPr>
            <a:xfrm>
              <a:off x="5522249" y="4605733"/>
              <a:ext cx="33835" cy="30723"/>
            </a:xfrm>
            <a:custGeom>
              <a:avLst/>
              <a:gdLst/>
              <a:ahLst/>
              <a:cxnLst/>
              <a:rect l="l" t="t" r="r" b="b"/>
              <a:pathLst>
                <a:path w="1622" h="1473" extrusionOk="0">
                  <a:moveTo>
                    <a:pt x="704" y="1"/>
                  </a:moveTo>
                  <a:cubicBezTo>
                    <a:pt x="374" y="1"/>
                    <a:pt x="166" y="314"/>
                    <a:pt x="92" y="628"/>
                  </a:cubicBezTo>
                  <a:cubicBezTo>
                    <a:pt x="1" y="1199"/>
                    <a:pt x="275" y="1381"/>
                    <a:pt x="754" y="1473"/>
                  </a:cubicBezTo>
                  <a:cubicBezTo>
                    <a:pt x="1233" y="1381"/>
                    <a:pt x="1621" y="1199"/>
                    <a:pt x="1416" y="628"/>
                  </a:cubicBezTo>
                  <a:cubicBezTo>
                    <a:pt x="1416" y="423"/>
                    <a:pt x="1142" y="149"/>
                    <a:pt x="959" y="57"/>
                  </a:cubicBezTo>
                  <a:cubicBezTo>
                    <a:pt x="868" y="18"/>
                    <a:pt x="783" y="1"/>
                    <a:pt x="7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37"/>
            <p:cNvSpPr/>
            <p:nvPr/>
          </p:nvSpPr>
          <p:spPr>
            <a:xfrm>
              <a:off x="5708904" y="4605524"/>
              <a:ext cx="33355" cy="29034"/>
            </a:xfrm>
            <a:custGeom>
              <a:avLst/>
              <a:gdLst/>
              <a:ahLst/>
              <a:cxnLst/>
              <a:rect l="l" t="t" r="r" b="b"/>
              <a:pathLst>
                <a:path w="1599" h="1392" extrusionOk="0">
                  <a:moveTo>
                    <a:pt x="819" y="0"/>
                  </a:moveTo>
                  <a:cubicBezTo>
                    <a:pt x="737" y="0"/>
                    <a:pt x="653" y="21"/>
                    <a:pt x="571" y="67"/>
                  </a:cubicBezTo>
                  <a:cubicBezTo>
                    <a:pt x="183" y="159"/>
                    <a:pt x="0" y="638"/>
                    <a:pt x="183" y="1117"/>
                  </a:cubicBezTo>
                  <a:cubicBezTo>
                    <a:pt x="274" y="1300"/>
                    <a:pt x="662" y="1391"/>
                    <a:pt x="845" y="1391"/>
                  </a:cubicBezTo>
                  <a:cubicBezTo>
                    <a:pt x="1324" y="1391"/>
                    <a:pt x="1598" y="1117"/>
                    <a:pt x="1507" y="547"/>
                  </a:cubicBezTo>
                  <a:cubicBezTo>
                    <a:pt x="1365" y="246"/>
                    <a:pt x="1101" y="0"/>
                    <a:pt x="8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37"/>
            <p:cNvSpPr/>
            <p:nvPr/>
          </p:nvSpPr>
          <p:spPr>
            <a:xfrm>
              <a:off x="5895080" y="4605754"/>
              <a:ext cx="33814" cy="29159"/>
            </a:xfrm>
            <a:custGeom>
              <a:avLst/>
              <a:gdLst/>
              <a:ahLst/>
              <a:cxnLst/>
              <a:rect l="l" t="t" r="r" b="b"/>
              <a:pathLst>
                <a:path w="1621" h="1398" extrusionOk="0">
                  <a:moveTo>
                    <a:pt x="1059" y="0"/>
                  </a:moveTo>
                  <a:cubicBezTo>
                    <a:pt x="977" y="0"/>
                    <a:pt x="883" y="18"/>
                    <a:pt x="776" y="56"/>
                  </a:cubicBezTo>
                  <a:cubicBezTo>
                    <a:pt x="571" y="56"/>
                    <a:pt x="297" y="330"/>
                    <a:pt x="205" y="536"/>
                  </a:cubicBezTo>
                  <a:cubicBezTo>
                    <a:pt x="0" y="992"/>
                    <a:pt x="388" y="1380"/>
                    <a:pt x="776" y="1380"/>
                  </a:cubicBezTo>
                  <a:cubicBezTo>
                    <a:pt x="849" y="1392"/>
                    <a:pt x="916" y="1398"/>
                    <a:pt x="978" y="1398"/>
                  </a:cubicBezTo>
                  <a:cubicBezTo>
                    <a:pt x="1392" y="1398"/>
                    <a:pt x="1541" y="1136"/>
                    <a:pt x="1621" y="718"/>
                  </a:cubicBezTo>
                  <a:cubicBezTo>
                    <a:pt x="1547" y="329"/>
                    <a:pt x="1412"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7F386-3361-DC16-DA58-EDD51AA000AB}"/>
              </a:ext>
            </a:extLst>
          </p:cNvPr>
          <p:cNvSpPr>
            <a:spLocks noGrp="1"/>
          </p:cNvSpPr>
          <p:nvPr>
            <p:ph type="title"/>
          </p:nvPr>
        </p:nvSpPr>
        <p:spPr>
          <a:xfrm>
            <a:off x="2685300" y="539305"/>
            <a:ext cx="3773400" cy="608700"/>
          </a:xfrm>
        </p:spPr>
        <p:txBody>
          <a:bodyPr/>
          <a:lstStyle/>
          <a:p>
            <a:pPr algn="ctr"/>
            <a:r>
              <a:rPr lang="en-US" dirty="0"/>
              <a:t>Motivation</a:t>
            </a:r>
          </a:p>
        </p:txBody>
      </p:sp>
      <p:sp>
        <p:nvSpPr>
          <p:cNvPr id="3" name="Subtitle 2">
            <a:extLst>
              <a:ext uri="{FF2B5EF4-FFF2-40B4-BE49-F238E27FC236}">
                <a16:creationId xmlns:a16="http://schemas.microsoft.com/office/drawing/2014/main" id="{1AA3F97C-7B68-8997-076E-62522A7E60F4}"/>
              </a:ext>
            </a:extLst>
          </p:cNvPr>
          <p:cNvSpPr>
            <a:spLocks noGrp="1"/>
          </p:cNvSpPr>
          <p:nvPr>
            <p:ph type="subTitle" idx="1"/>
          </p:nvPr>
        </p:nvSpPr>
        <p:spPr>
          <a:xfrm>
            <a:off x="720000" y="1374228"/>
            <a:ext cx="7571946" cy="2394207"/>
          </a:xfrm>
        </p:spPr>
        <p:txBody>
          <a:bodyPr/>
          <a:lstStyle/>
          <a:p>
            <a:pPr>
              <a:lnSpc>
                <a:spcPct val="150000"/>
              </a:lnSpc>
              <a:buFont typeface="Arial" panose="020B0604020202020204" pitchFamily="34" charset="0"/>
              <a:buChar char="•"/>
            </a:pPr>
            <a:r>
              <a:rPr lang="en-US" dirty="0"/>
              <a:t>The large amounts of greenhouse gases lead to global warming, resulting in rising sea levels, damage to ecosystems, and threaten species.</a:t>
            </a:r>
          </a:p>
          <a:p>
            <a:pPr>
              <a:lnSpc>
                <a:spcPct val="150000"/>
              </a:lnSpc>
              <a:buFont typeface="Arial" panose="020B0604020202020204" pitchFamily="34" charset="0"/>
              <a:buChar char="•"/>
            </a:pPr>
            <a:endParaRPr lang="en-US" dirty="0"/>
          </a:p>
          <a:p>
            <a:pPr>
              <a:lnSpc>
                <a:spcPct val="150000"/>
              </a:lnSpc>
              <a:buFont typeface="Arial" panose="020B0604020202020204" pitchFamily="34" charset="0"/>
              <a:buChar char="•"/>
            </a:pPr>
            <a:r>
              <a:rPr lang="en-US" dirty="0"/>
              <a:t>Greenhouse emissions have been steadily rising and if they continue to rise the will have dire consequences on the lives of humans.</a:t>
            </a:r>
          </a:p>
          <a:p>
            <a:pPr>
              <a:lnSpc>
                <a:spcPct val="150000"/>
              </a:lnSpc>
              <a:buFont typeface="Arial" panose="020B0604020202020204" pitchFamily="34" charset="0"/>
              <a:buChar char="•"/>
            </a:pPr>
            <a:endParaRPr lang="en-US" dirty="0"/>
          </a:p>
          <a:p>
            <a:pPr>
              <a:lnSpc>
                <a:spcPct val="150000"/>
              </a:lnSpc>
              <a:buFont typeface="Arial" panose="020B0604020202020204" pitchFamily="34" charset="0"/>
              <a:buChar char="•"/>
            </a:pPr>
            <a:r>
              <a:rPr lang="en-US" dirty="0"/>
              <a:t>We plan to analyze the data across the globe to find patterns that lead to high emissions and locate the largest offenders. </a:t>
            </a:r>
          </a:p>
        </p:txBody>
      </p:sp>
    </p:spTree>
    <p:extLst>
      <p:ext uri="{BB962C8B-B14F-4D97-AF65-F5344CB8AC3E}">
        <p14:creationId xmlns:p14="http://schemas.microsoft.com/office/powerpoint/2010/main" val="4187321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FADFF-2AE7-3C79-2242-9B2CFB8CAB31}"/>
              </a:ext>
            </a:extLst>
          </p:cNvPr>
          <p:cNvSpPr>
            <a:spLocks noGrp="1"/>
          </p:cNvSpPr>
          <p:nvPr>
            <p:ph type="title"/>
          </p:nvPr>
        </p:nvSpPr>
        <p:spPr/>
        <p:txBody>
          <a:bodyPr/>
          <a:lstStyle/>
          <a:p>
            <a:r>
              <a:rPr lang="en-US" dirty="0"/>
              <a:t>Data</a:t>
            </a:r>
          </a:p>
        </p:txBody>
      </p:sp>
      <p:sp>
        <p:nvSpPr>
          <p:cNvPr id="3" name="Text Placeholder 2">
            <a:extLst>
              <a:ext uri="{FF2B5EF4-FFF2-40B4-BE49-F238E27FC236}">
                <a16:creationId xmlns:a16="http://schemas.microsoft.com/office/drawing/2014/main" id="{5BC96FB1-9AA2-015D-1681-0F78797D3B7F}"/>
              </a:ext>
            </a:extLst>
          </p:cNvPr>
          <p:cNvSpPr>
            <a:spLocks noGrp="1"/>
          </p:cNvSpPr>
          <p:nvPr>
            <p:ph type="body" idx="1"/>
          </p:nvPr>
        </p:nvSpPr>
        <p:spPr>
          <a:xfrm>
            <a:off x="640773" y="1017725"/>
            <a:ext cx="7862454" cy="3330555"/>
          </a:xfrm>
        </p:spPr>
        <p:txBody>
          <a:bodyPr/>
          <a:lstStyle/>
          <a:p>
            <a:pPr algn="l"/>
            <a:r>
              <a:rPr lang="en-US" sz="1300" dirty="0"/>
              <a:t>Emissions Database for Global Atmospheric Research Emissions Report</a:t>
            </a:r>
          </a:p>
          <a:p>
            <a:pPr algn="l"/>
            <a:endParaRPr lang="en-US" sz="1300" dirty="0"/>
          </a:p>
          <a:p>
            <a:pPr lvl="1"/>
            <a:r>
              <a:rPr lang="en-US" sz="1300" dirty="0"/>
              <a:t>Provides Number of Emissions based on Year, Sector, and Country</a:t>
            </a:r>
          </a:p>
          <a:p>
            <a:pPr algn="l"/>
            <a:endParaRPr lang="en-US" sz="1300" dirty="0"/>
          </a:p>
          <a:p>
            <a:pPr algn="l"/>
            <a:r>
              <a:rPr lang="en-US" sz="1300" dirty="0"/>
              <a:t>World Bank Group GDP Report</a:t>
            </a:r>
          </a:p>
          <a:p>
            <a:pPr algn="l"/>
            <a:endParaRPr lang="en-US" sz="1300" dirty="0"/>
          </a:p>
          <a:p>
            <a:pPr lvl="1"/>
            <a:r>
              <a:rPr lang="en-US" sz="1300" dirty="0"/>
              <a:t>Provides GDP based on Country and Year</a:t>
            </a:r>
          </a:p>
          <a:p>
            <a:pPr algn="l"/>
            <a:endParaRPr lang="en-US" sz="1300" dirty="0"/>
          </a:p>
          <a:p>
            <a:pPr algn="l"/>
            <a:r>
              <a:rPr lang="en-US" sz="1300" dirty="0"/>
              <a:t>United States Census Worldwide Population Report</a:t>
            </a:r>
          </a:p>
          <a:p>
            <a:pPr algn="l"/>
            <a:endParaRPr lang="en-US" sz="1300" dirty="0"/>
          </a:p>
          <a:p>
            <a:pPr lvl="1"/>
            <a:r>
              <a:rPr lang="en-US" sz="1300" dirty="0"/>
              <a:t>Provides Population and other Miscellaneous Statistics based on Year and Country</a:t>
            </a:r>
          </a:p>
          <a:p>
            <a:pPr algn="l"/>
            <a:endParaRPr lang="en-US" sz="1300" dirty="0"/>
          </a:p>
          <a:p>
            <a:pPr algn="l"/>
            <a:r>
              <a:rPr lang="en-US" sz="1300" dirty="0"/>
              <a:t>U.S. Energy Information Administration API</a:t>
            </a:r>
          </a:p>
          <a:p>
            <a:pPr algn="l"/>
            <a:endParaRPr lang="en-US" sz="1300" dirty="0"/>
          </a:p>
          <a:p>
            <a:pPr lvl="1"/>
            <a:r>
              <a:rPr lang="en-US" sz="1300" dirty="0"/>
              <a:t>Provides the amount of Energy Imported, Exported, Consumed, and Produced by Country</a:t>
            </a:r>
          </a:p>
        </p:txBody>
      </p:sp>
    </p:spTree>
    <p:extLst>
      <p:ext uri="{BB962C8B-B14F-4D97-AF65-F5344CB8AC3E}">
        <p14:creationId xmlns:p14="http://schemas.microsoft.com/office/powerpoint/2010/main" val="1367836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50624-729F-15E5-D311-A1ABD5C10F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82E62C-6E76-4A99-F61F-875655C5A051}"/>
              </a:ext>
            </a:extLst>
          </p:cNvPr>
          <p:cNvSpPr>
            <a:spLocks noGrp="1"/>
          </p:cNvSpPr>
          <p:nvPr>
            <p:ph type="title"/>
          </p:nvPr>
        </p:nvSpPr>
        <p:spPr>
          <a:xfrm>
            <a:off x="786027" y="442324"/>
            <a:ext cx="7439891" cy="608700"/>
          </a:xfrm>
        </p:spPr>
        <p:txBody>
          <a:bodyPr/>
          <a:lstStyle/>
          <a:p>
            <a:pPr algn="ctr"/>
            <a:r>
              <a:rPr lang="en-US" dirty="0"/>
              <a:t>Data Ingestion and Exploration</a:t>
            </a:r>
          </a:p>
        </p:txBody>
      </p:sp>
      <p:sp>
        <p:nvSpPr>
          <p:cNvPr id="3" name="Subtitle 2">
            <a:extLst>
              <a:ext uri="{FF2B5EF4-FFF2-40B4-BE49-F238E27FC236}">
                <a16:creationId xmlns:a16="http://schemas.microsoft.com/office/drawing/2014/main" id="{E1D94D8A-4CF3-1F09-FDE3-C353CC8DC6EC}"/>
              </a:ext>
            </a:extLst>
          </p:cNvPr>
          <p:cNvSpPr>
            <a:spLocks noGrp="1"/>
          </p:cNvSpPr>
          <p:nvPr>
            <p:ph type="subTitle" idx="1"/>
          </p:nvPr>
        </p:nvSpPr>
        <p:spPr>
          <a:xfrm>
            <a:off x="720000" y="1374228"/>
            <a:ext cx="7571946" cy="2394207"/>
          </a:xfrm>
        </p:spPr>
        <p:txBody>
          <a:bodyPr/>
          <a:lstStyle/>
          <a:p>
            <a:pPr>
              <a:buFont typeface="Arial" panose="020B0604020202020204" pitchFamily="34" charset="0"/>
              <a:buChar char="•"/>
            </a:pPr>
            <a:r>
              <a:rPr lang="en-US" dirty="0"/>
              <a:t>Our EDGAR, World Bank, and Census data were in csv form which led to simple ingestion with minimal challenges.</a:t>
            </a:r>
          </a:p>
          <a:p>
            <a:pPr>
              <a:buFont typeface="Arial" panose="020B0604020202020204" pitchFamily="34" charset="0"/>
              <a:buChar char="•"/>
            </a:pPr>
            <a:endParaRPr lang="en-US" dirty="0"/>
          </a:p>
          <a:p>
            <a:pPr>
              <a:buFont typeface="Arial" panose="020B0604020202020204" pitchFamily="34" charset="0"/>
              <a:buChar char="•"/>
            </a:pPr>
            <a:r>
              <a:rPr lang="en-US" dirty="0"/>
              <a:t>Our EIA API presented a slight increase in difficulty due to the fact we had to pull data multiple times to obtain all the needed data due to restrictions on the API</a:t>
            </a:r>
          </a:p>
          <a:p>
            <a:pPr>
              <a:buFont typeface="Arial" panose="020B0604020202020204" pitchFamily="34" charset="0"/>
              <a:buChar char="•"/>
            </a:pPr>
            <a:endParaRPr lang="en-US" dirty="0"/>
          </a:p>
          <a:p>
            <a:pPr>
              <a:buFont typeface="Arial" panose="020B0604020202020204" pitchFamily="34" charset="0"/>
              <a:buChar char="•"/>
            </a:pPr>
            <a:r>
              <a:rPr lang="en-US" dirty="0"/>
              <a:t>Upon Exploring the Data, we found columns needed to be transposed, data types needed to be changed, and nulls had to be removed</a:t>
            </a:r>
          </a:p>
          <a:p>
            <a:pPr>
              <a:buFont typeface="Arial" panose="020B0604020202020204" pitchFamily="34" charset="0"/>
              <a:buChar char="•"/>
            </a:pPr>
            <a:endParaRPr lang="en-US" dirty="0"/>
          </a:p>
          <a:p>
            <a:pPr>
              <a:buFont typeface="Arial" panose="020B0604020202020204" pitchFamily="34" charset="0"/>
              <a:buChar char="•"/>
            </a:pPr>
            <a:r>
              <a:rPr lang="en-US" dirty="0"/>
              <a:t>Also, the names of the countries had to be normalized to merge tables during analytics. </a:t>
            </a:r>
          </a:p>
        </p:txBody>
      </p:sp>
    </p:spTree>
    <p:extLst>
      <p:ext uri="{BB962C8B-B14F-4D97-AF65-F5344CB8AC3E}">
        <p14:creationId xmlns:p14="http://schemas.microsoft.com/office/powerpoint/2010/main" val="3270834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1213D-C982-9C5F-1391-983927E7B6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EE1A14-4D51-4A2F-1685-521E9B39032C}"/>
              </a:ext>
            </a:extLst>
          </p:cNvPr>
          <p:cNvSpPr>
            <a:spLocks noGrp="1"/>
          </p:cNvSpPr>
          <p:nvPr>
            <p:ph type="title"/>
          </p:nvPr>
        </p:nvSpPr>
        <p:spPr/>
        <p:txBody>
          <a:bodyPr/>
          <a:lstStyle/>
          <a:p>
            <a:r>
              <a:rPr lang="en-US" dirty="0"/>
              <a:t>Data Cleaning</a:t>
            </a:r>
          </a:p>
        </p:txBody>
      </p:sp>
      <p:sp>
        <p:nvSpPr>
          <p:cNvPr id="3" name="Text Placeholder 2">
            <a:extLst>
              <a:ext uri="{FF2B5EF4-FFF2-40B4-BE49-F238E27FC236}">
                <a16:creationId xmlns:a16="http://schemas.microsoft.com/office/drawing/2014/main" id="{EC463583-BAC4-95C9-8F09-573D702898C2}"/>
              </a:ext>
            </a:extLst>
          </p:cNvPr>
          <p:cNvSpPr>
            <a:spLocks noGrp="1"/>
          </p:cNvSpPr>
          <p:nvPr>
            <p:ph type="body" idx="1"/>
          </p:nvPr>
        </p:nvSpPr>
        <p:spPr>
          <a:xfrm>
            <a:off x="640773" y="1142416"/>
            <a:ext cx="7862454" cy="3330555"/>
          </a:xfrm>
        </p:spPr>
        <p:txBody>
          <a:bodyPr/>
          <a:lstStyle/>
          <a:p>
            <a:pPr algn="l"/>
            <a:r>
              <a:rPr lang="en-US" dirty="0"/>
              <a:t>Created maps to change country names into a normalized system so that there was uniformity across all tables. </a:t>
            </a:r>
          </a:p>
          <a:p>
            <a:pPr algn="l"/>
            <a:endParaRPr lang="en-US" dirty="0"/>
          </a:p>
          <a:p>
            <a:pPr algn="l"/>
            <a:r>
              <a:rPr lang="en-US" dirty="0"/>
              <a:t>Dropped all names that were not explicit countries</a:t>
            </a:r>
          </a:p>
          <a:p>
            <a:pPr algn="l"/>
            <a:endParaRPr lang="en-US" dirty="0"/>
          </a:p>
          <a:p>
            <a:pPr algn="l"/>
            <a:r>
              <a:rPr lang="en-US" dirty="0"/>
              <a:t>Changed string values into integer and floats to perform arithmetic during analytics</a:t>
            </a:r>
          </a:p>
          <a:p>
            <a:pPr algn="l"/>
            <a:endParaRPr lang="en-US" dirty="0"/>
          </a:p>
          <a:p>
            <a:pPr algn="l"/>
            <a:r>
              <a:rPr lang="en-US" dirty="0"/>
              <a:t>Dropped rows that had null values in the columns where values where needed.</a:t>
            </a:r>
          </a:p>
          <a:p>
            <a:pPr algn="l"/>
            <a:endParaRPr lang="en-US" dirty="0"/>
          </a:p>
          <a:p>
            <a:pPr algn="l"/>
            <a:r>
              <a:rPr lang="en-US" dirty="0"/>
              <a:t> Changed Column names to better represent the data</a:t>
            </a:r>
          </a:p>
          <a:p>
            <a:pPr algn="l"/>
            <a:endParaRPr lang="en-US" dirty="0"/>
          </a:p>
          <a:p>
            <a:pPr algn="l"/>
            <a:r>
              <a:rPr lang="en-US" dirty="0"/>
              <a:t>Created new column in the API table to designate if a energy source was renewable or nonrenewable.</a:t>
            </a:r>
          </a:p>
        </p:txBody>
      </p:sp>
    </p:spTree>
    <p:extLst>
      <p:ext uri="{BB962C8B-B14F-4D97-AF65-F5344CB8AC3E}">
        <p14:creationId xmlns:p14="http://schemas.microsoft.com/office/powerpoint/2010/main" val="689780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40243-D0A2-B6BA-25EE-33531C4D96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637925-BEB9-6A75-90FA-CAD28FF0805E}"/>
              </a:ext>
            </a:extLst>
          </p:cNvPr>
          <p:cNvSpPr>
            <a:spLocks noGrp="1"/>
          </p:cNvSpPr>
          <p:nvPr>
            <p:ph type="title"/>
          </p:nvPr>
        </p:nvSpPr>
        <p:spPr>
          <a:xfrm>
            <a:off x="2118286" y="366124"/>
            <a:ext cx="4775373" cy="608700"/>
          </a:xfrm>
        </p:spPr>
        <p:txBody>
          <a:bodyPr/>
          <a:lstStyle/>
          <a:p>
            <a:pPr algn="ctr"/>
            <a:r>
              <a:rPr lang="en-US" dirty="0"/>
              <a:t>Writing to Database</a:t>
            </a:r>
          </a:p>
        </p:txBody>
      </p:sp>
      <p:sp>
        <p:nvSpPr>
          <p:cNvPr id="3" name="Subtitle 2">
            <a:extLst>
              <a:ext uri="{FF2B5EF4-FFF2-40B4-BE49-F238E27FC236}">
                <a16:creationId xmlns:a16="http://schemas.microsoft.com/office/drawing/2014/main" id="{C636124A-6620-D92C-2BD8-3BF44F3B2B22}"/>
              </a:ext>
            </a:extLst>
          </p:cNvPr>
          <p:cNvSpPr>
            <a:spLocks noGrp="1"/>
          </p:cNvSpPr>
          <p:nvPr>
            <p:ph type="subTitle" idx="1"/>
          </p:nvPr>
        </p:nvSpPr>
        <p:spPr>
          <a:xfrm>
            <a:off x="720000" y="1374228"/>
            <a:ext cx="7571946" cy="2394207"/>
          </a:xfrm>
        </p:spPr>
        <p:txBody>
          <a:bodyPr/>
          <a:lstStyle/>
          <a:p>
            <a:pPr>
              <a:lnSpc>
                <a:spcPct val="150000"/>
              </a:lnSpc>
              <a:buFont typeface="Arial" panose="020B0604020202020204" pitchFamily="34" charset="0"/>
              <a:buChar char="•"/>
            </a:pPr>
            <a:r>
              <a:rPr lang="en-US" dirty="0"/>
              <a:t>When writing our tables into the database, we made sure to use specific names to make it easy to call the tables during the analytics. </a:t>
            </a:r>
          </a:p>
          <a:p>
            <a:pPr>
              <a:lnSpc>
                <a:spcPct val="150000"/>
              </a:lnSpc>
              <a:buFont typeface="Arial" panose="020B0604020202020204" pitchFamily="34" charset="0"/>
              <a:buChar char="•"/>
            </a:pPr>
            <a:endParaRPr lang="en-US" dirty="0"/>
          </a:p>
          <a:p>
            <a:pPr>
              <a:lnSpc>
                <a:spcPct val="150000"/>
              </a:lnSpc>
              <a:buFont typeface="Arial" panose="020B0604020202020204" pitchFamily="34" charset="0"/>
              <a:buChar char="•"/>
            </a:pPr>
            <a:r>
              <a:rPr lang="en-US" dirty="0"/>
              <a:t>There were not many challenges from this step apart from changing the container names, so these tables were separate from the previous projects.</a:t>
            </a:r>
          </a:p>
        </p:txBody>
      </p:sp>
    </p:spTree>
    <p:extLst>
      <p:ext uri="{BB962C8B-B14F-4D97-AF65-F5344CB8AC3E}">
        <p14:creationId xmlns:p14="http://schemas.microsoft.com/office/powerpoint/2010/main" val="2845908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745">
          <a:extLst>
            <a:ext uri="{FF2B5EF4-FFF2-40B4-BE49-F238E27FC236}">
              <a16:creationId xmlns:a16="http://schemas.microsoft.com/office/drawing/2014/main" id="{1E0F1383-8556-449E-D7CF-E127C9AA77F2}"/>
            </a:ext>
          </a:extLst>
        </p:cNvPr>
        <p:cNvGrpSpPr/>
        <p:nvPr/>
      </p:nvGrpSpPr>
      <p:grpSpPr>
        <a:xfrm>
          <a:off x="0" y="0"/>
          <a:ext cx="0" cy="0"/>
          <a:chOff x="0" y="0"/>
          <a:chExt cx="0" cy="0"/>
        </a:xfrm>
      </p:grpSpPr>
      <p:sp>
        <p:nvSpPr>
          <p:cNvPr id="4746" name="Google Shape;4746;p52">
            <a:extLst>
              <a:ext uri="{FF2B5EF4-FFF2-40B4-BE49-F238E27FC236}">
                <a16:creationId xmlns:a16="http://schemas.microsoft.com/office/drawing/2014/main" id="{0D93A4FF-8335-1034-BC8F-D67B2CAB8E23}"/>
              </a:ext>
            </a:extLst>
          </p:cNvPr>
          <p:cNvSpPr/>
          <p:nvPr/>
        </p:nvSpPr>
        <p:spPr>
          <a:xfrm>
            <a:off x="4587725" y="2398300"/>
            <a:ext cx="3060000" cy="3305700"/>
          </a:xfrm>
          <a:prstGeom prst="round2DiagRect">
            <a:avLst>
              <a:gd name="adj1" fmla="val 16667"/>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7" name="Google Shape;4747;p52">
            <a:extLst>
              <a:ext uri="{FF2B5EF4-FFF2-40B4-BE49-F238E27FC236}">
                <a16:creationId xmlns:a16="http://schemas.microsoft.com/office/drawing/2014/main" id="{9A7B301B-434F-3F06-8497-25442EB7B106}"/>
              </a:ext>
            </a:extLst>
          </p:cNvPr>
          <p:cNvSpPr txBox="1">
            <a:spLocks noGrp="1"/>
          </p:cNvSpPr>
          <p:nvPr>
            <p:ph type="title"/>
          </p:nvPr>
        </p:nvSpPr>
        <p:spPr>
          <a:xfrm>
            <a:off x="1299725" y="823518"/>
            <a:ext cx="6576000" cy="85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accent2"/>
                </a:solidFill>
              </a:rPr>
              <a:t>Dashboard</a:t>
            </a:r>
            <a:endParaRPr dirty="0">
              <a:solidFill>
                <a:schemeClr val="accent2"/>
              </a:solidFill>
            </a:endParaRPr>
          </a:p>
        </p:txBody>
      </p:sp>
      <p:grpSp>
        <p:nvGrpSpPr>
          <p:cNvPr id="4749" name="Google Shape;4749;p52">
            <a:extLst>
              <a:ext uri="{FF2B5EF4-FFF2-40B4-BE49-F238E27FC236}">
                <a16:creationId xmlns:a16="http://schemas.microsoft.com/office/drawing/2014/main" id="{976052B5-938E-95F3-424A-3D401E29A5D3}"/>
              </a:ext>
            </a:extLst>
          </p:cNvPr>
          <p:cNvGrpSpPr/>
          <p:nvPr/>
        </p:nvGrpSpPr>
        <p:grpSpPr>
          <a:xfrm>
            <a:off x="1913843" y="2627298"/>
            <a:ext cx="5273020" cy="1976701"/>
            <a:chOff x="1913843" y="2627298"/>
            <a:chExt cx="5273020" cy="1976701"/>
          </a:xfrm>
        </p:grpSpPr>
        <p:sp>
          <p:nvSpPr>
            <p:cNvPr id="4750" name="Google Shape;4750;p52">
              <a:extLst>
                <a:ext uri="{FF2B5EF4-FFF2-40B4-BE49-F238E27FC236}">
                  <a16:creationId xmlns:a16="http://schemas.microsoft.com/office/drawing/2014/main" id="{7F0DE8DA-6F9B-56CD-010F-54B01EA662C7}"/>
                </a:ext>
              </a:extLst>
            </p:cNvPr>
            <p:cNvSpPr/>
            <p:nvPr/>
          </p:nvSpPr>
          <p:spPr>
            <a:xfrm>
              <a:off x="2845242" y="3257506"/>
              <a:ext cx="557406" cy="242622"/>
            </a:xfrm>
            <a:custGeom>
              <a:avLst/>
              <a:gdLst/>
              <a:ahLst/>
              <a:cxnLst/>
              <a:rect l="l" t="t" r="r" b="b"/>
              <a:pathLst>
                <a:path w="17063" h="7427" extrusionOk="0">
                  <a:moveTo>
                    <a:pt x="8100" y="0"/>
                  </a:moveTo>
                  <a:cubicBezTo>
                    <a:pt x="6746" y="0"/>
                    <a:pt x="5613" y="977"/>
                    <a:pt x="5373" y="2269"/>
                  </a:cubicBezTo>
                  <a:cubicBezTo>
                    <a:pt x="5279" y="2243"/>
                    <a:pt x="5172" y="2243"/>
                    <a:pt x="5075" y="2243"/>
                  </a:cubicBezTo>
                  <a:cubicBezTo>
                    <a:pt x="5057" y="2242"/>
                    <a:pt x="5039" y="2242"/>
                    <a:pt x="5021" y="2242"/>
                  </a:cubicBezTo>
                  <a:cubicBezTo>
                    <a:pt x="3860" y="2242"/>
                    <a:pt x="2916" y="3165"/>
                    <a:pt x="2862" y="4336"/>
                  </a:cubicBezTo>
                  <a:cubicBezTo>
                    <a:pt x="1485" y="4686"/>
                    <a:pt x="377" y="5778"/>
                    <a:pt x="1" y="7155"/>
                  </a:cubicBezTo>
                  <a:lnTo>
                    <a:pt x="17063" y="7427"/>
                  </a:lnTo>
                  <a:cubicBezTo>
                    <a:pt x="16645" y="5684"/>
                    <a:pt x="15673" y="4375"/>
                    <a:pt x="13810" y="4349"/>
                  </a:cubicBezTo>
                  <a:lnTo>
                    <a:pt x="13648" y="4349"/>
                  </a:lnTo>
                  <a:cubicBezTo>
                    <a:pt x="13677" y="3024"/>
                    <a:pt x="12624" y="1932"/>
                    <a:pt x="11299" y="1919"/>
                  </a:cubicBezTo>
                  <a:cubicBezTo>
                    <a:pt x="11124" y="1919"/>
                    <a:pt x="10949" y="1932"/>
                    <a:pt x="10787" y="1958"/>
                  </a:cubicBezTo>
                  <a:cubicBezTo>
                    <a:pt x="10437" y="837"/>
                    <a:pt x="9397" y="14"/>
                    <a:pt x="8153" y="1"/>
                  </a:cubicBezTo>
                  <a:cubicBezTo>
                    <a:pt x="8135" y="1"/>
                    <a:pt x="8117" y="0"/>
                    <a:pt x="8100" y="0"/>
                  </a:cubicBez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1" name="Google Shape;4751;p52">
              <a:extLst>
                <a:ext uri="{FF2B5EF4-FFF2-40B4-BE49-F238E27FC236}">
                  <a16:creationId xmlns:a16="http://schemas.microsoft.com/office/drawing/2014/main" id="{205B2C98-D0CA-2BF5-0318-A8C08022CBD9}"/>
                </a:ext>
              </a:extLst>
            </p:cNvPr>
            <p:cNvSpPr/>
            <p:nvPr/>
          </p:nvSpPr>
          <p:spPr>
            <a:xfrm>
              <a:off x="3021586" y="3332447"/>
              <a:ext cx="61415" cy="122274"/>
            </a:xfrm>
            <a:custGeom>
              <a:avLst/>
              <a:gdLst/>
              <a:ahLst/>
              <a:cxnLst/>
              <a:rect l="l" t="t" r="r" b="b"/>
              <a:pathLst>
                <a:path w="1880" h="3743" extrusionOk="0">
                  <a:moveTo>
                    <a:pt x="1" y="1"/>
                  </a:moveTo>
                  <a:cubicBezTo>
                    <a:pt x="1" y="1"/>
                    <a:pt x="1501" y="474"/>
                    <a:pt x="1420" y="1864"/>
                  </a:cubicBezTo>
                  <a:cubicBezTo>
                    <a:pt x="1339" y="3403"/>
                    <a:pt x="1" y="3743"/>
                    <a:pt x="1" y="3743"/>
                  </a:cubicBezTo>
                  <a:cubicBezTo>
                    <a:pt x="1041" y="3743"/>
                    <a:pt x="1880" y="2904"/>
                    <a:pt x="1880" y="1864"/>
                  </a:cubicBezTo>
                  <a:cubicBezTo>
                    <a:pt x="1880" y="840"/>
                    <a:pt x="1041" y="1"/>
                    <a:pt x="1" y="1"/>
                  </a:cubicBezTo>
                  <a:close/>
                </a:path>
              </a:pathLst>
            </a:custGeom>
            <a:solidFill>
              <a:srgbClr val="CBEF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2" name="Google Shape;4752;p52">
              <a:extLst>
                <a:ext uri="{FF2B5EF4-FFF2-40B4-BE49-F238E27FC236}">
                  <a16:creationId xmlns:a16="http://schemas.microsoft.com/office/drawing/2014/main" id="{4B43FD6F-C320-472E-6311-7693147AEC50}"/>
                </a:ext>
              </a:extLst>
            </p:cNvPr>
            <p:cNvSpPr/>
            <p:nvPr/>
          </p:nvSpPr>
          <p:spPr>
            <a:xfrm>
              <a:off x="3334777" y="3406539"/>
              <a:ext cx="68830" cy="89150"/>
            </a:xfrm>
            <a:custGeom>
              <a:avLst/>
              <a:gdLst/>
              <a:ahLst/>
              <a:cxnLst/>
              <a:rect l="l" t="t" r="r" b="b"/>
              <a:pathLst>
                <a:path w="2107" h="2729" extrusionOk="0">
                  <a:moveTo>
                    <a:pt x="1" y="1"/>
                  </a:moveTo>
                  <a:lnTo>
                    <a:pt x="1" y="1"/>
                  </a:lnTo>
                  <a:cubicBezTo>
                    <a:pt x="905" y="367"/>
                    <a:pt x="1511" y="1164"/>
                    <a:pt x="1864" y="2149"/>
                  </a:cubicBezTo>
                  <a:cubicBezTo>
                    <a:pt x="2026" y="2486"/>
                    <a:pt x="2094" y="2729"/>
                    <a:pt x="2094" y="2729"/>
                  </a:cubicBezTo>
                  <a:cubicBezTo>
                    <a:pt x="2107" y="1420"/>
                    <a:pt x="1216" y="312"/>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3" name="Google Shape;4753;p52">
              <a:extLst>
                <a:ext uri="{FF2B5EF4-FFF2-40B4-BE49-F238E27FC236}">
                  <a16:creationId xmlns:a16="http://schemas.microsoft.com/office/drawing/2014/main" id="{A04DA348-7C61-043B-60E0-F3C17318DE21}"/>
                </a:ext>
              </a:extLst>
            </p:cNvPr>
            <p:cNvSpPr/>
            <p:nvPr/>
          </p:nvSpPr>
          <p:spPr>
            <a:xfrm>
              <a:off x="3222267" y="3403893"/>
              <a:ext cx="173399" cy="89150"/>
            </a:xfrm>
            <a:custGeom>
              <a:avLst/>
              <a:gdLst/>
              <a:ahLst/>
              <a:cxnLst/>
              <a:rect l="l" t="t" r="r" b="b"/>
              <a:pathLst>
                <a:path w="5308" h="2729" extrusionOk="0">
                  <a:moveTo>
                    <a:pt x="2755" y="1"/>
                  </a:moveTo>
                  <a:cubicBezTo>
                    <a:pt x="1258" y="1"/>
                    <a:pt x="14" y="1216"/>
                    <a:pt x="1" y="2729"/>
                  </a:cubicBezTo>
                  <a:cubicBezTo>
                    <a:pt x="1" y="2729"/>
                    <a:pt x="691" y="542"/>
                    <a:pt x="2606" y="542"/>
                  </a:cubicBezTo>
                  <a:lnTo>
                    <a:pt x="2784" y="542"/>
                  </a:lnTo>
                  <a:cubicBezTo>
                    <a:pt x="4281" y="649"/>
                    <a:pt x="4997" y="1595"/>
                    <a:pt x="5308" y="2230"/>
                  </a:cubicBezTo>
                  <a:cubicBezTo>
                    <a:pt x="4955" y="1245"/>
                    <a:pt x="4349" y="448"/>
                    <a:pt x="3445" y="82"/>
                  </a:cubicBezTo>
                  <a:cubicBezTo>
                    <a:pt x="3241" y="43"/>
                    <a:pt x="3027" y="1"/>
                    <a:pt x="2810" y="1"/>
                  </a:cubicBezTo>
                  <a:close/>
                </a:path>
              </a:pathLst>
            </a:custGeom>
            <a:solidFill>
              <a:srgbClr val="CBEF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4" name="Google Shape;4754;p52">
              <a:extLst>
                <a:ext uri="{FF2B5EF4-FFF2-40B4-BE49-F238E27FC236}">
                  <a16:creationId xmlns:a16="http://schemas.microsoft.com/office/drawing/2014/main" id="{B7FC561B-FC97-B767-E5DF-204416765FD6}"/>
                </a:ext>
              </a:extLst>
            </p:cNvPr>
            <p:cNvSpPr/>
            <p:nvPr/>
          </p:nvSpPr>
          <p:spPr>
            <a:xfrm>
              <a:off x="3270845" y="2959342"/>
              <a:ext cx="596247" cy="216586"/>
            </a:xfrm>
            <a:custGeom>
              <a:avLst/>
              <a:gdLst/>
              <a:ahLst/>
              <a:cxnLst/>
              <a:rect l="l" t="t" r="r" b="b"/>
              <a:pathLst>
                <a:path w="18252" h="6630" extrusionOk="0">
                  <a:moveTo>
                    <a:pt x="7803" y="1"/>
                  </a:moveTo>
                  <a:cubicBezTo>
                    <a:pt x="5778" y="1"/>
                    <a:pt x="4051" y="1245"/>
                    <a:pt x="3335" y="2998"/>
                  </a:cubicBezTo>
                  <a:cubicBezTo>
                    <a:pt x="3212" y="2985"/>
                    <a:pt x="3092" y="2985"/>
                    <a:pt x="2969" y="2985"/>
                  </a:cubicBezTo>
                  <a:cubicBezTo>
                    <a:pt x="1323" y="2985"/>
                    <a:pt x="1" y="4310"/>
                    <a:pt x="1" y="5956"/>
                  </a:cubicBezTo>
                  <a:cubicBezTo>
                    <a:pt x="1" y="6186"/>
                    <a:pt x="27" y="6416"/>
                    <a:pt x="66" y="6630"/>
                  </a:cubicBezTo>
                  <a:lnTo>
                    <a:pt x="14756" y="6630"/>
                  </a:lnTo>
                  <a:cubicBezTo>
                    <a:pt x="14795" y="6604"/>
                    <a:pt x="14824" y="6578"/>
                    <a:pt x="14863" y="6549"/>
                  </a:cubicBezTo>
                  <a:cubicBezTo>
                    <a:pt x="14863" y="6578"/>
                    <a:pt x="14876" y="6604"/>
                    <a:pt x="14889" y="6630"/>
                  </a:cubicBezTo>
                  <a:lnTo>
                    <a:pt x="18116" y="6630"/>
                  </a:lnTo>
                  <a:cubicBezTo>
                    <a:pt x="18197" y="6429"/>
                    <a:pt x="18252" y="6199"/>
                    <a:pt x="18252" y="5956"/>
                  </a:cubicBezTo>
                  <a:cubicBezTo>
                    <a:pt x="18252" y="4997"/>
                    <a:pt x="17468" y="4213"/>
                    <a:pt x="16496" y="4213"/>
                  </a:cubicBezTo>
                  <a:cubicBezTo>
                    <a:pt x="16159" y="4213"/>
                    <a:pt x="15848" y="4310"/>
                    <a:pt x="15579" y="4485"/>
                  </a:cubicBezTo>
                  <a:cubicBezTo>
                    <a:pt x="15404" y="3364"/>
                    <a:pt x="14445" y="2512"/>
                    <a:pt x="13269" y="2512"/>
                  </a:cubicBezTo>
                  <a:cubicBezTo>
                    <a:pt x="12880" y="2512"/>
                    <a:pt x="12501" y="2609"/>
                    <a:pt x="12177" y="2784"/>
                  </a:cubicBezTo>
                  <a:cubicBezTo>
                    <a:pt x="11393" y="1151"/>
                    <a:pt x="9734" y="1"/>
                    <a:pt x="7803" y="1"/>
                  </a:cubicBez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5" name="Google Shape;4755;p52">
              <a:extLst>
                <a:ext uri="{FF2B5EF4-FFF2-40B4-BE49-F238E27FC236}">
                  <a16:creationId xmlns:a16="http://schemas.microsoft.com/office/drawing/2014/main" id="{21BBA92B-4CDF-56E8-F510-00718C26D1DF}"/>
                </a:ext>
              </a:extLst>
            </p:cNvPr>
            <p:cNvSpPr/>
            <p:nvPr/>
          </p:nvSpPr>
          <p:spPr>
            <a:xfrm>
              <a:off x="3842155" y="2785378"/>
              <a:ext cx="330791" cy="120380"/>
            </a:xfrm>
            <a:custGeom>
              <a:avLst/>
              <a:gdLst/>
              <a:ahLst/>
              <a:cxnLst/>
              <a:rect l="l" t="t" r="r" b="b"/>
              <a:pathLst>
                <a:path w="10126" h="3685" extrusionOk="0">
                  <a:moveTo>
                    <a:pt x="5791" y="1"/>
                  </a:moveTo>
                  <a:cubicBezTo>
                    <a:pt x="4712" y="1"/>
                    <a:pt x="3795" y="636"/>
                    <a:pt x="3361" y="1553"/>
                  </a:cubicBezTo>
                  <a:cubicBezTo>
                    <a:pt x="3186" y="1446"/>
                    <a:pt x="2972" y="1391"/>
                    <a:pt x="2755" y="1391"/>
                  </a:cubicBezTo>
                  <a:cubicBezTo>
                    <a:pt x="2107" y="1391"/>
                    <a:pt x="1579" y="1864"/>
                    <a:pt x="1472" y="2483"/>
                  </a:cubicBezTo>
                  <a:cubicBezTo>
                    <a:pt x="1323" y="2389"/>
                    <a:pt x="1148" y="2337"/>
                    <a:pt x="960" y="2337"/>
                  </a:cubicBezTo>
                  <a:cubicBezTo>
                    <a:pt x="432" y="2337"/>
                    <a:pt x="1" y="2768"/>
                    <a:pt x="1" y="3309"/>
                  </a:cubicBezTo>
                  <a:cubicBezTo>
                    <a:pt x="1" y="3442"/>
                    <a:pt x="27" y="3565"/>
                    <a:pt x="69" y="3685"/>
                  </a:cubicBezTo>
                  <a:lnTo>
                    <a:pt x="1851" y="3685"/>
                  </a:lnTo>
                  <a:cubicBezTo>
                    <a:pt x="1864" y="3659"/>
                    <a:pt x="1864" y="3646"/>
                    <a:pt x="1877" y="3633"/>
                  </a:cubicBezTo>
                  <a:cubicBezTo>
                    <a:pt x="1890" y="3646"/>
                    <a:pt x="1919" y="3659"/>
                    <a:pt x="1932" y="3685"/>
                  </a:cubicBezTo>
                  <a:lnTo>
                    <a:pt x="10071" y="3685"/>
                  </a:lnTo>
                  <a:cubicBezTo>
                    <a:pt x="10100" y="3565"/>
                    <a:pt x="10126" y="3429"/>
                    <a:pt x="10126" y="3309"/>
                  </a:cubicBezTo>
                  <a:cubicBezTo>
                    <a:pt x="10126" y="2389"/>
                    <a:pt x="9384" y="1660"/>
                    <a:pt x="8464" y="1660"/>
                  </a:cubicBezTo>
                  <a:cubicBezTo>
                    <a:pt x="8399" y="1660"/>
                    <a:pt x="8331" y="1660"/>
                    <a:pt x="8263" y="1673"/>
                  </a:cubicBezTo>
                  <a:cubicBezTo>
                    <a:pt x="7871" y="688"/>
                    <a:pt x="6912" y="1"/>
                    <a:pt x="57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6" name="Google Shape;4756;p52">
              <a:extLst>
                <a:ext uri="{FF2B5EF4-FFF2-40B4-BE49-F238E27FC236}">
                  <a16:creationId xmlns:a16="http://schemas.microsoft.com/office/drawing/2014/main" id="{F082D86E-D862-C0FF-7E0B-ED3971D4726D}"/>
                </a:ext>
              </a:extLst>
            </p:cNvPr>
            <p:cNvSpPr/>
            <p:nvPr/>
          </p:nvSpPr>
          <p:spPr>
            <a:xfrm>
              <a:off x="5641785" y="3396902"/>
              <a:ext cx="291949" cy="143345"/>
            </a:xfrm>
            <a:custGeom>
              <a:avLst/>
              <a:gdLst/>
              <a:ahLst/>
              <a:cxnLst/>
              <a:rect l="l" t="t" r="r" b="b"/>
              <a:pathLst>
                <a:path w="8937" h="4388" extrusionOk="0">
                  <a:moveTo>
                    <a:pt x="3915" y="1"/>
                  </a:moveTo>
                  <a:cubicBezTo>
                    <a:pt x="2333" y="1"/>
                    <a:pt x="1037" y="1242"/>
                    <a:pt x="944" y="2794"/>
                  </a:cubicBezTo>
                  <a:cubicBezTo>
                    <a:pt x="406" y="2917"/>
                    <a:pt x="1" y="3390"/>
                    <a:pt x="1" y="3970"/>
                  </a:cubicBezTo>
                  <a:cubicBezTo>
                    <a:pt x="1" y="4119"/>
                    <a:pt x="27" y="4252"/>
                    <a:pt x="65" y="4388"/>
                  </a:cubicBezTo>
                  <a:lnTo>
                    <a:pt x="8937" y="4388"/>
                  </a:lnTo>
                  <a:lnTo>
                    <a:pt x="8937" y="4281"/>
                  </a:lnTo>
                  <a:cubicBezTo>
                    <a:pt x="8937" y="3429"/>
                    <a:pt x="8263" y="2755"/>
                    <a:pt x="7411" y="2755"/>
                  </a:cubicBezTo>
                  <a:cubicBezTo>
                    <a:pt x="7236" y="2755"/>
                    <a:pt x="7061" y="2781"/>
                    <a:pt x="6899" y="2836"/>
                  </a:cubicBezTo>
                  <a:cubicBezTo>
                    <a:pt x="6818" y="1255"/>
                    <a:pt x="5522" y="1"/>
                    <a:pt x="3915" y="1"/>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7" name="Google Shape;4757;p52">
              <a:extLst>
                <a:ext uri="{FF2B5EF4-FFF2-40B4-BE49-F238E27FC236}">
                  <a16:creationId xmlns:a16="http://schemas.microsoft.com/office/drawing/2014/main" id="{9898B9DF-A22B-102F-6CEA-87F3CD44E6B9}"/>
                </a:ext>
              </a:extLst>
            </p:cNvPr>
            <p:cNvSpPr/>
            <p:nvPr/>
          </p:nvSpPr>
          <p:spPr>
            <a:xfrm>
              <a:off x="4585976" y="3466976"/>
              <a:ext cx="546821" cy="885191"/>
            </a:xfrm>
            <a:custGeom>
              <a:avLst/>
              <a:gdLst/>
              <a:ahLst/>
              <a:cxnLst/>
              <a:rect l="l" t="t" r="r" b="b"/>
              <a:pathLst>
                <a:path w="16739" h="27097" extrusionOk="0">
                  <a:moveTo>
                    <a:pt x="1" y="1"/>
                  </a:moveTo>
                  <a:lnTo>
                    <a:pt x="1" y="27097"/>
                  </a:lnTo>
                  <a:lnTo>
                    <a:pt x="16739" y="27097"/>
                  </a:lnTo>
                  <a:lnTo>
                    <a:pt x="16739" y="1"/>
                  </a:lnTo>
                  <a:close/>
                </a:path>
              </a:pathLst>
            </a:custGeom>
            <a:solidFill>
              <a:srgbClr val="B5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8" name="Google Shape;4758;p52">
              <a:extLst>
                <a:ext uri="{FF2B5EF4-FFF2-40B4-BE49-F238E27FC236}">
                  <a16:creationId xmlns:a16="http://schemas.microsoft.com/office/drawing/2014/main" id="{E073C719-7E63-E9A8-369F-69869524A593}"/>
                </a:ext>
              </a:extLst>
            </p:cNvPr>
            <p:cNvSpPr/>
            <p:nvPr/>
          </p:nvSpPr>
          <p:spPr>
            <a:xfrm>
              <a:off x="4585976" y="3784937"/>
              <a:ext cx="546821" cy="45016"/>
            </a:xfrm>
            <a:custGeom>
              <a:avLst/>
              <a:gdLst/>
              <a:ahLst/>
              <a:cxnLst/>
              <a:rect l="l" t="t" r="r" b="b"/>
              <a:pathLst>
                <a:path w="16739" h="1378" extrusionOk="0">
                  <a:moveTo>
                    <a:pt x="1" y="1"/>
                  </a:moveTo>
                  <a:lnTo>
                    <a:pt x="1" y="1378"/>
                  </a:lnTo>
                  <a:lnTo>
                    <a:pt x="16739" y="1378"/>
                  </a:lnTo>
                  <a:lnTo>
                    <a:pt x="16739"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9" name="Google Shape;4759;p52">
              <a:extLst>
                <a:ext uri="{FF2B5EF4-FFF2-40B4-BE49-F238E27FC236}">
                  <a16:creationId xmlns:a16="http://schemas.microsoft.com/office/drawing/2014/main" id="{FED9D4FF-AC82-0A9A-0410-4F7430BC7AD4}"/>
                </a:ext>
              </a:extLst>
            </p:cNvPr>
            <p:cNvSpPr/>
            <p:nvPr/>
          </p:nvSpPr>
          <p:spPr>
            <a:xfrm>
              <a:off x="4585976" y="3950795"/>
              <a:ext cx="546821" cy="154354"/>
            </a:xfrm>
            <a:custGeom>
              <a:avLst/>
              <a:gdLst/>
              <a:ahLst/>
              <a:cxnLst/>
              <a:rect l="l" t="t" r="r" b="b"/>
              <a:pathLst>
                <a:path w="16739" h="4725" extrusionOk="0">
                  <a:moveTo>
                    <a:pt x="1" y="1"/>
                  </a:moveTo>
                  <a:lnTo>
                    <a:pt x="1" y="4725"/>
                  </a:lnTo>
                  <a:lnTo>
                    <a:pt x="16739" y="4725"/>
                  </a:lnTo>
                  <a:lnTo>
                    <a:pt x="16739"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0" name="Google Shape;4760;p52">
              <a:extLst>
                <a:ext uri="{FF2B5EF4-FFF2-40B4-BE49-F238E27FC236}">
                  <a16:creationId xmlns:a16="http://schemas.microsoft.com/office/drawing/2014/main" id="{FB5E955E-C576-FB4E-28E9-BA41EC4EE790}"/>
                </a:ext>
              </a:extLst>
            </p:cNvPr>
            <p:cNvSpPr/>
            <p:nvPr/>
          </p:nvSpPr>
          <p:spPr>
            <a:xfrm>
              <a:off x="5155321" y="3314872"/>
              <a:ext cx="317561" cy="1037291"/>
            </a:xfrm>
            <a:custGeom>
              <a:avLst/>
              <a:gdLst/>
              <a:ahLst/>
              <a:cxnLst/>
              <a:rect l="l" t="t" r="r" b="b"/>
              <a:pathLst>
                <a:path w="9721" h="31753" extrusionOk="0">
                  <a:moveTo>
                    <a:pt x="2632" y="1"/>
                  </a:moveTo>
                  <a:lnTo>
                    <a:pt x="1" y="31685"/>
                  </a:lnTo>
                  <a:lnTo>
                    <a:pt x="9721" y="31753"/>
                  </a:lnTo>
                  <a:lnTo>
                    <a:pt x="8476" y="27"/>
                  </a:lnTo>
                  <a:lnTo>
                    <a:pt x="2632"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1" name="Google Shape;4761;p52">
              <a:extLst>
                <a:ext uri="{FF2B5EF4-FFF2-40B4-BE49-F238E27FC236}">
                  <a16:creationId xmlns:a16="http://schemas.microsoft.com/office/drawing/2014/main" id="{DDAC34CF-4CC7-A229-ADDD-63A67A760A94}"/>
                </a:ext>
              </a:extLst>
            </p:cNvPr>
            <p:cNvSpPr/>
            <p:nvPr/>
          </p:nvSpPr>
          <p:spPr>
            <a:xfrm>
              <a:off x="5155321" y="4349937"/>
              <a:ext cx="158797" cy="2254"/>
            </a:xfrm>
            <a:custGeom>
              <a:avLst/>
              <a:gdLst/>
              <a:ahLst/>
              <a:cxnLst/>
              <a:rect l="l" t="t" r="r" b="b"/>
              <a:pathLst>
                <a:path w="4861" h="69" extrusionOk="0">
                  <a:moveTo>
                    <a:pt x="1" y="1"/>
                  </a:moveTo>
                  <a:lnTo>
                    <a:pt x="1" y="27"/>
                  </a:lnTo>
                  <a:lnTo>
                    <a:pt x="4861" y="69"/>
                  </a:lnTo>
                  <a:lnTo>
                    <a:pt x="4861" y="27"/>
                  </a:lnTo>
                  <a:lnTo>
                    <a:pt x="1" y="1"/>
                  </a:lnTo>
                  <a:close/>
                </a:path>
              </a:pathLst>
            </a:custGeom>
            <a:solidFill>
              <a:srgbClr val="C9C9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2" name="Google Shape;4762;p52">
              <a:extLst>
                <a:ext uri="{FF2B5EF4-FFF2-40B4-BE49-F238E27FC236}">
                  <a16:creationId xmlns:a16="http://schemas.microsoft.com/office/drawing/2014/main" id="{598AEAD3-BF62-9A51-6626-FC60610D86D0}"/>
                </a:ext>
              </a:extLst>
            </p:cNvPr>
            <p:cNvSpPr/>
            <p:nvPr/>
          </p:nvSpPr>
          <p:spPr>
            <a:xfrm>
              <a:off x="5155321" y="3315721"/>
              <a:ext cx="181239" cy="1035070"/>
            </a:xfrm>
            <a:custGeom>
              <a:avLst/>
              <a:gdLst/>
              <a:ahLst/>
              <a:cxnLst/>
              <a:rect l="l" t="t" r="r" b="b"/>
              <a:pathLst>
                <a:path w="5548" h="31685" extrusionOk="0">
                  <a:moveTo>
                    <a:pt x="2632" y="1"/>
                  </a:moveTo>
                  <a:lnTo>
                    <a:pt x="1" y="31659"/>
                  </a:lnTo>
                  <a:lnTo>
                    <a:pt x="4861" y="31685"/>
                  </a:lnTo>
                  <a:lnTo>
                    <a:pt x="5548" y="14"/>
                  </a:lnTo>
                  <a:lnTo>
                    <a:pt x="2632" y="1"/>
                  </a:lnTo>
                  <a:close/>
                </a:path>
              </a:pathLst>
            </a:custGeom>
            <a:solidFill>
              <a:srgbClr val="9293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3" name="Google Shape;4763;p52">
              <a:extLst>
                <a:ext uri="{FF2B5EF4-FFF2-40B4-BE49-F238E27FC236}">
                  <a16:creationId xmlns:a16="http://schemas.microsoft.com/office/drawing/2014/main" id="{3BD5A033-4D70-66F6-9B59-51DE746F2E7E}"/>
                </a:ext>
              </a:extLst>
            </p:cNvPr>
            <p:cNvSpPr/>
            <p:nvPr/>
          </p:nvSpPr>
          <p:spPr>
            <a:xfrm>
              <a:off x="5216606" y="3564458"/>
              <a:ext cx="226745" cy="61742"/>
            </a:xfrm>
            <a:custGeom>
              <a:avLst/>
              <a:gdLst/>
              <a:ahLst/>
              <a:cxnLst/>
              <a:rect l="l" t="t" r="r" b="b"/>
              <a:pathLst>
                <a:path w="6941" h="1890" extrusionOk="0">
                  <a:moveTo>
                    <a:pt x="150" y="1"/>
                  </a:moveTo>
                  <a:lnTo>
                    <a:pt x="1" y="1838"/>
                  </a:lnTo>
                  <a:lnTo>
                    <a:pt x="3471" y="1864"/>
                  </a:lnTo>
                  <a:lnTo>
                    <a:pt x="6941" y="1890"/>
                  </a:lnTo>
                  <a:lnTo>
                    <a:pt x="6873" y="43"/>
                  </a:lnTo>
                  <a:lnTo>
                    <a:pt x="3510" y="27"/>
                  </a:lnTo>
                  <a:lnTo>
                    <a:pt x="150"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4" name="Google Shape;4764;p52">
              <a:extLst>
                <a:ext uri="{FF2B5EF4-FFF2-40B4-BE49-F238E27FC236}">
                  <a16:creationId xmlns:a16="http://schemas.microsoft.com/office/drawing/2014/main" id="{AC336C94-788F-DAFB-B9F1-6C241FADC59D}"/>
                </a:ext>
              </a:extLst>
            </p:cNvPr>
            <p:cNvSpPr/>
            <p:nvPr/>
          </p:nvSpPr>
          <p:spPr>
            <a:xfrm>
              <a:off x="5202526" y="3705129"/>
              <a:ext cx="247391" cy="89150"/>
            </a:xfrm>
            <a:custGeom>
              <a:avLst/>
              <a:gdLst/>
              <a:ahLst/>
              <a:cxnLst/>
              <a:rect l="l" t="t" r="r" b="b"/>
              <a:pathLst>
                <a:path w="7573" h="2729" extrusionOk="0">
                  <a:moveTo>
                    <a:pt x="215" y="1"/>
                  </a:moveTo>
                  <a:lnTo>
                    <a:pt x="1" y="2687"/>
                  </a:lnTo>
                  <a:lnTo>
                    <a:pt x="3792" y="2716"/>
                  </a:lnTo>
                  <a:lnTo>
                    <a:pt x="7573" y="2729"/>
                  </a:lnTo>
                  <a:lnTo>
                    <a:pt x="7479" y="43"/>
                  </a:lnTo>
                  <a:lnTo>
                    <a:pt x="3847" y="14"/>
                  </a:lnTo>
                  <a:lnTo>
                    <a:pt x="215"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5" name="Google Shape;4765;p52">
              <a:extLst>
                <a:ext uri="{FF2B5EF4-FFF2-40B4-BE49-F238E27FC236}">
                  <a16:creationId xmlns:a16="http://schemas.microsoft.com/office/drawing/2014/main" id="{E467C905-2040-5443-69D6-8CB7E2305484}"/>
                </a:ext>
              </a:extLst>
            </p:cNvPr>
            <p:cNvSpPr/>
            <p:nvPr/>
          </p:nvSpPr>
          <p:spPr>
            <a:xfrm>
              <a:off x="4266218" y="3014447"/>
              <a:ext cx="317561" cy="253532"/>
            </a:xfrm>
            <a:custGeom>
              <a:avLst/>
              <a:gdLst/>
              <a:ahLst/>
              <a:cxnLst/>
              <a:rect l="l" t="t" r="r" b="b"/>
              <a:pathLst>
                <a:path w="9721" h="7761" extrusionOk="0">
                  <a:moveTo>
                    <a:pt x="9154" y="1"/>
                  </a:moveTo>
                  <a:cubicBezTo>
                    <a:pt x="6792" y="1"/>
                    <a:pt x="4767" y="1443"/>
                    <a:pt x="3915" y="3510"/>
                  </a:cubicBezTo>
                  <a:cubicBezTo>
                    <a:pt x="3779" y="3497"/>
                    <a:pt x="3633" y="3484"/>
                    <a:pt x="3497" y="3484"/>
                  </a:cubicBezTo>
                  <a:cubicBezTo>
                    <a:pt x="1566" y="3484"/>
                    <a:pt x="1" y="5049"/>
                    <a:pt x="1" y="6967"/>
                  </a:cubicBezTo>
                  <a:lnTo>
                    <a:pt x="1" y="6980"/>
                  </a:lnTo>
                  <a:cubicBezTo>
                    <a:pt x="1" y="7249"/>
                    <a:pt x="40" y="7518"/>
                    <a:pt x="95" y="7761"/>
                  </a:cubicBezTo>
                  <a:lnTo>
                    <a:pt x="9721" y="7761"/>
                  </a:lnTo>
                  <a:lnTo>
                    <a:pt x="9721" y="5574"/>
                  </a:lnTo>
                  <a:lnTo>
                    <a:pt x="9721" y="40"/>
                  </a:lnTo>
                  <a:lnTo>
                    <a:pt x="9721" y="27"/>
                  </a:lnTo>
                  <a:cubicBezTo>
                    <a:pt x="9530" y="14"/>
                    <a:pt x="9342" y="1"/>
                    <a:pt x="9154" y="1"/>
                  </a:cubicBez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6" name="Google Shape;4766;p52">
              <a:extLst>
                <a:ext uri="{FF2B5EF4-FFF2-40B4-BE49-F238E27FC236}">
                  <a16:creationId xmlns:a16="http://schemas.microsoft.com/office/drawing/2014/main" id="{BC88DE92-2EE0-5D96-5B0A-3CADBB64EE9B}"/>
                </a:ext>
              </a:extLst>
            </p:cNvPr>
            <p:cNvSpPr/>
            <p:nvPr/>
          </p:nvSpPr>
          <p:spPr>
            <a:xfrm>
              <a:off x="4579736" y="3013500"/>
              <a:ext cx="385509" cy="255427"/>
            </a:xfrm>
            <a:custGeom>
              <a:avLst/>
              <a:gdLst/>
              <a:ahLst/>
              <a:cxnLst/>
              <a:rect l="l" t="t" r="r" b="b"/>
              <a:pathLst>
                <a:path w="11801" h="7819" extrusionOk="0">
                  <a:moveTo>
                    <a:pt x="1" y="1"/>
                  </a:moveTo>
                  <a:lnTo>
                    <a:pt x="1" y="14"/>
                  </a:lnTo>
                  <a:lnTo>
                    <a:pt x="1" y="5603"/>
                  </a:lnTo>
                  <a:lnTo>
                    <a:pt x="1" y="7819"/>
                  </a:lnTo>
                  <a:lnTo>
                    <a:pt x="7670" y="7819"/>
                  </a:lnTo>
                  <a:cubicBezTo>
                    <a:pt x="7709" y="7790"/>
                    <a:pt x="7751" y="7751"/>
                    <a:pt x="7790" y="7725"/>
                  </a:cubicBezTo>
                  <a:cubicBezTo>
                    <a:pt x="7806" y="7751"/>
                    <a:pt x="7819" y="7790"/>
                    <a:pt x="7832" y="7819"/>
                  </a:cubicBezTo>
                  <a:lnTo>
                    <a:pt x="11639" y="7819"/>
                  </a:lnTo>
                  <a:cubicBezTo>
                    <a:pt x="11746" y="7576"/>
                    <a:pt x="11801" y="7304"/>
                    <a:pt x="11801" y="7022"/>
                  </a:cubicBezTo>
                  <a:cubicBezTo>
                    <a:pt x="11801" y="5875"/>
                    <a:pt x="10884" y="4955"/>
                    <a:pt x="9734" y="4955"/>
                  </a:cubicBezTo>
                  <a:cubicBezTo>
                    <a:pt x="9329" y="4955"/>
                    <a:pt x="8953" y="5065"/>
                    <a:pt x="8642" y="5266"/>
                  </a:cubicBezTo>
                  <a:cubicBezTo>
                    <a:pt x="8438" y="3944"/>
                    <a:pt x="7291" y="2930"/>
                    <a:pt x="5914" y="2930"/>
                  </a:cubicBezTo>
                  <a:cubicBezTo>
                    <a:pt x="5441" y="2930"/>
                    <a:pt x="4997" y="3053"/>
                    <a:pt x="4605" y="3254"/>
                  </a:cubicBezTo>
                  <a:cubicBezTo>
                    <a:pt x="3769" y="1488"/>
                    <a:pt x="2039" y="205"/>
                    <a:pt x="1" y="1"/>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7" name="Google Shape;4767;p52">
              <a:extLst>
                <a:ext uri="{FF2B5EF4-FFF2-40B4-BE49-F238E27FC236}">
                  <a16:creationId xmlns:a16="http://schemas.microsoft.com/office/drawing/2014/main" id="{132DDA72-1ED4-A56D-55E4-C1BBDFC7F043}"/>
                </a:ext>
              </a:extLst>
            </p:cNvPr>
            <p:cNvSpPr/>
            <p:nvPr/>
          </p:nvSpPr>
          <p:spPr>
            <a:xfrm>
              <a:off x="5532776" y="3777950"/>
              <a:ext cx="760420" cy="572857"/>
            </a:xfrm>
            <a:custGeom>
              <a:avLst/>
              <a:gdLst/>
              <a:ahLst/>
              <a:cxnLst/>
              <a:rect l="l" t="t" r="r" b="b"/>
              <a:pathLst>
                <a:path w="18903" h="17536" extrusionOk="0">
                  <a:moveTo>
                    <a:pt x="0" y="1"/>
                  </a:moveTo>
                  <a:lnTo>
                    <a:pt x="0" y="17536"/>
                  </a:lnTo>
                  <a:lnTo>
                    <a:pt x="18903" y="17536"/>
                  </a:lnTo>
                  <a:lnTo>
                    <a:pt x="18903" y="1"/>
                  </a:ln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8" name="Google Shape;4768;p52">
              <a:extLst>
                <a:ext uri="{FF2B5EF4-FFF2-40B4-BE49-F238E27FC236}">
                  <a16:creationId xmlns:a16="http://schemas.microsoft.com/office/drawing/2014/main" id="{759A6D9C-5694-A5E4-0E42-BB58E0E73B7E}"/>
                </a:ext>
              </a:extLst>
            </p:cNvPr>
            <p:cNvSpPr/>
            <p:nvPr/>
          </p:nvSpPr>
          <p:spPr>
            <a:xfrm>
              <a:off x="5506832" y="3765565"/>
              <a:ext cx="668116" cy="24697"/>
            </a:xfrm>
            <a:custGeom>
              <a:avLst/>
              <a:gdLst/>
              <a:ahLst/>
              <a:cxnLst/>
              <a:rect l="l" t="t" r="r" b="b"/>
              <a:pathLst>
                <a:path w="20452" h="756" extrusionOk="0">
                  <a:moveTo>
                    <a:pt x="377" y="1"/>
                  </a:moveTo>
                  <a:cubicBezTo>
                    <a:pt x="163" y="1"/>
                    <a:pt x="1" y="176"/>
                    <a:pt x="1" y="380"/>
                  </a:cubicBezTo>
                  <a:cubicBezTo>
                    <a:pt x="1" y="581"/>
                    <a:pt x="163" y="756"/>
                    <a:pt x="377" y="756"/>
                  </a:cubicBezTo>
                  <a:lnTo>
                    <a:pt x="20072" y="756"/>
                  </a:lnTo>
                  <a:cubicBezTo>
                    <a:pt x="20289" y="756"/>
                    <a:pt x="20451" y="581"/>
                    <a:pt x="20451" y="380"/>
                  </a:cubicBezTo>
                  <a:cubicBezTo>
                    <a:pt x="20451" y="176"/>
                    <a:pt x="20289" y="1"/>
                    <a:pt x="20072" y="1"/>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9" name="Google Shape;4769;p52">
              <a:extLst>
                <a:ext uri="{FF2B5EF4-FFF2-40B4-BE49-F238E27FC236}">
                  <a16:creationId xmlns:a16="http://schemas.microsoft.com/office/drawing/2014/main" id="{339B990C-CBB2-CE59-B913-8ECE80F26D05}"/>
                </a:ext>
              </a:extLst>
            </p:cNvPr>
            <p:cNvSpPr/>
            <p:nvPr/>
          </p:nvSpPr>
          <p:spPr>
            <a:xfrm>
              <a:off x="6254338" y="3888660"/>
              <a:ext cx="38874" cy="57299"/>
            </a:xfrm>
            <a:custGeom>
              <a:avLst/>
              <a:gdLst/>
              <a:ahLst/>
              <a:cxnLst/>
              <a:rect l="l" t="t" r="r" b="b"/>
              <a:pathLst>
                <a:path w="1190" h="1754" extrusionOk="0">
                  <a:moveTo>
                    <a:pt x="0" y="1"/>
                  </a:moveTo>
                  <a:lnTo>
                    <a:pt x="0" y="1754"/>
                  </a:lnTo>
                  <a:lnTo>
                    <a:pt x="1190" y="1754"/>
                  </a:lnTo>
                  <a:lnTo>
                    <a:pt x="1190"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0" name="Google Shape;4770;p52">
              <a:extLst>
                <a:ext uri="{FF2B5EF4-FFF2-40B4-BE49-F238E27FC236}">
                  <a16:creationId xmlns:a16="http://schemas.microsoft.com/office/drawing/2014/main" id="{525DCD55-ADB1-6669-E7B2-639C58B34917}"/>
                </a:ext>
              </a:extLst>
            </p:cNvPr>
            <p:cNvSpPr/>
            <p:nvPr/>
          </p:nvSpPr>
          <p:spPr>
            <a:xfrm>
              <a:off x="5998491" y="3888660"/>
              <a:ext cx="38874" cy="57299"/>
            </a:xfrm>
            <a:custGeom>
              <a:avLst/>
              <a:gdLst/>
              <a:ahLst/>
              <a:cxnLst/>
              <a:rect l="l" t="t" r="r" b="b"/>
              <a:pathLst>
                <a:path w="1190" h="1754" extrusionOk="0">
                  <a:moveTo>
                    <a:pt x="0" y="1"/>
                  </a:moveTo>
                  <a:lnTo>
                    <a:pt x="0" y="1754"/>
                  </a:lnTo>
                  <a:lnTo>
                    <a:pt x="1189" y="1754"/>
                  </a:lnTo>
                  <a:lnTo>
                    <a:pt x="1189"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1" name="Google Shape;4771;p52">
              <a:extLst>
                <a:ext uri="{FF2B5EF4-FFF2-40B4-BE49-F238E27FC236}">
                  <a16:creationId xmlns:a16="http://schemas.microsoft.com/office/drawing/2014/main" id="{5FBD9EFE-2281-561D-4D5D-136530D2A8F0}"/>
                </a:ext>
              </a:extLst>
            </p:cNvPr>
            <p:cNvSpPr/>
            <p:nvPr/>
          </p:nvSpPr>
          <p:spPr>
            <a:xfrm>
              <a:off x="5928418" y="3888660"/>
              <a:ext cx="38352" cy="57299"/>
            </a:xfrm>
            <a:custGeom>
              <a:avLst/>
              <a:gdLst/>
              <a:ahLst/>
              <a:cxnLst/>
              <a:rect l="l" t="t" r="r" b="b"/>
              <a:pathLst>
                <a:path w="1174" h="1754" extrusionOk="0">
                  <a:moveTo>
                    <a:pt x="1" y="1"/>
                  </a:moveTo>
                  <a:lnTo>
                    <a:pt x="1" y="1754"/>
                  </a:lnTo>
                  <a:lnTo>
                    <a:pt x="1173" y="1754"/>
                  </a:lnTo>
                  <a:lnTo>
                    <a:pt x="1173"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2" name="Google Shape;4772;p52">
              <a:extLst>
                <a:ext uri="{FF2B5EF4-FFF2-40B4-BE49-F238E27FC236}">
                  <a16:creationId xmlns:a16="http://schemas.microsoft.com/office/drawing/2014/main" id="{B85F1831-FF85-6142-5BB2-0B5BC1BBF67D}"/>
                </a:ext>
              </a:extLst>
            </p:cNvPr>
            <p:cNvSpPr/>
            <p:nvPr/>
          </p:nvSpPr>
          <p:spPr>
            <a:xfrm>
              <a:off x="5857821" y="3888660"/>
              <a:ext cx="38450" cy="57299"/>
            </a:xfrm>
            <a:custGeom>
              <a:avLst/>
              <a:gdLst/>
              <a:ahLst/>
              <a:cxnLst/>
              <a:rect l="l" t="t" r="r" b="b"/>
              <a:pathLst>
                <a:path w="1177" h="1754" extrusionOk="0">
                  <a:moveTo>
                    <a:pt x="0" y="1"/>
                  </a:moveTo>
                  <a:lnTo>
                    <a:pt x="0" y="1754"/>
                  </a:lnTo>
                  <a:lnTo>
                    <a:pt x="1177" y="1754"/>
                  </a:lnTo>
                  <a:lnTo>
                    <a:pt x="1177"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3" name="Google Shape;4773;p52">
              <a:extLst>
                <a:ext uri="{FF2B5EF4-FFF2-40B4-BE49-F238E27FC236}">
                  <a16:creationId xmlns:a16="http://schemas.microsoft.com/office/drawing/2014/main" id="{8DD06FC3-D780-E073-D0F6-AF834633B04D}"/>
                </a:ext>
              </a:extLst>
            </p:cNvPr>
            <p:cNvSpPr/>
            <p:nvPr/>
          </p:nvSpPr>
          <p:spPr>
            <a:xfrm>
              <a:off x="5787323" y="3888660"/>
              <a:ext cx="38352" cy="57299"/>
            </a:xfrm>
            <a:custGeom>
              <a:avLst/>
              <a:gdLst/>
              <a:ahLst/>
              <a:cxnLst/>
              <a:rect l="l" t="t" r="r" b="b"/>
              <a:pathLst>
                <a:path w="1174" h="1754" extrusionOk="0">
                  <a:moveTo>
                    <a:pt x="1" y="1"/>
                  </a:moveTo>
                  <a:lnTo>
                    <a:pt x="1" y="1754"/>
                  </a:lnTo>
                  <a:lnTo>
                    <a:pt x="1174" y="1754"/>
                  </a:lnTo>
                  <a:lnTo>
                    <a:pt x="1174"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4" name="Google Shape;4774;p52">
              <a:extLst>
                <a:ext uri="{FF2B5EF4-FFF2-40B4-BE49-F238E27FC236}">
                  <a16:creationId xmlns:a16="http://schemas.microsoft.com/office/drawing/2014/main" id="{B4839185-7FFB-7E1F-4794-4B9056A7B8B6}"/>
                </a:ext>
              </a:extLst>
            </p:cNvPr>
            <p:cNvSpPr/>
            <p:nvPr/>
          </p:nvSpPr>
          <p:spPr>
            <a:xfrm>
              <a:off x="5716727" y="3888660"/>
              <a:ext cx="38352" cy="57299"/>
            </a:xfrm>
            <a:custGeom>
              <a:avLst/>
              <a:gdLst/>
              <a:ahLst/>
              <a:cxnLst/>
              <a:rect l="l" t="t" r="r" b="b"/>
              <a:pathLst>
                <a:path w="1174" h="1754" extrusionOk="0">
                  <a:moveTo>
                    <a:pt x="1" y="1"/>
                  </a:moveTo>
                  <a:lnTo>
                    <a:pt x="1" y="1754"/>
                  </a:lnTo>
                  <a:lnTo>
                    <a:pt x="1173" y="1754"/>
                  </a:lnTo>
                  <a:lnTo>
                    <a:pt x="1173"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5" name="Google Shape;4775;p52">
              <a:extLst>
                <a:ext uri="{FF2B5EF4-FFF2-40B4-BE49-F238E27FC236}">
                  <a16:creationId xmlns:a16="http://schemas.microsoft.com/office/drawing/2014/main" id="{B4CC88BB-DFD7-8E2F-2936-97F15BA02144}"/>
                </a:ext>
              </a:extLst>
            </p:cNvPr>
            <p:cNvSpPr/>
            <p:nvPr/>
          </p:nvSpPr>
          <p:spPr>
            <a:xfrm>
              <a:off x="5646130" y="3888660"/>
              <a:ext cx="38874" cy="57299"/>
            </a:xfrm>
            <a:custGeom>
              <a:avLst/>
              <a:gdLst/>
              <a:ahLst/>
              <a:cxnLst/>
              <a:rect l="l" t="t" r="r" b="b"/>
              <a:pathLst>
                <a:path w="1190" h="1754" extrusionOk="0">
                  <a:moveTo>
                    <a:pt x="1" y="1"/>
                  </a:moveTo>
                  <a:lnTo>
                    <a:pt x="1" y="1754"/>
                  </a:lnTo>
                  <a:lnTo>
                    <a:pt x="1190" y="1754"/>
                  </a:lnTo>
                  <a:lnTo>
                    <a:pt x="1190"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6" name="Google Shape;4776;p52">
              <a:extLst>
                <a:ext uri="{FF2B5EF4-FFF2-40B4-BE49-F238E27FC236}">
                  <a16:creationId xmlns:a16="http://schemas.microsoft.com/office/drawing/2014/main" id="{2FC4C00B-035C-AE19-B130-778A491B48F9}"/>
                </a:ext>
              </a:extLst>
            </p:cNvPr>
            <p:cNvSpPr/>
            <p:nvPr/>
          </p:nvSpPr>
          <p:spPr>
            <a:xfrm>
              <a:off x="5575632" y="3888660"/>
              <a:ext cx="38776" cy="57299"/>
            </a:xfrm>
            <a:custGeom>
              <a:avLst/>
              <a:gdLst/>
              <a:ahLst/>
              <a:cxnLst/>
              <a:rect l="l" t="t" r="r" b="b"/>
              <a:pathLst>
                <a:path w="1187" h="1754" extrusionOk="0">
                  <a:moveTo>
                    <a:pt x="1" y="1"/>
                  </a:moveTo>
                  <a:lnTo>
                    <a:pt x="1" y="1754"/>
                  </a:lnTo>
                  <a:lnTo>
                    <a:pt x="1187" y="1754"/>
                  </a:lnTo>
                  <a:lnTo>
                    <a:pt x="1187"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7" name="Google Shape;4777;p52">
              <a:extLst>
                <a:ext uri="{FF2B5EF4-FFF2-40B4-BE49-F238E27FC236}">
                  <a16:creationId xmlns:a16="http://schemas.microsoft.com/office/drawing/2014/main" id="{871F6660-E203-F895-0930-5D06B11DC771}"/>
                </a:ext>
              </a:extLst>
            </p:cNvPr>
            <p:cNvSpPr/>
            <p:nvPr/>
          </p:nvSpPr>
          <p:spPr>
            <a:xfrm>
              <a:off x="6254338" y="3998850"/>
              <a:ext cx="38874" cy="57397"/>
            </a:xfrm>
            <a:custGeom>
              <a:avLst/>
              <a:gdLst/>
              <a:ahLst/>
              <a:cxnLst/>
              <a:rect l="l" t="t" r="r" b="b"/>
              <a:pathLst>
                <a:path w="1190" h="1757" extrusionOk="0">
                  <a:moveTo>
                    <a:pt x="0" y="1"/>
                  </a:moveTo>
                  <a:lnTo>
                    <a:pt x="0" y="1757"/>
                  </a:lnTo>
                  <a:lnTo>
                    <a:pt x="1190" y="1757"/>
                  </a:lnTo>
                  <a:lnTo>
                    <a:pt x="1190"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8" name="Google Shape;4778;p52">
              <a:extLst>
                <a:ext uri="{FF2B5EF4-FFF2-40B4-BE49-F238E27FC236}">
                  <a16:creationId xmlns:a16="http://schemas.microsoft.com/office/drawing/2014/main" id="{B85EFEF1-D342-969C-0934-77FA7ADDE63D}"/>
                </a:ext>
              </a:extLst>
            </p:cNvPr>
            <p:cNvSpPr/>
            <p:nvPr/>
          </p:nvSpPr>
          <p:spPr>
            <a:xfrm>
              <a:off x="5998491" y="3998850"/>
              <a:ext cx="38874" cy="57397"/>
            </a:xfrm>
            <a:custGeom>
              <a:avLst/>
              <a:gdLst/>
              <a:ahLst/>
              <a:cxnLst/>
              <a:rect l="l" t="t" r="r" b="b"/>
              <a:pathLst>
                <a:path w="1190" h="1757" extrusionOk="0">
                  <a:moveTo>
                    <a:pt x="0" y="1"/>
                  </a:moveTo>
                  <a:lnTo>
                    <a:pt x="0" y="1757"/>
                  </a:lnTo>
                  <a:lnTo>
                    <a:pt x="1189" y="1757"/>
                  </a:lnTo>
                  <a:lnTo>
                    <a:pt x="1189"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9" name="Google Shape;4779;p52">
              <a:extLst>
                <a:ext uri="{FF2B5EF4-FFF2-40B4-BE49-F238E27FC236}">
                  <a16:creationId xmlns:a16="http://schemas.microsoft.com/office/drawing/2014/main" id="{9671A296-867A-48C0-1A62-800416ABBA85}"/>
                </a:ext>
              </a:extLst>
            </p:cNvPr>
            <p:cNvSpPr/>
            <p:nvPr/>
          </p:nvSpPr>
          <p:spPr>
            <a:xfrm>
              <a:off x="5928418" y="3998850"/>
              <a:ext cx="38352" cy="57397"/>
            </a:xfrm>
            <a:custGeom>
              <a:avLst/>
              <a:gdLst/>
              <a:ahLst/>
              <a:cxnLst/>
              <a:rect l="l" t="t" r="r" b="b"/>
              <a:pathLst>
                <a:path w="1174" h="1757" extrusionOk="0">
                  <a:moveTo>
                    <a:pt x="1" y="1"/>
                  </a:moveTo>
                  <a:lnTo>
                    <a:pt x="1" y="1757"/>
                  </a:lnTo>
                  <a:lnTo>
                    <a:pt x="1173" y="1757"/>
                  </a:lnTo>
                  <a:lnTo>
                    <a:pt x="1173"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0" name="Google Shape;4780;p52">
              <a:extLst>
                <a:ext uri="{FF2B5EF4-FFF2-40B4-BE49-F238E27FC236}">
                  <a16:creationId xmlns:a16="http://schemas.microsoft.com/office/drawing/2014/main" id="{C24CDE36-8F82-95D7-2DBA-B6BCF7B3FB13}"/>
                </a:ext>
              </a:extLst>
            </p:cNvPr>
            <p:cNvSpPr/>
            <p:nvPr/>
          </p:nvSpPr>
          <p:spPr>
            <a:xfrm>
              <a:off x="5857821" y="3998850"/>
              <a:ext cx="38450" cy="57397"/>
            </a:xfrm>
            <a:custGeom>
              <a:avLst/>
              <a:gdLst/>
              <a:ahLst/>
              <a:cxnLst/>
              <a:rect l="l" t="t" r="r" b="b"/>
              <a:pathLst>
                <a:path w="1177" h="1757" extrusionOk="0">
                  <a:moveTo>
                    <a:pt x="0" y="1"/>
                  </a:moveTo>
                  <a:lnTo>
                    <a:pt x="0" y="1757"/>
                  </a:lnTo>
                  <a:lnTo>
                    <a:pt x="1177" y="1757"/>
                  </a:lnTo>
                  <a:lnTo>
                    <a:pt x="1177"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1" name="Google Shape;4781;p52">
              <a:extLst>
                <a:ext uri="{FF2B5EF4-FFF2-40B4-BE49-F238E27FC236}">
                  <a16:creationId xmlns:a16="http://schemas.microsoft.com/office/drawing/2014/main" id="{9ED90AC7-1D73-E899-EF19-11579D79D878}"/>
                </a:ext>
              </a:extLst>
            </p:cNvPr>
            <p:cNvSpPr/>
            <p:nvPr/>
          </p:nvSpPr>
          <p:spPr>
            <a:xfrm>
              <a:off x="5787323" y="3998850"/>
              <a:ext cx="38352" cy="57397"/>
            </a:xfrm>
            <a:custGeom>
              <a:avLst/>
              <a:gdLst/>
              <a:ahLst/>
              <a:cxnLst/>
              <a:rect l="l" t="t" r="r" b="b"/>
              <a:pathLst>
                <a:path w="1174" h="1757" extrusionOk="0">
                  <a:moveTo>
                    <a:pt x="1" y="1"/>
                  </a:moveTo>
                  <a:lnTo>
                    <a:pt x="1" y="1757"/>
                  </a:lnTo>
                  <a:lnTo>
                    <a:pt x="1174" y="1757"/>
                  </a:lnTo>
                  <a:lnTo>
                    <a:pt x="1174"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2" name="Google Shape;4782;p52">
              <a:extLst>
                <a:ext uri="{FF2B5EF4-FFF2-40B4-BE49-F238E27FC236}">
                  <a16:creationId xmlns:a16="http://schemas.microsoft.com/office/drawing/2014/main" id="{539DCA9C-0024-18D4-CAA9-01DD7F117E15}"/>
                </a:ext>
              </a:extLst>
            </p:cNvPr>
            <p:cNvSpPr/>
            <p:nvPr/>
          </p:nvSpPr>
          <p:spPr>
            <a:xfrm>
              <a:off x="5716727" y="3998850"/>
              <a:ext cx="38352" cy="57397"/>
            </a:xfrm>
            <a:custGeom>
              <a:avLst/>
              <a:gdLst/>
              <a:ahLst/>
              <a:cxnLst/>
              <a:rect l="l" t="t" r="r" b="b"/>
              <a:pathLst>
                <a:path w="1174" h="1757" extrusionOk="0">
                  <a:moveTo>
                    <a:pt x="1" y="1"/>
                  </a:moveTo>
                  <a:lnTo>
                    <a:pt x="1" y="1757"/>
                  </a:lnTo>
                  <a:lnTo>
                    <a:pt x="1173" y="1757"/>
                  </a:lnTo>
                  <a:lnTo>
                    <a:pt x="1173"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3" name="Google Shape;4783;p52">
              <a:extLst>
                <a:ext uri="{FF2B5EF4-FFF2-40B4-BE49-F238E27FC236}">
                  <a16:creationId xmlns:a16="http://schemas.microsoft.com/office/drawing/2014/main" id="{64FE3C45-707C-EF0C-2583-7F5A57578931}"/>
                </a:ext>
              </a:extLst>
            </p:cNvPr>
            <p:cNvSpPr/>
            <p:nvPr/>
          </p:nvSpPr>
          <p:spPr>
            <a:xfrm>
              <a:off x="5646130" y="3998850"/>
              <a:ext cx="38874" cy="57397"/>
            </a:xfrm>
            <a:custGeom>
              <a:avLst/>
              <a:gdLst/>
              <a:ahLst/>
              <a:cxnLst/>
              <a:rect l="l" t="t" r="r" b="b"/>
              <a:pathLst>
                <a:path w="1190" h="1757" extrusionOk="0">
                  <a:moveTo>
                    <a:pt x="1" y="1"/>
                  </a:moveTo>
                  <a:lnTo>
                    <a:pt x="1" y="1757"/>
                  </a:lnTo>
                  <a:lnTo>
                    <a:pt x="1190" y="1757"/>
                  </a:lnTo>
                  <a:lnTo>
                    <a:pt x="1190"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4" name="Google Shape;4784;p52">
              <a:extLst>
                <a:ext uri="{FF2B5EF4-FFF2-40B4-BE49-F238E27FC236}">
                  <a16:creationId xmlns:a16="http://schemas.microsoft.com/office/drawing/2014/main" id="{41E8D206-5681-2B12-3020-BC830DAE9BC3}"/>
                </a:ext>
              </a:extLst>
            </p:cNvPr>
            <p:cNvSpPr/>
            <p:nvPr/>
          </p:nvSpPr>
          <p:spPr>
            <a:xfrm>
              <a:off x="5575632" y="3998850"/>
              <a:ext cx="38776" cy="57397"/>
            </a:xfrm>
            <a:custGeom>
              <a:avLst/>
              <a:gdLst/>
              <a:ahLst/>
              <a:cxnLst/>
              <a:rect l="l" t="t" r="r" b="b"/>
              <a:pathLst>
                <a:path w="1187" h="1757" extrusionOk="0">
                  <a:moveTo>
                    <a:pt x="1" y="1"/>
                  </a:moveTo>
                  <a:lnTo>
                    <a:pt x="1" y="1757"/>
                  </a:lnTo>
                  <a:lnTo>
                    <a:pt x="1187" y="1757"/>
                  </a:lnTo>
                  <a:lnTo>
                    <a:pt x="1187"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5" name="Google Shape;4785;p52">
              <a:extLst>
                <a:ext uri="{FF2B5EF4-FFF2-40B4-BE49-F238E27FC236}">
                  <a16:creationId xmlns:a16="http://schemas.microsoft.com/office/drawing/2014/main" id="{FB792A5A-D5B5-070B-9605-EF9EE8E6C79E}"/>
                </a:ext>
              </a:extLst>
            </p:cNvPr>
            <p:cNvSpPr/>
            <p:nvPr/>
          </p:nvSpPr>
          <p:spPr>
            <a:xfrm>
              <a:off x="6254338" y="4109139"/>
              <a:ext cx="38874" cy="57397"/>
            </a:xfrm>
            <a:custGeom>
              <a:avLst/>
              <a:gdLst/>
              <a:ahLst/>
              <a:cxnLst/>
              <a:rect l="l" t="t" r="r" b="b"/>
              <a:pathLst>
                <a:path w="1190" h="1757" extrusionOk="0">
                  <a:moveTo>
                    <a:pt x="0" y="1"/>
                  </a:moveTo>
                  <a:lnTo>
                    <a:pt x="0" y="1757"/>
                  </a:lnTo>
                  <a:lnTo>
                    <a:pt x="1190" y="1757"/>
                  </a:lnTo>
                  <a:lnTo>
                    <a:pt x="1190"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6" name="Google Shape;4786;p52">
              <a:extLst>
                <a:ext uri="{FF2B5EF4-FFF2-40B4-BE49-F238E27FC236}">
                  <a16:creationId xmlns:a16="http://schemas.microsoft.com/office/drawing/2014/main" id="{39434382-30CE-91D2-C57B-1DBAB7D7A28F}"/>
                </a:ext>
              </a:extLst>
            </p:cNvPr>
            <p:cNvSpPr/>
            <p:nvPr/>
          </p:nvSpPr>
          <p:spPr>
            <a:xfrm>
              <a:off x="5998491" y="4109139"/>
              <a:ext cx="38874" cy="57397"/>
            </a:xfrm>
            <a:custGeom>
              <a:avLst/>
              <a:gdLst/>
              <a:ahLst/>
              <a:cxnLst/>
              <a:rect l="l" t="t" r="r" b="b"/>
              <a:pathLst>
                <a:path w="1190" h="1757" extrusionOk="0">
                  <a:moveTo>
                    <a:pt x="0" y="1"/>
                  </a:moveTo>
                  <a:lnTo>
                    <a:pt x="0" y="1757"/>
                  </a:lnTo>
                  <a:lnTo>
                    <a:pt x="1189" y="1757"/>
                  </a:lnTo>
                  <a:lnTo>
                    <a:pt x="1189"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7" name="Google Shape;4787;p52">
              <a:extLst>
                <a:ext uri="{FF2B5EF4-FFF2-40B4-BE49-F238E27FC236}">
                  <a16:creationId xmlns:a16="http://schemas.microsoft.com/office/drawing/2014/main" id="{75F0C274-82C2-F79E-46B2-A1AC07248445}"/>
                </a:ext>
              </a:extLst>
            </p:cNvPr>
            <p:cNvSpPr/>
            <p:nvPr/>
          </p:nvSpPr>
          <p:spPr>
            <a:xfrm>
              <a:off x="5928418" y="4109139"/>
              <a:ext cx="38352" cy="57397"/>
            </a:xfrm>
            <a:custGeom>
              <a:avLst/>
              <a:gdLst/>
              <a:ahLst/>
              <a:cxnLst/>
              <a:rect l="l" t="t" r="r" b="b"/>
              <a:pathLst>
                <a:path w="1174" h="1757" extrusionOk="0">
                  <a:moveTo>
                    <a:pt x="1" y="1"/>
                  </a:moveTo>
                  <a:lnTo>
                    <a:pt x="1" y="1757"/>
                  </a:lnTo>
                  <a:lnTo>
                    <a:pt x="1173" y="1757"/>
                  </a:lnTo>
                  <a:lnTo>
                    <a:pt x="1173"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8" name="Google Shape;4788;p52">
              <a:extLst>
                <a:ext uri="{FF2B5EF4-FFF2-40B4-BE49-F238E27FC236}">
                  <a16:creationId xmlns:a16="http://schemas.microsoft.com/office/drawing/2014/main" id="{06DDF561-C298-6EFB-5588-BF305E684592}"/>
                </a:ext>
              </a:extLst>
            </p:cNvPr>
            <p:cNvSpPr/>
            <p:nvPr/>
          </p:nvSpPr>
          <p:spPr>
            <a:xfrm>
              <a:off x="5857821" y="4109139"/>
              <a:ext cx="38450" cy="57397"/>
            </a:xfrm>
            <a:custGeom>
              <a:avLst/>
              <a:gdLst/>
              <a:ahLst/>
              <a:cxnLst/>
              <a:rect l="l" t="t" r="r" b="b"/>
              <a:pathLst>
                <a:path w="1177" h="1757" extrusionOk="0">
                  <a:moveTo>
                    <a:pt x="0" y="1"/>
                  </a:moveTo>
                  <a:lnTo>
                    <a:pt x="0" y="1757"/>
                  </a:lnTo>
                  <a:lnTo>
                    <a:pt x="1177" y="1757"/>
                  </a:lnTo>
                  <a:lnTo>
                    <a:pt x="1177"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9" name="Google Shape;4789;p52">
              <a:extLst>
                <a:ext uri="{FF2B5EF4-FFF2-40B4-BE49-F238E27FC236}">
                  <a16:creationId xmlns:a16="http://schemas.microsoft.com/office/drawing/2014/main" id="{D174D1A4-ECB8-F071-B98E-315DE851FAE2}"/>
                </a:ext>
              </a:extLst>
            </p:cNvPr>
            <p:cNvSpPr/>
            <p:nvPr/>
          </p:nvSpPr>
          <p:spPr>
            <a:xfrm>
              <a:off x="5787323" y="4109139"/>
              <a:ext cx="38352" cy="57397"/>
            </a:xfrm>
            <a:custGeom>
              <a:avLst/>
              <a:gdLst/>
              <a:ahLst/>
              <a:cxnLst/>
              <a:rect l="l" t="t" r="r" b="b"/>
              <a:pathLst>
                <a:path w="1174" h="1757" extrusionOk="0">
                  <a:moveTo>
                    <a:pt x="1" y="1"/>
                  </a:moveTo>
                  <a:lnTo>
                    <a:pt x="1" y="1757"/>
                  </a:lnTo>
                  <a:lnTo>
                    <a:pt x="1174" y="1757"/>
                  </a:lnTo>
                  <a:lnTo>
                    <a:pt x="1174"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0" name="Google Shape;4790;p52">
              <a:extLst>
                <a:ext uri="{FF2B5EF4-FFF2-40B4-BE49-F238E27FC236}">
                  <a16:creationId xmlns:a16="http://schemas.microsoft.com/office/drawing/2014/main" id="{862A48C8-CACE-046C-A5A9-36EF51FBADC2}"/>
                </a:ext>
              </a:extLst>
            </p:cNvPr>
            <p:cNvSpPr/>
            <p:nvPr/>
          </p:nvSpPr>
          <p:spPr>
            <a:xfrm>
              <a:off x="5716727" y="4109139"/>
              <a:ext cx="38352" cy="57397"/>
            </a:xfrm>
            <a:custGeom>
              <a:avLst/>
              <a:gdLst/>
              <a:ahLst/>
              <a:cxnLst/>
              <a:rect l="l" t="t" r="r" b="b"/>
              <a:pathLst>
                <a:path w="1174" h="1757" extrusionOk="0">
                  <a:moveTo>
                    <a:pt x="1" y="1"/>
                  </a:moveTo>
                  <a:lnTo>
                    <a:pt x="1" y="1757"/>
                  </a:lnTo>
                  <a:lnTo>
                    <a:pt x="1173" y="1757"/>
                  </a:lnTo>
                  <a:lnTo>
                    <a:pt x="1173"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1" name="Google Shape;4791;p52">
              <a:extLst>
                <a:ext uri="{FF2B5EF4-FFF2-40B4-BE49-F238E27FC236}">
                  <a16:creationId xmlns:a16="http://schemas.microsoft.com/office/drawing/2014/main" id="{4D27184F-6A35-0FCA-CB45-432B813DD3F5}"/>
                </a:ext>
              </a:extLst>
            </p:cNvPr>
            <p:cNvSpPr/>
            <p:nvPr/>
          </p:nvSpPr>
          <p:spPr>
            <a:xfrm>
              <a:off x="5646130" y="4109139"/>
              <a:ext cx="38874" cy="57397"/>
            </a:xfrm>
            <a:custGeom>
              <a:avLst/>
              <a:gdLst/>
              <a:ahLst/>
              <a:cxnLst/>
              <a:rect l="l" t="t" r="r" b="b"/>
              <a:pathLst>
                <a:path w="1190" h="1757" extrusionOk="0">
                  <a:moveTo>
                    <a:pt x="1" y="1"/>
                  </a:moveTo>
                  <a:lnTo>
                    <a:pt x="1" y="1757"/>
                  </a:lnTo>
                  <a:lnTo>
                    <a:pt x="1190" y="1757"/>
                  </a:lnTo>
                  <a:lnTo>
                    <a:pt x="1190"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2" name="Google Shape;4792;p52">
              <a:extLst>
                <a:ext uri="{FF2B5EF4-FFF2-40B4-BE49-F238E27FC236}">
                  <a16:creationId xmlns:a16="http://schemas.microsoft.com/office/drawing/2014/main" id="{0C63AC8D-59B9-42BC-3003-17FF15923BA3}"/>
                </a:ext>
              </a:extLst>
            </p:cNvPr>
            <p:cNvSpPr/>
            <p:nvPr/>
          </p:nvSpPr>
          <p:spPr>
            <a:xfrm>
              <a:off x="5575632" y="4109139"/>
              <a:ext cx="38776" cy="57397"/>
            </a:xfrm>
            <a:custGeom>
              <a:avLst/>
              <a:gdLst/>
              <a:ahLst/>
              <a:cxnLst/>
              <a:rect l="l" t="t" r="r" b="b"/>
              <a:pathLst>
                <a:path w="1187" h="1757" extrusionOk="0">
                  <a:moveTo>
                    <a:pt x="1" y="1"/>
                  </a:moveTo>
                  <a:lnTo>
                    <a:pt x="1" y="1757"/>
                  </a:lnTo>
                  <a:lnTo>
                    <a:pt x="1187" y="1757"/>
                  </a:lnTo>
                  <a:lnTo>
                    <a:pt x="1187"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3" name="Google Shape;4793;p52">
              <a:extLst>
                <a:ext uri="{FF2B5EF4-FFF2-40B4-BE49-F238E27FC236}">
                  <a16:creationId xmlns:a16="http://schemas.microsoft.com/office/drawing/2014/main" id="{E78FC179-135F-9C8C-C977-EE4DB1C12EA5}"/>
                </a:ext>
              </a:extLst>
            </p:cNvPr>
            <p:cNvSpPr/>
            <p:nvPr/>
          </p:nvSpPr>
          <p:spPr>
            <a:xfrm>
              <a:off x="5133198" y="4308875"/>
              <a:ext cx="1350024" cy="37075"/>
            </a:xfrm>
            <a:custGeom>
              <a:avLst/>
              <a:gdLst/>
              <a:ahLst/>
              <a:cxnLst/>
              <a:rect l="l" t="t" r="r" b="b"/>
              <a:pathLst>
                <a:path w="28581" h="1135" extrusionOk="0">
                  <a:moveTo>
                    <a:pt x="1" y="1"/>
                  </a:moveTo>
                  <a:lnTo>
                    <a:pt x="1" y="1135"/>
                  </a:lnTo>
                  <a:lnTo>
                    <a:pt x="28580" y="1135"/>
                  </a:lnTo>
                  <a:lnTo>
                    <a:pt x="28580" y="1"/>
                  </a:ln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4" name="Google Shape;4794;p52">
              <a:extLst>
                <a:ext uri="{FF2B5EF4-FFF2-40B4-BE49-F238E27FC236}">
                  <a16:creationId xmlns:a16="http://schemas.microsoft.com/office/drawing/2014/main" id="{9FC4AA83-A67A-6245-27B8-8BB20A7DCAC9}"/>
                </a:ext>
              </a:extLst>
            </p:cNvPr>
            <p:cNvSpPr/>
            <p:nvPr/>
          </p:nvSpPr>
          <p:spPr>
            <a:xfrm>
              <a:off x="6069108" y="3601929"/>
              <a:ext cx="512520" cy="750242"/>
            </a:xfrm>
            <a:custGeom>
              <a:avLst/>
              <a:gdLst/>
              <a:ahLst/>
              <a:cxnLst/>
              <a:rect l="l" t="t" r="r" b="b"/>
              <a:pathLst>
                <a:path w="15689" h="22966" extrusionOk="0">
                  <a:moveTo>
                    <a:pt x="3121" y="1"/>
                  </a:moveTo>
                  <a:cubicBezTo>
                    <a:pt x="3121" y="1"/>
                    <a:pt x="2149" y="20400"/>
                    <a:pt x="1" y="22966"/>
                  </a:cubicBezTo>
                  <a:lnTo>
                    <a:pt x="15689" y="22966"/>
                  </a:lnTo>
                  <a:cubicBezTo>
                    <a:pt x="15689" y="22966"/>
                    <a:pt x="12474" y="16013"/>
                    <a:pt x="11950" y="1"/>
                  </a:cubicBezTo>
                  <a:close/>
                </a:path>
              </a:pathLst>
            </a:custGeom>
            <a:solidFill>
              <a:srgbClr val="B5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5" name="Google Shape;4795;p52">
              <a:extLst>
                <a:ext uri="{FF2B5EF4-FFF2-40B4-BE49-F238E27FC236}">
                  <a16:creationId xmlns:a16="http://schemas.microsoft.com/office/drawing/2014/main" id="{D928F021-0245-680D-C2D1-481F175112CA}"/>
                </a:ext>
              </a:extLst>
            </p:cNvPr>
            <p:cNvSpPr/>
            <p:nvPr/>
          </p:nvSpPr>
          <p:spPr>
            <a:xfrm>
              <a:off x="6325359" y="3601929"/>
              <a:ext cx="256277" cy="750242"/>
            </a:xfrm>
            <a:custGeom>
              <a:avLst/>
              <a:gdLst/>
              <a:ahLst/>
              <a:cxnLst/>
              <a:rect l="l" t="t" r="r" b="b"/>
              <a:pathLst>
                <a:path w="7845" h="22966" extrusionOk="0">
                  <a:moveTo>
                    <a:pt x="1" y="1"/>
                  </a:moveTo>
                  <a:lnTo>
                    <a:pt x="1" y="22966"/>
                  </a:lnTo>
                  <a:lnTo>
                    <a:pt x="7845" y="22966"/>
                  </a:lnTo>
                  <a:cubicBezTo>
                    <a:pt x="7845" y="22966"/>
                    <a:pt x="4630" y="16013"/>
                    <a:pt x="4106" y="1"/>
                  </a:cubicBezTo>
                  <a:close/>
                </a:path>
              </a:pathLst>
            </a:custGeom>
            <a:solidFill>
              <a:srgbClr val="A96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6" name="Google Shape;4796;p52">
              <a:extLst>
                <a:ext uri="{FF2B5EF4-FFF2-40B4-BE49-F238E27FC236}">
                  <a16:creationId xmlns:a16="http://schemas.microsoft.com/office/drawing/2014/main" id="{5542BD34-66F0-6FC8-B6DF-D705E570DE1C}"/>
                </a:ext>
              </a:extLst>
            </p:cNvPr>
            <p:cNvSpPr/>
            <p:nvPr/>
          </p:nvSpPr>
          <p:spPr>
            <a:xfrm>
              <a:off x="6154634" y="3809275"/>
              <a:ext cx="320730" cy="37927"/>
            </a:xfrm>
            <a:custGeom>
              <a:avLst/>
              <a:gdLst/>
              <a:ahLst/>
              <a:cxnLst/>
              <a:rect l="l" t="t" r="r" b="b"/>
              <a:pathLst>
                <a:path w="9818" h="1161" extrusionOk="0">
                  <a:moveTo>
                    <a:pt x="98" y="1"/>
                  </a:moveTo>
                  <a:lnTo>
                    <a:pt x="0" y="1161"/>
                  </a:lnTo>
                  <a:lnTo>
                    <a:pt x="9818" y="1161"/>
                  </a:lnTo>
                  <a:lnTo>
                    <a:pt x="9707"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7" name="Google Shape;4797;p52">
              <a:extLst>
                <a:ext uri="{FF2B5EF4-FFF2-40B4-BE49-F238E27FC236}">
                  <a16:creationId xmlns:a16="http://schemas.microsoft.com/office/drawing/2014/main" id="{CAF43D50-D436-F547-529E-D750E758646A}"/>
                </a:ext>
              </a:extLst>
            </p:cNvPr>
            <p:cNvSpPr/>
            <p:nvPr/>
          </p:nvSpPr>
          <p:spPr>
            <a:xfrm>
              <a:off x="6141403" y="3957884"/>
              <a:ext cx="352482" cy="37927"/>
            </a:xfrm>
            <a:custGeom>
              <a:avLst/>
              <a:gdLst/>
              <a:ahLst/>
              <a:cxnLst/>
              <a:rect l="l" t="t" r="r" b="b"/>
              <a:pathLst>
                <a:path w="10790" h="1161" extrusionOk="0">
                  <a:moveTo>
                    <a:pt x="111" y="1"/>
                  </a:moveTo>
                  <a:lnTo>
                    <a:pt x="0" y="1161"/>
                  </a:lnTo>
                  <a:lnTo>
                    <a:pt x="10790" y="1161"/>
                  </a:lnTo>
                  <a:lnTo>
                    <a:pt x="1061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8" name="Google Shape;4798;p52">
              <a:extLst>
                <a:ext uri="{FF2B5EF4-FFF2-40B4-BE49-F238E27FC236}">
                  <a16:creationId xmlns:a16="http://schemas.microsoft.com/office/drawing/2014/main" id="{AC3EEC16-D42B-A58D-00D8-1D0AB4FBB037}"/>
                </a:ext>
              </a:extLst>
            </p:cNvPr>
            <p:cNvSpPr/>
            <p:nvPr/>
          </p:nvSpPr>
          <p:spPr>
            <a:xfrm>
              <a:off x="6171883" y="3601929"/>
              <a:ext cx="289303" cy="42370"/>
            </a:xfrm>
            <a:custGeom>
              <a:avLst/>
              <a:gdLst/>
              <a:ahLst/>
              <a:cxnLst/>
              <a:rect l="l" t="t" r="r" b="b"/>
              <a:pathLst>
                <a:path w="8856" h="1297" extrusionOk="0">
                  <a:moveTo>
                    <a:pt x="69" y="1"/>
                  </a:moveTo>
                  <a:lnTo>
                    <a:pt x="1" y="1284"/>
                  </a:lnTo>
                  <a:lnTo>
                    <a:pt x="8855" y="1297"/>
                  </a:lnTo>
                  <a:lnTo>
                    <a:pt x="880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9" name="Google Shape;4799;p52">
              <a:extLst>
                <a:ext uri="{FF2B5EF4-FFF2-40B4-BE49-F238E27FC236}">
                  <a16:creationId xmlns:a16="http://schemas.microsoft.com/office/drawing/2014/main" id="{B98A8B2E-D108-06F5-104C-0DC0F9DF7EAE}"/>
                </a:ext>
              </a:extLst>
            </p:cNvPr>
            <p:cNvSpPr/>
            <p:nvPr/>
          </p:nvSpPr>
          <p:spPr>
            <a:xfrm>
              <a:off x="5304354" y="3177697"/>
              <a:ext cx="73273" cy="73273"/>
            </a:xfrm>
            <a:custGeom>
              <a:avLst/>
              <a:gdLst/>
              <a:ahLst/>
              <a:cxnLst/>
              <a:rect l="l" t="t" r="r" b="b"/>
              <a:pathLst>
                <a:path w="2243" h="2243" extrusionOk="0">
                  <a:moveTo>
                    <a:pt x="1122" y="1"/>
                  </a:moveTo>
                  <a:cubicBezTo>
                    <a:pt x="513" y="1"/>
                    <a:pt x="1" y="500"/>
                    <a:pt x="1" y="1122"/>
                  </a:cubicBezTo>
                  <a:cubicBezTo>
                    <a:pt x="1" y="1741"/>
                    <a:pt x="513" y="2243"/>
                    <a:pt x="1122" y="2243"/>
                  </a:cubicBezTo>
                  <a:cubicBezTo>
                    <a:pt x="1744" y="2243"/>
                    <a:pt x="2243" y="1741"/>
                    <a:pt x="2243" y="1122"/>
                  </a:cubicBezTo>
                  <a:cubicBezTo>
                    <a:pt x="2243" y="500"/>
                    <a:pt x="1744" y="1"/>
                    <a:pt x="1122" y="1"/>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0" name="Google Shape;4800;p52">
              <a:extLst>
                <a:ext uri="{FF2B5EF4-FFF2-40B4-BE49-F238E27FC236}">
                  <a16:creationId xmlns:a16="http://schemas.microsoft.com/office/drawing/2014/main" id="{AA907D02-DE32-3D4D-5819-AEEDA9616B11}"/>
                </a:ext>
              </a:extLst>
            </p:cNvPr>
            <p:cNvSpPr/>
            <p:nvPr/>
          </p:nvSpPr>
          <p:spPr>
            <a:xfrm>
              <a:off x="5449930" y="2996861"/>
              <a:ext cx="141646" cy="141548"/>
            </a:xfrm>
            <a:custGeom>
              <a:avLst/>
              <a:gdLst/>
              <a:ahLst/>
              <a:cxnLst/>
              <a:rect l="l" t="t" r="r" b="b"/>
              <a:pathLst>
                <a:path w="4336" h="4333" extrusionOk="0">
                  <a:moveTo>
                    <a:pt x="2175" y="1"/>
                  </a:moveTo>
                  <a:cubicBezTo>
                    <a:pt x="973" y="1"/>
                    <a:pt x="1" y="973"/>
                    <a:pt x="1" y="2159"/>
                  </a:cubicBezTo>
                  <a:cubicBezTo>
                    <a:pt x="1" y="3361"/>
                    <a:pt x="973" y="4333"/>
                    <a:pt x="2175" y="4333"/>
                  </a:cubicBezTo>
                  <a:cubicBezTo>
                    <a:pt x="3364" y="4333"/>
                    <a:pt x="4336" y="3361"/>
                    <a:pt x="4336" y="2159"/>
                  </a:cubicBezTo>
                  <a:cubicBezTo>
                    <a:pt x="4336" y="973"/>
                    <a:pt x="3364" y="1"/>
                    <a:pt x="2175" y="1"/>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1" name="Google Shape;4801;p52">
              <a:extLst>
                <a:ext uri="{FF2B5EF4-FFF2-40B4-BE49-F238E27FC236}">
                  <a16:creationId xmlns:a16="http://schemas.microsoft.com/office/drawing/2014/main" id="{BAA3D7F6-B6F9-C38B-5719-CE1EEEE2A583}"/>
                </a:ext>
              </a:extLst>
            </p:cNvPr>
            <p:cNvSpPr/>
            <p:nvPr/>
          </p:nvSpPr>
          <p:spPr>
            <a:xfrm>
              <a:off x="6267127" y="3174009"/>
              <a:ext cx="539406" cy="235108"/>
            </a:xfrm>
            <a:custGeom>
              <a:avLst/>
              <a:gdLst/>
              <a:ahLst/>
              <a:cxnLst/>
              <a:rect l="l" t="t" r="r" b="b"/>
              <a:pathLst>
                <a:path w="16512" h="7197" extrusionOk="0">
                  <a:moveTo>
                    <a:pt x="7713" y="0"/>
                  </a:moveTo>
                  <a:cubicBezTo>
                    <a:pt x="7693" y="0"/>
                    <a:pt x="7673" y="0"/>
                    <a:pt x="7653" y="1"/>
                  </a:cubicBezTo>
                  <a:cubicBezTo>
                    <a:pt x="6319" y="27"/>
                    <a:pt x="5223" y="1015"/>
                    <a:pt x="5023" y="2282"/>
                  </a:cubicBezTo>
                  <a:cubicBezTo>
                    <a:pt x="4942" y="2269"/>
                    <a:pt x="4848" y="2269"/>
                    <a:pt x="4750" y="2269"/>
                  </a:cubicBezTo>
                  <a:cubicBezTo>
                    <a:pt x="3590" y="2282"/>
                    <a:pt x="2687" y="3228"/>
                    <a:pt x="2674" y="4362"/>
                  </a:cubicBezTo>
                  <a:cubicBezTo>
                    <a:pt x="1348" y="4754"/>
                    <a:pt x="325" y="5846"/>
                    <a:pt x="1" y="7197"/>
                  </a:cubicBezTo>
                  <a:lnTo>
                    <a:pt x="16512" y="6886"/>
                  </a:lnTo>
                  <a:cubicBezTo>
                    <a:pt x="16059" y="5254"/>
                    <a:pt x="15099" y="4024"/>
                    <a:pt x="13344" y="4024"/>
                  </a:cubicBezTo>
                  <a:cubicBezTo>
                    <a:pt x="13315" y="4024"/>
                    <a:pt x="13285" y="4024"/>
                    <a:pt x="13255" y="4025"/>
                  </a:cubicBezTo>
                  <a:lnTo>
                    <a:pt x="13110" y="4025"/>
                  </a:lnTo>
                  <a:cubicBezTo>
                    <a:pt x="13094" y="2760"/>
                    <a:pt x="12057" y="1756"/>
                    <a:pt x="10798" y="1756"/>
                  </a:cubicBezTo>
                  <a:cubicBezTo>
                    <a:pt x="10780" y="1756"/>
                    <a:pt x="10762" y="1757"/>
                    <a:pt x="10744" y="1757"/>
                  </a:cubicBezTo>
                  <a:cubicBezTo>
                    <a:pt x="10582" y="1757"/>
                    <a:pt x="10420" y="1770"/>
                    <a:pt x="10258" y="1809"/>
                  </a:cubicBezTo>
                  <a:cubicBezTo>
                    <a:pt x="9889" y="748"/>
                    <a:pt x="8890" y="0"/>
                    <a:pt x="7713" y="0"/>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2" name="Google Shape;4802;p52">
              <a:extLst>
                <a:ext uri="{FF2B5EF4-FFF2-40B4-BE49-F238E27FC236}">
                  <a16:creationId xmlns:a16="http://schemas.microsoft.com/office/drawing/2014/main" id="{E985AD6A-ADB2-251E-44ED-0D3AB5E716E4}"/>
                </a:ext>
              </a:extLst>
            </p:cNvPr>
            <p:cNvSpPr/>
            <p:nvPr/>
          </p:nvSpPr>
          <p:spPr>
            <a:xfrm>
              <a:off x="6267127" y="3172735"/>
              <a:ext cx="543751" cy="233311"/>
            </a:xfrm>
            <a:custGeom>
              <a:avLst/>
              <a:gdLst/>
              <a:ahLst/>
              <a:cxnLst/>
              <a:rect l="l" t="t" r="r" b="b"/>
              <a:pathLst>
                <a:path w="16645" h="7142" extrusionOk="0">
                  <a:moveTo>
                    <a:pt x="7733" y="1"/>
                  </a:moveTo>
                  <a:cubicBezTo>
                    <a:pt x="7720" y="1"/>
                    <a:pt x="7708" y="1"/>
                    <a:pt x="7696" y="1"/>
                  </a:cubicBezTo>
                  <a:cubicBezTo>
                    <a:pt x="6370" y="14"/>
                    <a:pt x="5266" y="999"/>
                    <a:pt x="5061" y="2269"/>
                  </a:cubicBezTo>
                  <a:cubicBezTo>
                    <a:pt x="4967" y="2253"/>
                    <a:pt x="4874" y="2253"/>
                    <a:pt x="4780" y="2253"/>
                  </a:cubicBezTo>
                  <a:cubicBezTo>
                    <a:pt x="3633" y="2269"/>
                    <a:pt x="2712" y="3199"/>
                    <a:pt x="2687" y="4333"/>
                  </a:cubicBezTo>
                  <a:cubicBezTo>
                    <a:pt x="1365" y="4725"/>
                    <a:pt x="325" y="5804"/>
                    <a:pt x="1" y="7142"/>
                  </a:cubicBezTo>
                  <a:lnTo>
                    <a:pt x="16644" y="6951"/>
                  </a:lnTo>
                  <a:cubicBezTo>
                    <a:pt x="16206" y="5311"/>
                    <a:pt x="15105" y="4063"/>
                    <a:pt x="13346" y="4063"/>
                  </a:cubicBezTo>
                  <a:cubicBezTo>
                    <a:pt x="13325" y="4063"/>
                    <a:pt x="13305" y="4064"/>
                    <a:pt x="13285" y="4064"/>
                  </a:cubicBezTo>
                  <a:lnTo>
                    <a:pt x="13135" y="4064"/>
                  </a:lnTo>
                  <a:cubicBezTo>
                    <a:pt x="13123" y="2791"/>
                    <a:pt x="12086" y="1783"/>
                    <a:pt x="10817" y="1783"/>
                  </a:cubicBezTo>
                  <a:cubicBezTo>
                    <a:pt x="10807" y="1783"/>
                    <a:pt x="10797" y="1783"/>
                    <a:pt x="10787" y="1783"/>
                  </a:cubicBezTo>
                  <a:cubicBezTo>
                    <a:pt x="10625" y="1783"/>
                    <a:pt x="10463" y="1796"/>
                    <a:pt x="10301" y="1835"/>
                  </a:cubicBezTo>
                  <a:cubicBezTo>
                    <a:pt x="9938" y="767"/>
                    <a:pt x="8919" y="1"/>
                    <a:pt x="7733" y="1"/>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3" name="Google Shape;4803;p52">
              <a:extLst>
                <a:ext uri="{FF2B5EF4-FFF2-40B4-BE49-F238E27FC236}">
                  <a16:creationId xmlns:a16="http://schemas.microsoft.com/office/drawing/2014/main" id="{9B1B1D78-831C-52A8-331C-A6A1601BC7FF}"/>
                </a:ext>
              </a:extLst>
            </p:cNvPr>
            <p:cNvSpPr/>
            <p:nvPr/>
          </p:nvSpPr>
          <p:spPr>
            <a:xfrm>
              <a:off x="6423674" y="3245880"/>
              <a:ext cx="59520" cy="118681"/>
            </a:xfrm>
            <a:custGeom>
              <a:avLst/>
              <a:gdLst/>
              <a:ahLst/>
              <a:cxnLst/>
              <a:rect l="l" t="t" r="r" b="b"/>
              <a:pathLst>
                <a:path w="1822" h="3633" extrusionOk="0">
                  <a:moveTo>
                    <a:pt x="1" y="1"/>
                  </a:moveTo>
                  <a:cubicBezTo>
                    <a:pt x="1" y="1"/>
                    <a:pt x="1446" y="474"/>
                    <a:pt x="1378" y="1812"/>
                  </a:cubicBezTo>
                  <a:cubicBezTo>
                    <a:pt x="1297" y="3296"/>
                    <a:pt x="1" y="3633"/>
                    <a:pt x="1" y="3633"/>
                  </a:cubicBezTo>
                  <a:cubicBezTo>
                    <a:pt x="998" y="3633"/>
                    <a:pt x="1821" y="2823"/>
                    <a:pt x="1821" y="1812"/>
                  </a:cubicBezTo>
                  <a:cubicBezTo>
                    <a:pt x="1821" y="811"/>
                    <a:pt x="998" y="1"/>
                    <a:pt x="1" y="1"/>
                  </a:cubicBez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4" name="Google Shape;4804;p52">
              <a:extLst>
                <a:ext uri="{FF2B5EF4-FFF2-40B4-BE49-F238E27FC236}">
                  <a16:creationId xmlns:a16="http://schemas.microsoft.com/office/drawing/2014/main" id="{C3C11046-0BBB-8D68-AC10-11A7488D38FF}"/>
                </a:ext>
              </a:extLst>
            </p:cNvPr>
            <p:cNvSpPr/>
            <p:nvPr/>
          </p:nvSpPr>
          <p:spPr>
            <a:xfrm>
              <a:off x="6627851" y="3305042"/>
              <a:ext cx="176045" cy="89052"/>
            </a:xfrm>
            <a:custGeom>
              <a:avLst/>
              <a:gdLst/>
              <a:ahLst/>
              <a:cxnLst/>
              <a:rect l="l" t="t" r="r" b="b"/>
              <a:pathLst>
                <a:path w="5389" h="2726" extrusionOk="0">
                  <a:moveTo>
                    <a:pt x="2685" y="1"/>
                  </a:moveTo>
                  <a:cubicBezTo>
                    <a:pt x="1225" y="1"/>
                    <a:pt x="26" y="1171"/>
                    <a:pt x="0" y="2645"/>
                  </a:cubicBezTo>
                  <a:cubicBezTo>
                    <a:pt x="0" y="2645"/>
                    <a:pt x="675" y="520"/>
                    <a:pt x="2528" y="520"/>
                  </a:cubicBezTo>
                  <a:cubicBezTo>
                    <a:pt x="2584" y="520"/>
                    <a:pt x="2641" y="522"/>
                    <a:pt x="2699" y="526"/>
                  </a:cubicBezTo>
                  <a:cubicBezTo>
                    <a:pt x="4903" y="675"/>
                    <a:pt x="5359" y="2726"/>
                    <a:pt x="5359" y="2726"/>
                  </a:cubicBezTo>
                  <a:cubicBezTo>
                    <a:pt x="5389" y="1242"/>
                    <a:pt x="4199" y="27"/>
                    <a:pt x="2716" y="1"/>
                  </a:cubicBezTo>
                  <a:cubicBezTo>
                    <a:pt x="2706" y="1"/>
                    <a:pt x="2696" y="1"/>
                    <a:pt x="2685" y="1"/>
                  </a:cubicBezTo>
                  <a:close/>
                </a:path>
              </a:pathLst>
            </a:custGeom>
            <a:solidFill>
              <a:srgbClr val="64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5" name="Google Shape;4805;p52">
              <a:extLst>
                <a:ext uri="{FF2B5EF4-FFF2-40B4-BE49-F238E27FC236}">
                  <a16:creationId xmlns:a16="http://schemas.microsoft.com/office/drawing/2014/main" id="{4014AE12-6324-FF5C-E77A-EF2FDD19F166}"/>
                </a:ext>
              </a:extLst>
            </p:cNvPr>
            <p:cNvSpPr/>
            <p:nvPr/>
          </p:nvSpPr>
          <p:spPr>
            <a:xfrm>
              <a:off x="5679728" y="2811529"/>
              <a:ext cx="253532" cy="133610"/>
            </a:xfrm>
            <a:custGeom>
              <a:avLst/>
              <a:gdLst/>
              <a:ahLst/>
              <a:cxnLst/>
              <a:rect l="l" t="t" r="r" b="b"/>
              <a:pathLst>
                <a:path w="7761" h="4090" extrusionOk="0">
                  <a:moveTo>
                    <a:pt x="2039" y="1"/>
                  </a:moveTo>
                  <a:cubicBezTo>
                    <a:pt x="918" y="1"/>
                    <a:pt x="1" y="918"/>
                    <a:pt x="1" y="2039"/>
                  </a:cubicBezTo>
                  <a:cubicBezTo>
                    <a:pt x="1" y="3173"/>
                    <a:pt x="918" y="4090"/>
                    <a:pt x="2039" y="4090"/>
                  </a:cubicBezTo>
                  <a:lnTo>
                    <a:pt x="5723" y="4090"/>
                  </a:lnTo>
                  <a:cubicBezTo>
                    <a:pt x="6844" y="4090"/>
                    <a:pt x="7760" y="3173"/>
                    <a:pt x="7760" y="2039"/>
                  </a:cubicBezTo>
                  <a:cubicBezTo>
                    <a:pt x="7760" y="918"/>
                    <a:pt x="6844" y="1"/>
                    <a:pt x="5723" y="1"/>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6" name="Google Shape;4806;p52">
              <a:extLst>
                <a:ext uri="{FF2B5EF4-FFF2-40B4-BE49-F238E27FC236}">
                  <a16:creationId xmlns:a16="http://schemas.microsoft.com/office/drawing/2014/main" id="{1A9C786E-A25E-A20A-C83D-A64EA86BFFA9}"/>
                </a:ext>
              </a:extLst>
            </p:cNvPr>
            <p:cNvSpPr/>
            <p:nvPr/>
          </p:nvSpPr>
          <p:spPr>
            <a:xfrm>
              <a:off x="5998504" y="2644070"/>
              <a:ext cx="405730" cy="213417"/>
            </a:xfrm>
            <a:custGeom>
              <a:avLst/>
              <a:gdLst/>
              <a:ahLst/>
              <a:cxnLst/>
              <a:rect l="l" t="t" r="r" b="b"/>
              <a:pathLst>
                <a:path w="12420" h="6533" extrusionOk="0">
                  <a:moveTo>
                    <a:pt x="3253" y="1"/>
                  </a:moveTo>
                  <a:cubicBezTo>
                    <a:pt x="1459" y="1"/>
                    <a:pt x="1" y="1472"/>
                    <a:pt x="1" y="3267"/>
                  </a:cubicBezTo>
                  <a:cubicBezTo>
                    <a:pt x="1" y="5062"/>
                    <a:pt x="1459" y="6533"/>
                    <a:pt x="3253" y="6533"/>
                  </a:cubicBezTo>
                  <a:lnTo>
                    <a:pt x="9154" y="6533"/>
                  </a:lnTo>
                  <a:cubicBezTo>
                    <a:pt x="10948" y="6533"/>
                    <a:pt x="12419" y="5062"/>
                    <a:pt x="12419" y="3267"/>
                  </a:cubicBezTo>
                  <a:cubicBezTo>
                    <a:pt x="12419" y="1472"/>
                    <a:pt x="10948" y="1"/>
                    <a:pt x="9154" y="1"/>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7" name="Google Shape;4807;p52">
              <a:extLst>
                <a:ext uri="{FF2B5EF4-FFF2-40B4-BE49-F238E27FC236}">
                  <a16:creationId xmlns:a16="http://schemas.microsoft.com/office/drawing/2014/main" id="{5FAD8CEF-BC04-E976-F0DA-C8283B5E92A0}"/>
                </a:ext>
              </a:extLst>
            </p:cNvPr>
            <p:cNvSpPr/>
            <p:nvPr/>
          </p:nvSpPr>
          <p:spPr>
            <a:xfrm>
              <a:off x="2254519" y="4342850"/>
              <a:ext cx="2324419" cy="130637"/>
            </a:xfrm>
            <a:custGeom>
              <a:avLst/>
              <a:gdLst/>
              <a:ahLst/>
              <a:cxnLst/>
              <a:rect l="l" t="t" r="r" b="b"/>
              <a:pathLst>
                <a:path w="64720" h="3999" extrusionOk="0">
                  <a:moveTo>
                    <a:pt x="4064" y="1"/>
                  </a:moveTo>
                  <a:cubicBezTo>
                    <a:pt x="1" y="1"/>
                    <a:pt x="338" y="3999"/>
                    <a:pt x="4064" y="3999"/>
                  </a:cubicBezTo>
                  <a:lnTo>
                    <a:pt x="64720" y="3999"/>
                  </a:lnTo>
                  <a:lnTo>
                    <a:pt x="64720" y="1"/>
                  </a:ln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8" name="Google Shape;4808;p52">
              <a:extLst>
                <a:ext uri="{FF2B5EF4-FFF2-40B4-BE49-F238E27FC236}">
                  <a16:creationId xmlns:a16="http://schemas.microsoft.com/office/drawing/2014/main" id="{E51684E5-842E-9D51-6F42-D15E9A863E79}"/>
                </a:ext>
              </a:extLst>
            </p:cNvPr>
            <p:cNvSpPr/>
            <p:nvPr/>
          </p:nvSpPr>
          <p:spPr>
            <a:xfrm>
              <a:off x="2063451" y="4473459"/>
              <a:ext cx="2515487" cy="130539"/>
            </a:xfrm>
            <a:custGeom>
              <a:avLst/>
              <a:gdLst/>
              <a:ahLst/>
              <a:cxnLst/>
              <a:rect l="l" t="t" r="r" b="b"/>
              <a:pathLst>
                <a:path w="70040" h="3996" extrusionOk="0">
                  <a:moveTo>
                    <a:pt x="4064" y="1"/>
                  </a:moveTo>
                  <a:cubicBezTo>
                    <a:pt x="124" y="1"/>
                    <a:pt x="1" y="3996"/>
                    <a:pt x="4064" y="3996"/>
                  </a:cubicBezTo>
                  <a:lnTo>
                    <a:pt x="70040" y="3996"/>
                  </a:lnTo>
                  <a:lnTo>
                    <a:pt x="70040" y="1"/>
                  </a:ln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9" name="Google Shape;4809;p52">
              <a:extLst>
                <a:ext uri="{FF2B5EF4-FFF2-40B4-BE49-F238E27FC236}">
                  <a16:creationId xmlns:a16="http://schemas.microsoft.com/office/drawing/2014/main" id="{9A62C598-0B89-2B08-92B5-D2F7947DE924}"/>
                </a:ext>
              </a:extLst>
            </p:cNvPr>
            <p:cNvSpPr/>
            <p:nvPr/>
          </p:nvSpPr>
          <p:spPr>
            <a:xfrm>
              <a:off x="4578448" y="4342850"/>
              <a:ext cx="2417256" cy="130637"/>
            </a:xfrm>
            <a:custGeom>
              <a:avLst/>
              <a:gdLst/>
              <a:ahLst/>
              <a:cxnLst/>
              <a:rect l="l" t="t" r="r" b="b"/>
              <a:pathLst>
                <a:path w="64529" h="3999" extrusionOk="0">
                  <a:moveTo>
                    <a:pt x="1" y="1"/>
                  </a:moveTo>
                  <a:lnTo>
                    <a:pt x="1" y="3999"/>
                  </a:lnTo>
                  <a:lnTo>
                    <a:pt x="61156" y="3999"/>
                  </a:lnTo>
                  <a:cubicBezTo>
                    <a:pt x="64528" y="3999"/>
                    <a:pt x="64191" y="1"/>
                    <a:pt x="61156"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0" name="Google Shape;4810;p52">
              <a:extLst>
                <a:ext uri="{FF2B5EF4-FFF2-40B4-BE49-F238E27FC236}">
                  <a16:creationId xmlns:a16="http://schemas.microsoft.com/office/drawing/2014/main" id="{DF037D10-238A-8251-8732-25D882848B1C}"/>
                </a:ext>
              </a:extLst>
            </p:cNvPr>
            <p:cNvSpPr/>
            <p:nvPr/>
          </p:nvSpPr>
          <p:spPr>
            <a:xfrm>
              <a:off x="4578448" y="4473459"/>
              <a:ext cx="2608415" cy="130539"/>
            </a:xfrm>
            <a:custGeom>
              <a:avLst/>
              <a:gdLst/>
              <a:ahLst/>
              <a:cxnLst/>
              <a:rect l="l" t="t" r="r" b="b"/>
              <a:pathLst>
                <a:path w="69632" h="3996" extrusionOk="0">
                  <a:moveTo>
                    <a:pt x="1" y="1"/>
                  </a:moveTo>
                  <a:lnTo>
                    <a:pt x="1" y="3970"/>
                  </a:lnTo>
                  <a:lnTo>
                    <a:pt x="52152" y="3970"/>
                  </a:lnTo>
                  <a:cubicBezTo>
                    <a:pt x="52271" y="3970"/>
                    <a:pt x="52378" y="3970"/>
                    <a:pt x="52502" y="3996"/>
                  </a:cubicBezTo>
                  <a:lnTo>
                    <a:pt x="67039" y="3996"/>
                  </a:lnTo>
                  <a:cubicBezTo>
                    <a:pt x="69498" y="3996"/>
                    <a:pt x="69631" y="406"/>
                    <a:pt x="67243" y="40"/>
                  </a:cubicBezTo>
                  <a:cubicBezTo>
                    <a:pt x="67107" y="14"/>
                    <a:pt x="66958" y="1"/>
                    <a:pt x="66825" y="1"/>
                  </a:cubicBezTo>
                  <a:close/>
                </a:path>
              </a:pathLst>
            </a:custGeom>
            <a:solidFill>
              <a:srgbClr val="B3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1" name="Google Shape;4811;p52">
              <a:extLst>
                <a:ext uri="{FF2B5EF4-FFF2-40B4-BE49-F238E27FC236}">
                  <a16:creationId xmlns:a16="http://schemas.microsoft.com/office/drawing/2014/main" id="{5F87835D-5B44-E3F2-F046-8E247259530A}"/>
                </a:ext>
              </a:extLst>
            </p:cNvPr>
            <p:cNvSpPr/>
            <p:nvPr/>
          </p:nvSpPr>
          <p:spPr>
            <a:xfrm>
              <a:off x="4578462" y="4603118"/>
              <a:ext cx="1715109" cy="882"/>
            </a:xfrm>
            <a:custGeom>
              <a:avLst/>
              <a:gdLst/>
              <a:ahLst/>
              <a:cxnLst/>
              <a:rect l="l" t="t" r="r" b="b"/>
              <a:pathLst>
                <a:path w="52502" h="27" extrusionOk="0">
                  <a:moveTo>
                    <a:pt x="1" y="1"/>
                  </a:moveTo>
                  <a:lnTo>
                    <a:pt x="1" y="27"/>
                  </a:lnTo>
                  <a:lnTo>
                    <a:pt x="52502" y="27"/>
                  </a:lnTo>
                  <a:cubicBezTo>
                    <a:pt x="52378" y="1"/>
                    <a:pt x="52271" y="1"/>
                    <a:pt x="52152" y="1"/>
                  </a:cubicBezTo>
                  <a:close/>
                </a:path>
              </a:pathLst>
            </a:custGeom>
            <a:solidFill>
              <a:srgbClr val="B3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2" name="Google Shape;4812;p52">
              <a:extLst>
                <a:ext uri="{FF2B5EF4-FFF2-40B4-BE49-F238E27FC236}">
                  <a16:creationId xmlns:a16="http://schemas.microsoft.com/office/drawing/2014/main" id="{154A00A8-32DD-59C2-BA93-98455F51A7CF}"/>
                </a:ext>
              </a:extLst>
            </p:cNvPr>
            <p:cNvSpPr/>
            <p:nvPr/>
          </p:nvSpPr>
          <p:spPr>
            <a:xfrm>
              <a:off x="3671262" y="3530483"/>
              <a:ext cx="914723" cy="811101"/>
            </a:xfrm>
            <a:custGeom>
              <a:avLst/>
              <a:gdLst/>
              <a:ahLst/>
              <a:cxnLst/>
              <a:rect l="l" t="t" r="r" b="b"/>
              <a:pathLst>
                <a:path w="28001" h="24829" extrusionOk="0">
                  <a:moveTo>
                    <a:pt x="14688" y="1"/>
                  </a:moveTo>
                  <a:cubicBezTo>
                    <a:pt x="10032" y="1"/>
                    <a:pt x="1" y="24829"/>
                    <a:pt x="1" y="24829"/>
                  </a:cubicBezTo>
                  <a:lnTo>
                    <a:pt x="28001" y="24829"/>
                  </a:lnTo>
                  <a:cubicBezTo>
                    <a:pt x="28001" y="24829"/>
                    <a:pt x="19360" y="1"/>
                    <a:pt x="14688" y="1"/>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3" name="Google Shape;4813;p52">
              <a:extLst>
                <a:ext uri="{FF2B5EF4-FFF2-40B4-BE49-F238E27FC236}">
                  <a16:creationId xmlns:a16="http://schemas.microsoft.com/office/drawing/2014/main" id="{AE15D89D-AF04-C104-8C4F-6D0E666FF957}"/>
                </a:ext>
              </a:extLst>
            </p:cNvPr>
            <p:cNvSpPr/>
            <p:nvPr/>
          </p:nvSpPr>
          <p:spPr>
            <a:xfrm>
              <a:off x="2887155" y="3335616"/>
              <a:ext cx="1151921" cy="1005016"/>
            </a:xfrm>
            <a:custGeom>
              <a:avLst/>
              <a:gdLst/>
              <a:ahLst/>
              <a:cxnLst/>
              <a:rect l="l" t="t" r="r" b="b"/>
              <a:pathLst>
                <a:path w="35262" h="30765" extrusionOk="0">
                  <a:moveTo>
                    <a:pt x="18508" y="1"/>
                  </a:moveTo>
                  <a:cubicBezTo>
                    <a:pt x="12637" y="1"/>
                    <a:pt x="1" y="30765"/>
                    <a:pt x="1" y="30765"/>
                  </a:cubicBezTo>
                  <a:lnTo>
                    <a:pt x="35262" y="30765"/>
                  </a:lnTo>
                  <a:cubicBezTo>
                    <a:pt x="35262" y="30765"/>
                    <a:pt x="24382" y="1"/>
                    <a:pt x="18508" y="1"/>
                  </a:cubicBezTo>
                  <a:close/>
                </a:path>
              </a:pathLst>
            </a:custGeom>
            <a:solidFill>
              <a:srgbClr val="AAAC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4" name="Google Shape;4814;p52">
              <a:extLst>
                <a:ext uri="{FF2B5EF4-FFF2-40B4-BE49-F238E27FC236}">
                  <a16:creationId xmlns:a16="http://schemas.microsoft.com/office/drawing/2014/main" id="{EC760846-9810-BD7C-902B-8C8ABB92E051}"/>
                </a:ext>
              </a:extLst>
            </p:cNvPr>
            <p:cNvSpPr/>
            <p:nvPr/>
          </p:nvSpPr>
          <p:spPr>
            <a:xfrm>
              <a:off x="3900626" y="3526988"/>
              <a:ext cx="471457" cy="580011"/>
            </a:xfrm>
            <a:custGeom>
              <a:avLst/>
              <a:gdLst/>
              <a:ahLst/>
              <a:cxnLst/>
              <a:rect l="l" t="t" r="r" b="b"/>
              <a:pathLst>
                <a:path w="14432" h="17755" extrusionOk="0">
                  <a:moveTo>
                    <a:pt x="7667" y="1"/>
                  </a:moveTo>
                  <a:cubicBezTo>
                    <a:pt x="5684" y="1"/>
                    <a:pt x="2739" y="4495"/>
                    <a:pt x="1" y="9653"/>
                  </a:cubicBezTo>
                  <a:cubicBezTo>
                    <a:pt x="40" y="9815"/>
                    <a:pt x="134" y="9964"/>
                    <a:pt x="309" y="9977"/>
                  </a:cubicBezTo>
                  <a:cubicBezTo>
                    <a:pt x="316" y="9978"/>
                    <a:pt x="324" y="9978"/>
                    <a:pt x="332" y="9978"/>
                  </a:cubicBezTo>
                  <a:cubicBezTo>
                    <a:pt x="774" y="9978"/>
                    <a:pt x="1286" y="8812"/>
                    <a:pt x="1605" y="8506"/>
                  </a:cubicBezTo>
                  <a:cubicBezTo>
                    <a:pt x="1676" y="8436"/>
                    <a:pt x="1900" y="8167"/>
                    <a:pt x="2057" y="8167"/>
                  </a:cubicBezTo>
                  <a:cubicBezTo>
                    <a:pt x="2112" y="8167"/>
                    <a:pt x="2159" y="8201"/>
                    <a:pt x="2188" y="8289"/>
                  </a:cubicBezTo>
                  <a:cubicBezTo>
                    <a:pt x="2376" y="8869"/>
                    <a:pt x="2188" y="9789"/>
                    <a:pt x="2107" y="10382"/>
                  </a:cubicBezTo>
                  <a:cubicBezTo>
                    <a:pt x="1848" y="12028"/>
                    <a:pt x="1903" y="13771"/>
                    <a:pt x="1809" y="15430"/>
                  </a:cubicBezTo>
                  <a:cubicBezTo>
                    <a:pt x="1796" y="15822"/>
                    <a:pt x="1715" y="17672"/>
                    <a:pt x="2269" y="17753"/>
                  </a:cubicBezTo>
                  <a:cubicBezTo>
                    <a:pt x="2276" y="17754"/>
                    <a:pt x="2284" y="17754"/>
                    <a:pt x="2291" y="17754"/>
                  </a:cubicBezTo>
                  <a:cubicBezTo>
                    <a:pt x="2480" y="17754"/>
                    <a:pt x="2608" y="17437"/>
                    <a:pt x="2674" y="17322"/>
                  </a:cubicBezTo>
                  <a:cubicBezTo>
                    <a:pt x="2956" y="16742"/>
                    <a:pt x="3079" y="16240"/>
                    <a:pt x="3241" y="15647"/>
                  </a:cubicBezTo>
                  <a:cubicBezTo>
                    <a:pt x="3766" y="13758"/>
                    <a:pt x="3565" y="11746"/>
                    <a:pt x="3996" y="9857"/>
                  </a:cubicBezTo>
                  <a:cubicBezTo>
                    <a:pt x="4077" y="9504"/>
                    <a:pt x="4550" y="8114"/>
                    <a:pt x="4968" y="8114"/>
                  </a:cubicBezTo>
                  <a:cubicBezTo>
                    <a:pt x="5953" y="8114"/>
                    <a:pt x="5723" y="9546"/>
                    <a:pt x="5804" y="10207"/>
                  </a:cubicBezTo>
                  <a:cubicBezTo>
                    <a:pt x="5833" y="10424"/>
                    <a:pt x="5778" y="11030"/>
                    <a:pt x="6141" y="11030"/>
                  </a:cubicBezTo>
                  <a:cubicBezTo>
                    <a:pt x="6900" y="11030"/>
                    <a:pt x="6621" y="8937"/>
                    <a:pt x="7175" y="8937"/>
                  </a:cubicBezTo>
                  <a:cubicBezTo>
                    <a:pt x="7302" y="8937"/>
                    <a:pt x="7472" y="9047"/>
                    <a:pt x="7709" y="9316"/>
                  </a:cubicBezTo>
                  <a:cubicBezTo>
                    <a:pt x="7910" y="9546"/>
                    <a:pt x="7871" y="9802"/>
                    <a:pt x="7871" y="10100"/>
                  </a:cubicBezTo>
                  <a:cubicBezTo>
                    <a:pt x="7871" y="10518"/>
                    <a:pt x="8046" y="10991"/>
                    <a:pt x="8085" y="11409"/>
                  </a:cubicBezTo>
                  <a:cubicBezTo>
                    <a:pt x="8114" y="11853"/>
                    <a:pt x="7965" y="12394"/>
                    <a:pt x="8114" y="12825"/>
                  </a:cubicBezTo>
                  <a:cubicBezTo>
                    <a:pt x="8182" y="13016"/>
                    <a:pt x="8221" y="13878"/>
                    <a:pt x="8545" y="13878"/>
                  </a:cubicBezTo>
                  <a:cubicBezTo>
                    <a:pt x="9112" y="13878"/>
                    <a:pt x="9018" y="12352"/>
                    <a:pt x="9018" y="12028"/>
                  </a:cubicBezTo>
                  <a:cubicBezTo>
                    <a:pt x="9031" y="11341"/>
                    <a:pt x="9138" y="10651"/>
                    <a:pt x="9180" y="9977"/>
                  </a:cubicBezTo>
                  <a:cubicBezTo>
                    <a:pt x="9261" y="8817"/>
                    <a:pt x="9099" y="7411"/>
                    <a:pt x="10003" y="6536"/>
                  </a:cubicBezTo>
                  <a:cubicBezTo>
                    <a:pt x="10048" y="6486"/>
                    <a:pt x="10118" y="6465"/>
                    <a:pt x="10198" y="6465"/>
                  </a:cubicBezTo>
                  <a:cubicBezTo>
                    <a:pt x="10403" y="6465"/>
                    <a:pt x="10670" y="6605"/>
                    <a:pt x="10719" y="6750"/>
                  </a:cubicBezTo>
                  <a:cubicBezTo>
                    <a:pt x="11017" y="7628"/>
                    <a:pt x="10800" y="8788"/>
                    <a:pt x="11354" y="9546"/>
                  </a:cubicBezTo>
                  <a:cubicBezTo>
                    <a:pt x="11360" y="9554"/>
                    <a:pt x="11367" y="9558"/>
                    <a:pt x="11375" y="9558"/>
                  </a:cubicBezTo>
                  <a:cubicBezTo>
                    <a:pt x="11460" y="9558"/>
                    <a:pt x="11651" y="9149"/>
                    <a:pt x="11678" y="9099"/>
                  </a:cubicBezTo>
                  <a:cubicBezTo>
                    <a:pt x="11798" y="8856"/>
                    <a:pt x="11798" y="7670"/>
                    <a:pt x="12070" y="7573"/>
                  </a:cubicBezTo>
                  <a:cubicBezTo>
                    <a:pt x="12074" y="7571"/>
                    <a:pt x="12079" y="7571"/>
                    <a:pt x="12084" y="7571"/>
                  </a:cubicBezTo>
                  <a:cubicBezTo>
                    <a:pt x="12213" y="7571"/>
                    <a:pt x="12502" y="8037"/>
                    <a:pt x="12527" y="8140"/>
                  </a:cubicBezTo>
                  <a:cubicBezTo>
                    <a:pt x="12744" y="8775"/>
                    <a:pt x="12650" y="9653"/>
                    <a:pt x="13055" y="10220"/>
                  </a:cubicBezTo>
                  <a:cubicBezTo>
                    <a:pt x="13246" y="10477"/>
                    <a:pt x="13490" y="10610"/>
                    <a:pt x="13713" y="10610"/>
                  </a:cubicBezTo>
                  <a:cubicBezTo>
                    <a:pt x="13992" y="10610"/>
                    <a:pt x="14236" y="10400"/>
                    <a:pt x="14296" y="9964"/>
                  </a:cubicBezTo>
                  <a:cubicBezTo>
                    <a:pt x="14351" y="9614"/>
                    <a:pt x="14390" y="9248"/>
                    <a:pt x="14432" y="8869"/>
                  </a:cubicBezTo>
                  <a:cubicBezTo>
                    <a:pt x="12083" y="4051"/>
                    <a:pt x="9559" y="1"/>
                    <a:pt x="766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5" name="Google Shape;4815;p52">
              <a:extLst>
                <a:ext uri="{FF2B5EF4-FFF2-40B4-BE49-F238E27FC236}">
                  <a16:creationId xmlns:a16="http://schemas.microsoft.com/office/drawing/2014/main" id="{61FCA14C-5091-1C88-A0A5-8A69A3970B8E}"/>
                </a:ext>
              </a:extLst>
            </p:cNvPr>
            <p:cNvSpPr/>
            <p:nvPr/>
          </p:nvSpPr>
          <p:spPr>
            <a:xfrm>
              <a:off x="4116237" y="3971964"/>
              <a:ext cx="234683" cy="370907"/>
            </a:xfrm>
            <a:custGeom>
              <a:avLst/>
              <a:gdLst/>
              <a:ahLst/>
              <a:cxnLst/>
              <a:rect l="l" t="t" r="r" b="b"/>
              <a:pathLst>
                <a:path w="7184" h="11354" extrusionOk="0">
                  <a:moveTo>
                    <a:pt x="3539" y="1"/>
                  </a:moveTo>
                  <a:lnTo>
                    <a:pt x="1" y="2376"/>
                  </a:lnTo>
                  <a:lnTo>
                    <a:pt x="1" y="11354"/>
                  </a:lnTo>
                  <a:lnTo>
                    <a:pt x="7184" y="11354"/>
                  </a:lnTo>
                  <a:lnTo>
                    <a:pt x="7184" y="2444"/>
                  </a:lnTo>
                  <a:lnTo>
                    <a:pt x="3539" y="1"/>
                  </a:lnTo>
                  <a:close/>
                </a:path>
              </a:pathLst>
            </a:custGeom>
            <a:solidFill>
              <a:srgbClr val="B27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6" name="Google Shape;4816;p52">
              <a:extLst>
                <a:ext uri="{FF2B5EF4-FFF2-40B4-BE49-F238E27FC236}">
                  <a16:creationId xmlns:a16="http://schemas.microsoft.com/office/drawing/2014/main" id="{198EF27B-68F2-7A86-4A30-7E0E4D86C922}"/>
                </a:ext>
              </a:extLst>
            </p:cNvPr>
            <p:cNvSpPr/>
            <p:nvPr/>
          </p:nvSpPr>
          <p:spPr>
            <a:xfrm>
              <a:off x="4240606" y="4091890"/>
              <a:ext cx="67556" cy="80787"/>
            </a:xfrm>
            <a:custGeom>
              <a:avLst/>
              <a:gdLst/>
              <a:ahLst/>
              <a:cxnLst/>
              <a:rect l="l" t="t" r="r" b="b"/>
              <a:pathLst>
                <a:path w="2068" h="2473" extrusionOk="0">
                  <a:moveTo>
                    <a:pt x="1" y="1"/>
                  </a:moveTo>
                  <a:lnTo>
                    <a:pt x="1" y="2473"/>
                  </a:lnTo>
                  <a:lnTo>
                    <a:pt x="2068" y="2473"/>
                  </a:lnTo>
                  <a:lnTo>
                    <a:pt x="2068"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7" name="Google Shape;4817;p52">
              <a:extLst>
                <a:ext uri="{FF2B5EF4-FFF2-40B4-BE49-F238E27FC236}">
                  <a16:creationId xmlns:a16="http://schemas.microsoft.com/office/drawing/2014/main" id="{C691C023-972C-DCB5-DE59-C4E816D6D1FD}"/>
                </a:ext>
              </a:extLst>
            </p:cNvPr>
            <p:cNvSpPr/>
            <p:nvPr/>
          </p:nvSpPr>
          <p:spPr>
            <a:xfrm>
              <a:off x="4239757" y="4089766"/>
              <a:ext cx="36653" cy="44068"/>
            </a:xfrm>
            <a:custGeom>
              <a:avLst/>
              <a:gdLst/>
              <a:ahLst/>
              <a:cxnLst/>
              <a:rect l="l" t="t" r="r" b="b"/>
              <a:pathLst>
                <a:path w="1122" h="1349" extrusionOk="0">
                  <a:moveTo>
                    <a:pt x="1041" y="95"/>
                  </a:moveTo>
                  <a:lnTo>
                    <a:pt x="1041" y="1229"/>
                  </a:lnTo>
                  <a:lnTo>
                    <a:pt x="69" y="1229"/>
                  </a:lnTo>
                  <a:lnTo>
                    <a:pt x="69" y="95"/>
                  </a:lnTo>
                  <a:close/>
                  <a:moveTo>
                    <a:pt x="1" y="1"/>
                  </a:moveTo>
                  <a:lnTo>
                    <a:pt x="1" y="1349"/>
                  </a:lnTo>
                  <a:lnTo>
                    <a:pt x="69" y="1349"/>
                  </a:lnTo>
                  <a:lnTo>
                    <a:pt x="69" y="1323"/>
                  </a:lnTo>
                  <a:lnTo>
                    <a:pt x="1122" y="1323"/>
                  </a:lnTo>
                  <a:lnTo>
                    <a:pt x="11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8" name="Google Shape;4818;p52">
              <a:extLst>
                <a:ext uri="{FF2B5EF4-FFF2-40B4-BE49-F238E27FC236}">
                  <a16:creationId xmlns:a16="http://schemas.microsoft.com/office/drawing/2014/main" id="{EB149B42-3642-4C0E-4ECE-12C4A798E853}"/>
                </a:ext>
              </a:extLst>
            </p:cNvPr>
            <p:cNvSpPr/>
            <p:nvPr/>
          </p:nvSpPr>
          <p:spPr>
            <a:xfrm>
              <a:off x="4273732" y="4089766"/>
              <a:ext cx="36555" cy="43219"/>
            </a:xfrm>
            <a:custGeom>
              <a:avLst/>
              <a:gdLst/>
              <a:ahLst/>
              <a:cxnLst/>
              <a:rect l="l" t="t" r="r" b="b"/>
              <a:pathLst>
                <a:path w="1119" h="1323" extrusionOk="0">
                  <a:moveTo>
                    <a:pt x="1054" y="95"/>
                  </a:moveTo>
                  <a:lnTo>
                    <a:pt x="1054" y="1229"/>
                  </a:lnTo>
                  <a:lnTo>
                    <a:pt x="82" y="1229"/>
                  </a:lnTo>
                  <a:lnTo>
                    <a:pt x="82" y="95"/>
                  </a:lnTo>
                  <a:close/>
                  <a:moveTo>
                    <a:pt x="1" y="1"/>
                  </a:moveTo>
                  <a:lnTo>
                    <a:pt x="1" y="1281"/>
                  </a:lnTo>
                  <a:lnTo>
                    <a:pt x="14" y="1323"/>
                  </a:lnTo>
                  <a:lnTo>
                    <a:pt x="1119" y="1323"/>
                  </a:lnTo>
                  <a:lnTo>
                    <a:pt x="111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9" name="Google Shape;4819;p52">
              <a:extLst>
                <a:ext uri="{FF2B5EF4-FFF2-40B4-BE49-F238E27FC236}">
                  <a16:creationId xmlns:a16="http://schemas.microsoft.com/office/drawing/2014/main" id="{22A131F8-EBF4-239F-AC49-2A89CE3EF6A7}"/>
                </a:ext>
              </a:extLst>
            </p:cNvPr>
            <p:cNvSpPr/>
            <p:nvPr/>
          </p:nvSpPr>
          <p:spPr>
            <a:xfrm>
              <a:off x="4273732" y="4089766"/>
              <a:ext cx="2679" cy="43219"/>
            </a:xfrm>
            <a:custGeom>
              <a:avLst/>
              <a:gdLst/>
              <a:ahLst/>
              <a:cxnLst/>
              <a:rect l="l" t="t" r="r" b="b"/>
              <a:pathLst>
                <a:path w="82" h="1323" extrusionOk="0">
                  <a:moveTo>
                    <a:pt x="1" y="1"/>
                  </a:moveTo>
                  <a:lnTo>
                    <a:pt x="1" y="1281"/>
                  </a:lnTo>
                  <a:lnTo>
                    <a:pt x="1" y="1323"/>
                  </a:lnTo>
                  <a:lnTo>
                    <a:pt x="82" y="1323"/>
                  </a:lnTo>
                  <a:lnTo>
                    <a:pt x="82" y="53"/>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0" name="Google Shape;4820;p52">
              <a:extLst>
                <a:ext uri="{FF2B5EF4-FFF2-40B4-BE49-F238E27FC236}">
                  <a16:creationId xmlns:a16="http://schemas.microsoft.com/office/drawing/2014/main" id="{29464B32-5D80-1F8D-750E-D772FD30D574}"/>
                </a:ext>
              </a:extLst>
            </p:cNvPr>
            <p:cNvSpPr/>
            <p:nvPr/>
          </p:nvSpPr>
          <p:spPr>
            <a:xfrm>
              <a:off x="4239757" y="4130733"/>
              <a:ext cx="36653" cy="43219"/>
            </a:xfrm>
            <a:custGeom>
              <a:avLst/>
              <a:gdLst/>
              <a:ahLst/>
              <a:cxnLst/>
              <a:rect l="l" t="t" r="r" b="b"/>
              <a:pathLst>
                <a:path w="1122" h="1323" extrusionOk="0">
                  <a:moveTo>
                    <a:pt x="1041" y="95"/>
                  </a:moveTo>
                  <a:lnTo>
                    <a:pt x="1041" y="1229"/>
                  </a:lnTo>
                  <a:lnTo>
                    <a:pt x="69" y="1229"/>
                  </a:lnTo>
                  <a:lnTo>
                    <a:pt x="69" y="95"/>
                  </a:lnTo>
                  <a:close/>
                  <a:moveTo>
                    <a:pt x="1" y="1"/>
                  </a:moveTo>
                  <a:lnTo>
                    <a:pt x="1" y="1323"/>
                  </a:lnTo>
                  <a:lnTo>
                    <a:pt x="1122" y="1323"/>
                  </a:lnTo>
                  <a:lnTo>
                    <a:pt x="1122" y="43"/>
                  </a:lnTo>
                  <a:lnTo>
                    <a:pt x="11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1" name="Google Shape;4821;p52">
              <a:extLst>
                <a:ext uri="{FF2B5EF4-FFF2-40B4-BE49-F238E27FC236}">
                  <a16:creationId xmlns:a16="http://schemas.microsoft.com/office/drawing/2014/main" id="{0C0F520A-1989-DF8D-BE93-8D33C34ADFAC}"/>
                </a:ext>
              </a:extLst>
            </p:cNvPr>
            <p:cNvSpPr/>
            <p:nvPr/>
          </p:nvSpPr>
          <p:spPr>
            <a:xfrm>
              <a:off x="4239757" y="4129883"/>
              <a:ext cx="36653" cy="3953"/>
            </a:xfrm>
            <a:custGeom>
              <a:avLst/>
              <a:gdLst/>
              <a:ahLst/>
              <a:cxnLst/>
              <a:rect l="l" t="t" r="r" b="b"/>
              <a:pathLst>
                <a:path w="1122" h="121" extrusionOk="0">
                  <a:moveTo>
                    <a:pt x="1" y="1"/>
                  </a:moveTo>
                  <a:lnTo>
                    <a:pt x="1" y="121"/>
                  </a:lnTo>
                  <a:lnTo>
                    <a:pt x="1122" y="121"/>
                  </a:lnTo>
                  <a:lnTo>
                    <a:pt x="11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2" name="Google Shape;4822;p52">
              <a:extLst>
                <a:ext uri="{FF2B5EF4-FFF2-40B4-BE49-F238E27FC236}">
                  <a16:creationId xmlns:a16="http://schemas.microsoft.com/office/drawing/2014/main" id="{07270928-E45E-F50F-E181-5169D0B98CA1}"/>
                </a:ext>
              </a:extLst>
            </p:cNvPr>
            <p:cNvSpPr/>
            <p:nvPr/>
          </p:nvSpPr>
          <p:spPr>
            <a:xfrm>
              <a:off x="4273732" y="4129883"/>
              <a:ext cx="2679" cy="3953"/>
            </a:xfrm>
            <a:custGeom>
              <a:avLst/>
              <a:gdLst/>
              <a:ahLst/>
              <a:cxnLst/>
              <a:rect l="l" t="t" r="r" b="b"/>
              <a:pathLst>
                <a:path w="82" h="121" extrusionOk="0">
                  <a:moveTo>
                    <a:pt x="1" y="1"/>
                  </a:moveTo>
                  <a:lnTo>
                    <a:pt x="1" y="121"/>
                  </a:lnTo>
                  <a:lnTo>
                    <a:pt x="82" y="121"/>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3" name="Google Shape;4823;p52">
              <a:extLst>
                <a:ext uri="{FF2B5EF4-FFF2-40B4-BE49-F238E27FC236}">
                  <a16:creationId xmlns:a16="http://schemas.microsoft.com/office/drawing/2014/main" id="{6947C01D-6CD0-84AA-37FE-531D76EAF4CF}"/>
                </a:ext>
              </a:extLst>
            </p:cNvPr>
            <p:cNvSpPr/>
            <p:nvPr/>
          </p:nvSpPr>
          <p:spPr>
            <a:xfrm>
              <a:off x="4274156" y="4129883"/>
              <a:ext cx="36653" cy="44068"/>
            </a:xfrm>
            <a:custGeom>
              <a:avLst/>
              <a:gdLst/>
              <a:ahLst/>
              <a:cxnLst/>
              <a:rect l="l" t="t" r="r" b="b"/>
              <a:pathLst>
                <a:path w="1122" h="1349" extrusionOk="0">
                  <a:moveTo>
                    <a:pt x="1041" y="121"/>
                  </a:moveTo>
                  <a:lnTo>
                    <a:pt x="1041" y="1255"/>
                  </a:lnTo>
                  <a:lnTo>
                    <a:pt x="69" y="1255"/>
                  </a:lnTo>
                  <a:lnTo>
                    <a:pt x="69" y="121"/>
                  </a:lnTo>
                  <a:close/>
                  <a:moveTo>
                    <a:pt x="1041" y="1"/>
                  </a:moveTo>
                  <a:lnTo>
                    <a:pt x="1041" y="27"/>
                  </a:lnTo>
                  <a:lnTo>
                    <a:pt x="1" y="27"/>
                  </a:lnTo>
                  <a:lnTo>
                    <a:pt x="1" y="1349"/>
                  </a:lnTo>
                  <a:lnTo>
                    <a:pt x="1122" y="1349"/>
                  </a:lnTo>
                  <a:lnTo>
                    <a:pt x="1122" y="53"/>
                  </a:lnTo>
                  <a:lnTo>
                    <a:pt x="11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4" name="Google Shape;4824;p52">
              <a:extLst>
                <a:ext uri="{FF2B5EF4-FFF2-40B4-BE49-F238E27FC236}">
                  <a16:creationId xmlns:a16="http://schemas.microsoft.com/office/drawing/2014/main" id="{4BACB3F4-45B6-1904-E6C1-E5870F25FBF8}"/>
                </a:ext>
              </a:extLst>
            </p:cNvPr>
            <p:cNvSpPr/>
            <p:nvPr/>
          </p:nvSpPr>
          <p:spPr>
            <a:xfrm>
              <a:off x="4274156" y="4129883"/>
              <a:ext cx="36130" cy="3953"/>
            </a:xfrm>
            <a:custGeom>
              <a:avLst/>
              <a:gdLst/>
              <a:ahLst/>
              <a:cxnLst/>
              <a:rect l="l" t="t" r="r" b="b"/>
              <a:pathLst>
                <a:path w="1106" h="121" extrusionOk="0">
                  <a:moveTo>
                    <a:pt x="1" y="1"/>
                  </a:moveTo>
                  <a:lnTo>
                    <a:pt x="1" y="121"/>
                  </a:lnTo>
                  <a:lnTo>
                    <a:pt x="1106" y="121"/>
                  </a:lnTo>
                  <a:lnTo>
                    <a:pt x="11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5" name="Google Shape;4825;p52">
              <a:extLst>
                <a:ext uri="{FF2B5EF4-FFF2-40B4-BE49-F238E27FC236}">
                  <a16:creationId xmlns:a16="http://schemas.microsoft.com/office/drawing/2014/main" id="{A590BFCD-D15F-7304-B1FE-A95E19091CD8}"/>
                </a:ext>
              </a:extLst>
            </p:cNvPr>
            <p:cNvSpPr/>
            <p:nvPr/>
          </p:nvSpPr>
          <p:spPr>
            <a:xfrm>
              <a:off x="4273732" y="4130733"/>
              <a:ext cx="2679" cy="43219"/>
            </a:xfrm>
            <a:custGeom>
              <a:avLst/>
              <a:gdLst/>
              <a:ahLst/>
              <a:cxnLst/>
              <a:rect l="l" t="t" r="r" b="b"/>
              <a:pathLst>
                <a:path w="82" h="1323" extrusionOk="0">
                  <a:moveTo>
                    <a:pt x="1" y="1"/>
                  </a:moveTo>
                  <a:lnTo>
                    <a:pt x="1" y="1323"/>
                  </a:lnTo>
                  <a:lnTo>
                    <a:pt x="82" y="1323"/>
                  </a:lnTo>
                  <a:lnTo>
                    <a:pt x="82" y="43"/>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6" name="Google Shape;4826;p52">
              <a:extLst>
                <a:ext uri="{FF2B5EF4-FFF2-40B4-BE49-F238E27FC236}">
                  <a16:creationId xmlns:a16="http://schemas.microsoft.com/office/drawing/2014/main" id="{13533E81-14BE-3571-617C-ECA814411261}"/>
                </a:ext>
              </a:extLst>
            </p:cNvPr>
            <p:cNvSpPr/>
            <p:nvPr/>
          </p:nvSpPr>
          <p:spPr>
            <a:xfrm>
              <a:off x="4273732" y="4129883"/>
              <a:ext cx="2679" cy="3953"/>
            </a:xfrm>
            <a:custGeom>
              <a:avLst/>
              <a:gdLst/>
              <a:ahLst/>
              <a:cxnLst/>
              <a:rect l="l" t="t" r="r" b="b"/>
              <a:pathLst>
                <a:path w="82" h="121" extrusionOk="0">
                  <a:moveTo>
                    <a:pt x="1" y="1"/>
                  </a:moveTo>
                  <a:lnTo>
                    <a:pt x="1" y="121"/>
                  </a:lnTo>
                  <a:lnTo>
                    <a:pt x="82" y="121"/>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7" name="Google Shape;4827;p52">
              <a:extLst>
                <a:ext uri="{FF2B5EF4-FFF2-40B4-BE49-F238E27FC236}">
                  <a16:creationId xmlns:a16="http://schemas.microsoft.com/office/drawing/2014/main" id="{71CC2CD1-BDA0-911C-230A-4FE1B0C37BDA}"/>
                </a:ext>
              </a:extLst>
            </p:cNvPr>
            <p:cNvSpPr/>
            <p:nvPr/>
          </p:nvSpPr>
          <p:spPr>
            <a:xfrm>
              <a:off x="4273732" y="4129883"/>
              <a:ext cx="2679" cy="3953"/>
            </a:xfrm>
            <a:custGeom>
              <a:avLst/>
              <a:gdLst/>
              <a:ahLst/>
              <a:cxnLst/>
              <a:rect l="l" t="t" r="r" b="b"/>
              <a:pathLst>
                <a:path w="82" h="121" extrusionOk="0">
                  <a:moveTo>
                    <a:pt x="1" y="1"/>
                  </a:moveTo>
                  <a:lnTo>
                    <a:pt x="1" y="121"/>
                  </a:lnTo>
                  <a:lnTo>
                    <a:pt x="82" y="121"/>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8" name="Google Shape;4828;p52">
              <a:extLst>
                <a:ext uri="{FF2B5EF4-FFF2-40B4-BE49-F238E27FC236}">
                  <a16:creationId xmlns:a16="http://schemas.microsoft.com/office/drawing/2014/main" id="{7224C7ED-7B86-F9D9-9375-B3288358CA4F}"/>
                </a:ext>
              </a:extLst>
            </p:cNvPr>
            <p:cNvSpPr/>
            <p:nvPr/>
          </p:nvSpPr>
          <p:spPr>
            <a:xfrm>
              <a:off x="4148841" y="4091890"/>
              <a:ext cx="67556" cy="80787"/>
            </a:xfrm>
            <a:custGeom>
              <a:avLst/>
              <a:gdLst/>
              <a:ahLst/>
              <a:cxnLst/>
              <a:rect l="l" t="t" r="r" b="b"/>
              <a:pathLst>
                <a:path w="2068" h="2473" extrusionOk="0">
                  <a:moveTo>
                    <a:pt x="1" y="1"/>
                  </a:moveTo>
                  <a:lnTo>
                    <a:pt x="1" y="2473"/>
                  </a:lnTo>
                  <a:lnTo>
                    <a:pt x="2068" y="2473"/>
                  </a:lnTo>
                  <a:lnTo>
                    <a:pt x="2068"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9" name="Google Shape;4829;p52">
              <a:extLst>
                <a:ext uri="{FF2B5EF4-FFF2-40B4-BE49-F238E27FC236}">
                  <a16:creationId xmlns:a16="http://schemas.microsoft.com/office/drawing/2014/main" id="{E641A8DF-3B89-E4B7-A3E6-84E1A6710613}"/>
                </a:ext>
              </a:extLst>
            </p:cNvPr>
            <p:cNvSpPr/>
            <p:nvPr/>
          </p:nvSpPr>
          <p:spPr>
            <a:xfrm>
              <a:off x="4147991" y="4089766"/>
              <a:ext cx="36653" cy="44068"/>
            </a:xfrm>
            <a:custGeom>
              <a:avLst/>
              <a:gdLst/>
              <a:ahLst/>
              <a:cxnLst/>
              <a:rect l="l" t="t" r="r" b="b"/>
              <a:pathLst>
                <a:path w="1122" h="1349" extrusionOk="0">
                  <a:moveTo>
                    <a:pt x="1054" y="95"/>
                  </a:moveTo>
                  <a:lnTo>
                    <a:pt x="1054" y="1229"/>
                  </a:lnTo>
                  <a:lnTo>
                    <a:pt x="82" y="1229"/>
                  </a:lnTo>
                  <a:lnTo>
                    <a:pt x="82" y="95"/>
                  </a:lnTo>
                  <a:close/>
                  <a:moveTo>
                    <a:pt x="1" y="1"/>
                  </a:moveTo>
                  <a:lnTo>
                    <a:pt x="1" y="1349"/>
                  </a:lnTo>
                  <a:lnTo>
                    <a:pt x="82" y="1349"/>
                  </a:lnTo>
                  <a:lnTo>
                    <a:pt x="82" y="1323"/>
                  </a:lnTo>
                  <a:lnTo>
                    <a:pt x="1122" y="1323"/>
                  </a:lnTo>
                  <a:lnTo>
                    <a:pt x="11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0" name="Google Shape;4830;p52">
              <a:extLst>
                <a:ext uri="{FF2B5EF4-FFF2-40B4-BE49-F238E27FC236}">
                  <a16:creationId xmlns:a16="http://schemas.microsoft.com/office/drawing/2014/main" id="{0638C8E9-9E56-8ADF-4F41-767C01EB4A88}"/>
                </a:ext>
              </a:extLst>
            </p:cNvPr>
            <p:cNvSpPr/>
            <p:nvPr/>
          </p:nvSpPr>
          <p:spPr>
            <a:xfrm>
              <a:off x="4182391" y="4089766"/>
              <a:ext cx="36653" cy="43219"/>
            </a:xfrm>
            <a:custGeom>
              <a:avLst/>
              <a:gdLst/>
              <a:ahLst/>
              <a:cxnLst/>
              <a:rect l="l" t="t" r="r" b="b"/>
              <a:pathLst>
                <a:path w="1122" h="1323" extrusionOk="0">
                  <a:moveTo>
                    <a:pt x="1041" y="95"/>
                  </a:moveTo>
                  <a:lnTo>
                    <a:pt x="1041" y="1229"/>
                  </a:lnTo>
                  <a:lnTo>
                    <a:pt x="69" y="1229"/>
                  </a:lnTo>
                  <a:lnTo>
                    <a:pt x="69" y="95"/>
                  </a:lnTo>
                  <a:close/>
                  <a:moveTo>
                    <a:pt x="1" y="1"/>
                  </a:moveTo>
                  <a:lnTo>
                    <a:pt x="1" y="1281"/>
                  </a:lnTo>
                  <a:lnTo>
                    <a:pt x="1" y="1323"/>
                  </a:lnTo>
                  <a:lnTo>
                    <a:pt x="1122" y="1323"/>
                  </a:lnTo>
                  <a:lnTo>
                    <a:pt x="11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1" name="Google Shape;4831;p52">
              <a:extLst>
                <a:ext uri="{FF2B5EF4-FFF2-40B4-BE49-F238E27FC236}">
                  <a16:creationId xmlns:a16="http://schemas.microsoft.com/office/drawing/2014/main" id="{92478F80-2DB8-91E2-F862-0C9B3510B68E}"/>
                </a:ext>
              </a:extLst>
            </p:cNvPr>
            <p:cNvSpPr/>
            <p:nvPr/>
          </p:nvSpPr>
          <p:spPr>
            <a:xfrm>
              <a:off x="4182391" y="4089766"/>
              <a:ext cx="2254" cy="43219"/>
            </a:xfrm>
            <a:custGeom>
              <a:avLst/>
              <a:gdLst/>
              <a:ahLst/>
              <a:cxnLst/>
              <a:rect l="l" t="t" r="r" b="b"/>
              <a:pathLst>
                <a:path w="69" h="1323" extrusionOk="0">
                  <a:moveTo>
                    <a:pt x="1" y="1"/>
                  </a:moveTo>
                  <a:lnTo>
                    <a:pt x="1" y="1281"/>
                  </a:lnTo>
                  <a:lnTo>
                    <a:pt x="1" y="1323"/>
                  </a:lnTo>
                  <a:lnTo>
                    <a:pt x="69" y="1323"/>
                  </a:lnTo>
                  <a:lnTo>
                    <a:pt x="69" y="53"/>
                  </a:lnTo>
                  <a:lnTo>
                    <a:pt x="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2" name="Google Shape;4832;p52">
              <a:extLst>
                <a:ext uri="{FF2B5EF4-FFF2-40B4-BE49-F238E27FC236}">
                  <a16:creationId xmlns:a16="http://schemas.microsoft.com/office/drawing/2014/main" id="{9F5736FC-E2A1-FEFF-69A4-D52996B695B5}"/>
                </a:ext>
              </a:extLst>
            </p:cNvPr>
            <p:cNvSpPr/>
            <p:nvPr/>
          </p:nvSpPr>
          <p:spPr>
            <a:xfrm>
              <a:off x="4147991" y="4130733"/>
              <a:ext cx="36653" cy="43219"/>
            </a:xfrm>
            <a:custGeom>
              <a:avLst/>
              <a:gdLst/>
              <a:ahLst/>
              <a:cxnLst/>
              <a:rect l="l" t="t" r="r" b="b"/>
              <a:pathLst>
                <a:path w="1122" h="1323" extrusionOk="0">
                  <a:moveTo>
                    <a:pt x="1054" y="95"/>
                  </a:moveTo>
                  <a:lnTo>
                    <a:pt x="1054" y="1229"/>
                  </a:lnTo>
                  <a:lnTo>
                    <a:pt x="82" y="1229"/>
                  </a:lnTo>
                  <a:lnTo>
                    <a:pt x="82" y="95"/>
                  </a:lnTo>
                  <a:close/>
                  <a:moveTo>
                    <a:pt x="1" y="1"/>
                  </a:moveTo>
                  <a:lnTo>
                    <a:pt x="1" y="1323"/>
                  </a:lnTo>
                  <a:lnTo>
                    <a:pt x="1122" y="1323"/>
                  </a:lnTo>
                  <a:lnTo>
                    <a:pt x="1122" y="43"/>
                  </a:lnTo>
                  <a:lnTo>
                    <a:pt x="11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3" name="Google Shape;4833;p52">
              <a:extLst>
                <a:ext uri="{FF2B5EF4-FFF2-40B4-BE49-F238E27FC236}">
                  <a16:creationId xmlns:a16="http://schemas.microsoft.com/office/drawing/2014/main" id="{9C3E20E3-EC4D-9148-44E9-C14A86191EDE}"/>
                </a:ext>
              </a:extLst>
            </p:cNvPr>
            <p:cNvSpPr/>
            <p:nvPr/>
          </p:nvSpPr>
          <p:spPr>
            <a:xfrm>
              <a:off x="4147991" y="4129883"/>
              <a:ext cx="36653" cy="3953"/>
            </a:xfrm>
            <a:custGeom>
              <a:avLst/>
              <a:gdLst/>
              <a:ahLst/>
              <a:cxnLst/>
              <a:rect l="l" t="t" r="r" b="b"/>
              <a:pathLst>
                <a:path w="1122" h="121" extrusionOk="0">
                  <a:moveTo>
                    <a:pt x="1" y="1"/>
                  </a:moveTo>
                  <a:lnTo>
                    <a:pt x="1" y="121"/>
                  </a:lnTo>
                  <a:lnTo>
                    <a:pt x="1122" y="121"/>
                  </a:lnTo>
                  <a:lnTo>
                    <a:pt x="11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4" name="Google Shape;4834;p52">
              <a:extLst>
                <a:ext uri="{FF2B5EF4-FFF2-40B4-BE49-F238E27FC236}">
                  <a16:creationId xmlns:a16="http://schemas.microsoft.com/office/drawing/2014/main" id="{93663A81-7860-CE9A-086B-1D04C4424002}"/>
                </a:ext>
              </a:extLst>
            </p:cNvPr>
            <p:cNvSpPr/>
            <p:nvPr/>
          </p:nvSpPr>
          <p:spPr>
            <a:xfrm>
              <a:off x="4182391" y="4129883"/>
              <a:ext cx="2254" cy="3953"/>
            </a:xfrm>
            <a:custGeom>
              <a:avLst/>
              <a:gdLst/>
              <a:ahLst/>
              <a:cxnLst/>
              <a:rect l="l" t="t" r="r" b="b"/>
              <a:pathLst>
                <a:path w="69" h="121" extrusionOk="0">
                  <a:moveTo>
                    <a:pt x="1" y="1"/>
                  </a:moveTo>
                  <a:lnTo>
                    <a:pt x="1" y="121"/>
                  </a:lnTo>
                  <a:lnTo>
                    <a:pt x="69" y="121"/>
                  </a:lnTo>
                  <a:lnTo>
                    <a:pt x="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5" name="Google Shape;4835;p52">
              <a:extLst>
                <a:ext uri="{FF2B5EF4-FFF2-40B4-BE49-F238E27FC236}">
                  <a16:creationId xmlns:a16="http://schemas.microsoft.com/office/drawing/2014/main" id="{E6F2F0C5-D931-8272-CFF9-568300852F47}"/>
                </a:ext>
              </a:extLst>
            </p:cNvPr>
            <p:cNvSpPr/>
            <p:nvPr/>
          </p:nvSpPr>
          <p:spPr>
            <a:xfrm>
              <a:off x="4182391" y="4129883"/>
              <a:ext cx="36653" cy="44068"/>
            </a:xfrm>
            <a:custGeom>
              <a:avLst/>
              <a:gdLst/>
              <a:ahLst/>
              <a:cxnLst/>
              <a:rect l="l" t="t" r="r" b="b"/>
              <a:pathLst>
                <a:path w="1122" h="1349" extrusionOk="0">
                  <a:moveTo>
                    <a:pt x="1041" y="121"/>
                  </a:moveTo>
                  <a:lnTo>
                    <a:pt x="1041" y="1255"/>
                  </a:lnTo>
                  <a:lnTo>
                    <a:pt x="82" y="1255"/>
                  </a:lnTo>
                  <a:lnTo>
                    <a:pt x="82" y="121"/>
                  </a:lnTo>
                  <a:close/>
                  <a:moveTo>
                    <a:pt x="1041" y="1"/>
                  </a:moveTo>
                  <a:lnTo>
                    <a:pt x="1041" y="27"/>
                  </a:lnTo>
                  <a:lnTo>
                    <a:pt x="1" y="27"/>
                  </a:lnTo>
                  <a:lnTo>
                    <a:pt x="1" y="1349"/>
                  </a:lnTo>
                  <a:lnTo>
                    <a:pt x="1122" y="1349"/>
                  </a:lnTo>
                  <a:lnTo>
                    <a:pt x="1122" y="53"/>
                  </a:lnTo>
                  <a:lnTo>
                    <a:pt x="11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6" name="Google Shape;4836;p52">
              <a:extLst>
                <a:ext uri="{FF2B5EF4-FFF2-40B4-BE49-F238E27FC236}">
                  <a16:creationId xmlns:a16="http://schemas.microsoft.com/office/drawing/2014/main" id="{AAC1F867-BD09-F9B5-6F0A-BFB9381FEAC9}"/>
                </a:ext>
              </a:extLst>
            </p:cNvPr>
            <p:cNvSpPr/>
            <p:nvPr/>
          </p:nvSpPr>
          <p:spPr>
            <a:xfrm>
              <a:off x="4182391" y="4129883"/>
              <a:ext cx="36653" cy="3953"/>
            </a:xfrm>
            <a:custGeom>
              <a:avLst/>
              <a:gdLst/>
              <a:ahLst/>
              <a:cxnLst/>
              <a:rect l="l" t="t" r="r" b="b"/>
              <a:pathLst>
                <a:path w="1122" h="121" extrusionOk="0">
                  <a:moveTo>
                    <a:pt x="1" y="1"/>
                  </a:moveTo>
                  <a:lnTo>
                    <a:pt x="1" y="121"/>
                  </a:lnTo>
                  <a:lnTo>
                    <a:pt x="1122" y="121"/>
                  </a:lnTo>
                  <a:lnTo>
                    <a:pt x="11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7" name="Google Shape;4837;p52">
              <a:extLst>
                <a:ext uri="{FF2B5EF4-FFF2-40B4-BE49-F238E27FC236}">
                  <a16:creationId xmlns:a16="http://schemas.microsoft.com/office/drawing/2014/main" id="{280882C4-03E3-AB55-2B79-9CFB4F2EED2E}"/>
                </a:ext>
              </a:extLst>
            </p:cNvPr>
            <p:cNvSpPr/>
            <p:nvPr/>
          </p:nvSpPr>
          <p:spPr>
            <a:xfrm>
              <a:off x="4182391" y="4130733"/>
              <a:ext cx="2679" cy="43219"/>
            </a:xfrm>
            <a:custGeom>
              <a:avLst/>
              <a:gdLst/>
              <a:ahLst/>
              <a:cxnLst/>
              <a:rect l="l" t="t" r="r" b="b"/>
              <a:pathLst>
                <a:path w="82" h="1323" extrusionOk="0">
                  <a:moveTo>
                    <a:pt x="1" y="1"/>
                  </a:moveTo>
                  <a:lnTo>
                    <a:pt x="1" y="1323"/>
                  </a:lnTo>
                  <a:lnTo>
                    <a:pt x="82" y="1323"/>
                  </a:lnTo>
                  <a:lnTo>
                    <a:pt x="82" y="43"/>
                  </a:lnTo>
                  <a:lnTo>
                    <a:pt x="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8" name="Google Shape;4838;p52">
              <a:extLst>
                <a:ext uri="{FF2B5EF4-FFF2-40B4-BE49-F238E27FC236}">
                  <a16:creationId xmlns:a16="http://schemas.microsoft.com/office/drawing/2014/main" id="{77B9AE05-12EC-DD4C-D296-BA384DE9E830}"/>
                </a:ext>
              </a:extLst>
            </p:cNvPr>
            <p:cNvSpPr/>
            <p:nvPr/>
          </p:nvSpPr>
          <p:spPr>
            <a:xfrm>
              <a:off x="4182391" y="4129883"/>
              <a:ext cx="2679" cy="3953"/>
            </a:xfrm>
            <a:custGeom>
              <a:avLst/>
              <a:gdLst/>
              <a:ahLst/>
              <a:cxnLst/>
              <a:rect l="l" t="t" r="r" b="b"/>
              <a:pathLst>
                <a:path w="82" h="121" extrusionOk="0">
                  <a:moveTo>
                    <a:pt x="1" y="1"/>
                  </a:moveTo>
                  <a:lnTo>
                    <a:pt x="1" y="121"/>
                  </a:lnTo>
                  <a:lnTo>
                    <a:pt x="82" y="121"/>
                  </a:lnTo>
                  <a:lnTo>
                    <a:pt x="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9" name="Google Shape;4839;p52">
              <a:extLst>
                <a:ext uri="{FF2B5EF4-FFF2-40B4-BE49-F238E27FC236}">
                  <a16:creationId xmlns:a16="http://schemas.microsoft.com/office/drawing/2014/main" id="{7FDF9316-7834-5495-6D8B-FCCB1803192A}"/>
                </a:ext>
              </a:extLst>
            </p:cNvPr>
            <p:cNvSpPr/>
            <p:nvPr/>
          </p:nvSpPr>
          <p:spPr>
            <a:xfrm>
              <a:off x="4182391" y="4129883"/>
              <a:ext cx="2254" cy="3953"/>
            </a:xfrm>
            <a:custGeom>
              <a:avLst/>
              <a:gdLst/>
              <a:ahLst/>
              <a:cxnLst/>
              <a:rect l="l" t="t" r="r" b="b"/>
              <a:pathLst>
                <a:path w="69" h="121" extrusionOk="0">
                  <a:moveTo>
                    <a:pt x="1" y="1"/>
                  </a:moveTo>
                  <a:lnTo>
                    <a:pt x="1" y="121"/>
                  </a:lnTo>
                  <a:lnTo>
                    <a:pt x="69" y="121"/>
                  </a:lnTo>
                  <a:lnTo>
                    <a:pt x="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0" name="Google Shape;4840;p52">
              <a:extLst>
                <a:ext uri="{FF2B5EF4-FFF2-40B4-BE49-F238E27FC236}">
                  <a16:creationId xmlns:a16="http://schemas.microsoft.com/office/drawing/2014/main" id="{25B5E8C6-4F8E-A0E0-D3E9-EFC0A6D67219}"/>
                </a:ext>
              </a:extLst>
            </p:cNvPr>
            <p:cNvSpPr/>
            <p:nvPr/>
          </p:nvSpPr>
          <p:spPr>
            <a:xfrm>
              <a:off x="4240606" y="4129458"/>
              <a:ext cx="67556" cy="80264"/>
            </a:xfrm>
            <a:custGeom>
              <a:avLst/>
              <a:gdLst/>
              <a:ahLst/>
              <a:cxnLst/>
              <a:rect l="l" t="t" r="r" b="b"/>
              <a:pathLst>
                <a:path w="2068" h="2457" extrusionOk="0">
                  <a:moveTo>
                    <a:pt x="1" y="1"/>
                  </a:moveTo>
                  <a:lnTo>
                    <a:pt x="1" y="2457"/>
                  </a:lnTo>
                  <a:lnTo>
                    <a:pt x="2068" y="2457"/>
                  </a:lnTo>
                  <a:lnTo>
                    <a:pt x="2068"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1" name="Google Shape;4841;p52">
              <a:extLst>
                <a:ext uri="{FF2B5EF4-FFF2-40B4-BE49-F238E27FC236}">
                  <a16:creationId xmlns:a16="http://schemas.microsoft.com/office/drawing/2014/main" id="{CC7A5667-7D74-C350-F3AD-2169F57ED6F2}"/>
                </a:ext>
              </a:extLst>
            </p:cNvPr>
            <p:cNvSpPr/>
            <p:nvPr/>
          </p:nvSpPr>
          <p:spPr>
            <a:xfrm>
              <a:off x="4239757" y="4127237"/>
              <a:ext cx="36653" cy="43644"/>
            </a:xfrm>
            <a:custGeom>
              <a:avLst/>
              <a:gdLst/>
              <a:ahLst/>
              <a:cxnLst/>
              <a:rect l="l" t="t" r="r" b="b"/>
              <a:pathLst>
                <a:path w="1122" h="1336" extrusionOk="0">
                  <a:moveTo>
                    <a:pt x="1041" y="82"/>
                  </a:moveTo>
                  <a:lnTo>
                    <a:pt x="1041" y="1216"/>
                  </a:lnTo>
                  <a:lnTo>
                    <a:pt x="69" y="1216"/>
                  </a:lnTo>
                  <a:lnTo>
                    <a:pt x="69" y="82"/>
                  </a:lnTo>
                  <a:close/>
                  <a:moveTo>
                    <a:pt x="1" y="1"/>
                  </a:moveTo>
                  <a:lnTo>
                    <a:pt x="1" y="1336"/>
                  </a:lnTo>
                  <a:lnTo>
                    <a:pt x="69" y="1336"/>
                  </a:lnTo>
                  <a:lnTo>
                    <a:pt x="69" y="1310"/>
                  </a:lnTo>
                  <a:lnTo>
                    <a:pt x="1122" y="1310"/>
                  </a:lnTo>
                  <a:lnTo>
                    <a:pt x="11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2" name="Google Shape;4842;p52">
              <a:extLst>
                <a:ext uri="{FF2B5EF4-FFF2-40B4-BE49-F238E27FC236}">
                  <a16:creationId xmlns:a16="http://schemas.microsoft.com/office/drawing/2014/main" id="{3C69B22B-1FC1-F6DF-4CE3-45F7E390B782}"/>
                </a:ext>
              </a:extLst>
            </p:cNvPr>
            <p:cNvSpPr/>
            <p:nvPr/>
          </p:nvSpPr>
          <p:spPr>
            <a:xfrm>
              <a:off x="4273732" y="4127237"/>
              <a:ext cx="36555" cy="42794"/>
            </a:xfrm>
            <a:custGeom>
              <a:avLst/>
              <a:gdLst/>
              <a:ahLst/>
              <a:cxnLst/>
              <a:rect l="l" t="t" r="r" b="b"/>
              <a:pathLst>
                <a:path w="1119" h="1310" extrusionOk="0">
                  <a:moveTo>
                    <a:pt x="1054" y="82"/>
                  </a:moveTo>
                  <a:lnTo>
                    <a:pt x="1054" y="1216"/>
                  </a:lnTo>
                  <a:lnTo>
                    <a:pt x="82" y="1216"/>
                  </a:lnTo>
                  <a:lnTo>
                    <a:pt x="82" y="82"/>
                  </a:lnTo>
                  <a:close/>
                  <a:moveTo>
                    <a:pt x="1" y="1"/>
                  </a:moveTo>
                  <a:lnTo>
                    <a:pt x="1" y="1268"/>
                  </a:lnTo>
                  <a:lnTo>
                    <a:pt x="14" y="1310"/>
                  </a:lnTo>
                  <a:lnTo>
                    <a:pt x="1119" y="1310"/>
                  </a:lnTo>
                  <a:lnTo>
                    <a:pt x="111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3" name="Google Shape;4843;p52">
              <a:extLst>
                <a:ext uri="{FF2B5EF4-FFF2-40B4-BE49-F238E27FC236}">
                  <a16:creationId xmlns:a16="http://schemas.microsoft.com/office/drawing/2014/main" id="{1F6162FF-1ABD-732D-82E9-3EC4BA53FDCE}"/>
                </a:ext>
              </a:extLst>
            </p:cNvPr>
            <p:cNvSpPr/>
            <p:nvPr/>
          </p:nvSpPr>
          <p:spPr>
            <a:xfrm>
              <a:off x="4273732" y="4127237"/>
              <a:ext cx="2679" cy="42794"/>
            </a:xfrm>
            <a:custGeom>
              <a:avLst/>
              <a:gdLst/>
              <a:ahLst/>
              <a:cxnLst/>
              <a:rect l="l" t="t" r="r" b="b"/>
              <a:pathLst>
                <a:path w="82" h="1310" extrusionOk="0">
                  <a:moveTo>
                    <a:pt x="1" y="1"/>
                  </a:moveTo>
                  <a:lnTo>
                    <a:pt x="1" y="1268"/>
                  </a:lnTo>
                  <a:lnTo>
                    <a:pt x="1" y="1310"/>
                  </a:lnTo>
                  <a:lnTo>
                    <a:pt x="82" y="1310"/>
                  </a:lnTo>
                  <a:lnTo>
                    <a:pt x="82" y="40"/>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4" name="Google Shape;4844;p52">
              <a:extLst>
                <a:ext uri="{FF2B5EF4-FFF2-40B4-BE49-F238E27FC236}">
                  <a16:creationId xmlns:a16="http://schemas.microsoft.com/office/drawing/2014/main" id="{9573F72C-3F8E-2B33-65E9-5735A9CD4F7F}"/>
                </a:ext>
              </a:extLst>
            </p:cNvPr>
            <p:cNvSpPr/>
            <p:nvPr/>
          </p:nvSpPr>
          <p:spPr>
            <a:xfrm>
              <a:off x="4239757" y="4167778"/>
              <a:ext cx="36653" cy="43219"/>
            </a:xfrm>
            <a:custGeom>
              <a:avLst/>
              <a:gdLst/>
              <a:ahLst/>
              <a:cxnLst/>
              <a:rect l="l" t="t" r="r" b="b"/>
              <a:pathLst>
                <a:path w="1122" h="1323" extrusionOk="0">
                  <a:moveTo>
                    <a:pt x="1041" y="95"/>
                  </a:moveTo>
                  <a:lnTo>
                    <a:pt x="1041" y="1229"/>
                  </a:lnTo>
                  <a:lnTo>
                    <a:pt x="69" y="1229"/>
                  </a:lnTo>
                  <a:lnTo>
                    <a:pt x="69" y="95"/>
                  </a:lnTo>
                  <a:close/>
                  <a:moveTo>
                    <a:pt x="1" y="1"/>
                  </a:moveTo>
                  <a:lnTo>
                    <a:pt x="1" y="1323"/>
                  </a:lnTo>
                  <a:lnTo>
                    <a:pt x="1122" y="1323"/>
                  </a:lnTo>
                  <a:lnTo>
                    <a:pt x="1122" y="56"/>
                  </a:lnTo>
                  <a:lnTo>
                    <a:pt x="11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5" name="Google Shape;4845;p52">
              <a:extLst>
                <a:ext uri="{FF2B5EF4-FFF2-40B4-BE49-F238E27FC236}">
                  <a16:creationId xmlns:a16="http://schemas.microsoft.com/office/drawing/2014/main" id="{EE5595B9-6585-B051-4D3F-DA77C9172040}"/>
                </a:ext>
              </a:extLst>
            </p:cNvPr>
            <p:cNvSpPr/>
            <p:nvPr/>
          </p:nvSpPr>
          <p:spPr>
            <a:xfrm>
              <a:off x="4239757" y="4166929"/>
              <a:ext cx="36653" cy="3953"/>
            </a:xfrm>
            <a:custGeom>
              <a:avLst/>
              <a:gdLst/>
              <a:ahLst/>
              <a:cxnLst/>
              <a:rect l="l" t="t" r="r" b="b"/>
              <a:pathLst>
                <a:path w="1122" h="121" extrusionOk="0">
                  <a:moveTo>
                    <a:pt x="1" y="1"/>
                  </a:moveTo>
                  <a:lnTo>
                    <a:pt x="1" y="121"/>
                  </a:lnTo>
                  <a:lnTo>
                    <a:pt x="1122" y="121"/>
                  </a:lnTo>
                  <a:lnTo>
                    <a:pt x="11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6" name="Google Shape;4846;p52">
              <a:extLst>
                <a:ext uri="{FF2B5EF4-FFF2-40B4-BE49-F238E27FC236}">
                  <a16:creationId xmlns:a16="http://schemas.microsoft.com/office/drawing/2014/main" id="{5B80EAD4-4460-80A9-37D7-F08A1362278D}"/>
                </a:ext>
              </a:extLst>
            </p:cNvPr>
            <p:cNvSpPr/>
            <p:nvPr/>
          </p:nvSpPr>
          <p:spPr>
            <a:xfrm>
              <a:off x="4273732" y="4166929"/>
              <a:ext cx="2679" cy="3953"/>
            </a:xfrm>
            <a:custGeom>
              <a:avLst/>
              <a:gdLst/>
              <a:ahLst/>
              <a:cxnLst/>
              <a:rect l="l" t="t" r="r" b="b"/>
              <a:pathLst>
                <a:path w="82" h="121" extrusionOk="0">
                  <a:moveTo>
                    <a:pt x="1" y="1"/>
                  </a:moveTo>
                  <a:lnTo>
                    <a:pt x="1" y="121"/>
                  </a:lnTo>
                  <a:lnTo>
                    <a:pt x="82" y="121"/>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7" name="Google Shape;4847;p52">
              <a:extLst>
                <a:ext uri="{FF2B5EF4-FFF2-40B4-BE49-F238E27FC236}">
                  <a16:creationId xmlns:a16="http://schemas.microsoft.com/office/drawing/2014/main" id="{4C514AD1-911C-9C0A-C728-BDA0D4B5B449}"/>
                </a:ext>
              </a:extLst>
            </p:cNvPr>
            <p:cNvSpPr/>
            <p:nvPr/>
          </p:nvSpPr>
          <p:spPr>
            <a:xfrm>
              <a:off x="4274156" y="4166929"/>
              <a:ext cx="36653" cy="44068"/>
            </a:xfrm>
            <a:custGeom>
              <a:avLst/>
              <a:gdLst/>
              <a:ahLst/>
              <a:cxnLst/>
              <a:rect l="l" t="t" r="r" b="b"/>
              <a:pathLst>
                <a:path w="1122" h="1349" extrusionOk="0">
                  <a:moveTo>
                    <a:pt x="1041" y="121"/>
                  </a:moveTo>
                  <a:lnTo>
                    <a:pt x="1041" y="1255"/>
                  </a:lnTo>
                  <a:lnTo>
                    <a:pt x="69" y="1255"/>
                  </a:lnTo>
                  <a:lnTo>
                    <a:pt x="69" y="121"/>
                  </a:lnTo>
                  <a:close/>
                  <a:moveTo>
                    <a:pt x="1041" y="1"/>
                  </a:moveTo>
                  <a:lnTo>
                    <a:pt x="1041" y="27"/>
                  </a:lnTo>
                  <a:lnTo>
                    <a:pt x="1" y="27"/>
                  </a:lnTo>
                  <a:lnTo>
                    <a:pt x="1" y="1349"/>
                  </a:lnTo>
                  <a:lnTo>
                    <a:pt x="1122" y="1349"/>
                  </a:lnTo>
                  <a:lnTo>
                    <a:pt x="1122" y="53"/>
                  </a:lnTo>
                  <a:lnTo>
                    <a:pt x="11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8" name="Google Shape;4848;p52">
              <a:extLst>
                <a:ext uri="{FF2B5EF4-FFF2-40B4-BE49-F238E27FC236}">
                  <a16:creationId xmlns:a16="http://schemas.microsoft.com/office/drawing/2014/main" id="{23CB1D80-6F42-BEF7-55EE-005D1E9FEF69}"/>
                </a:ext>
              </a:extLst>
            </p:cNvPr>
            <p:cNvSpPr/>
            <p:nvPr/>
          </p:nvSpPr>
          <p:spPr>
            <a:xfrm>
              <a:off x="4274156" y="4166929"/>
              <a:ext cx="36130" cy="3953"/>
            </a:xfrm>
            <a:custGeom>
              <a:avLst/>
              <a:gdLst/>
              <a:ahLst/>
              <a:cxnLst/>
              <a:rect l="l" t="t" r="r" b="b"/>
              <a:pathLst>
                <a:path w="1106" h="121" extrusionOk="0">
                  <a:moveTo>
                    <a:pt x="1" y="1"/>
                  </a:moveTo>
                  <a:lnTo>
                    <a:pt x="1" y="121"/>
                  </a:lnTo>
                  <a:lnTo>
                    <a:pt x="1106" y="121"/>
                  </a:lnTo>
                  <a:lnTo>
                    <a:pt x="11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9" name="Google Shape;4849;p52">
              <a:extLst>
                <a:ext uri="{FF2B5EF4-FFF2-40B4-BE49-F238E27FC236}">
                  <a16:creationId xmlns:a16="http://schemas.microsoft.com/office/drawing/2014/main" id="{BC37E8EB-15CB-88AC-0508-F7FF42C4A468}"/>
                </a:ext>
              </a:extLst>
            </p:cNvPr>
            <p:cNvSpPr/>
            <p:nvPr/>
          </p:nvSpPr>
          <p:spPr>
            <a:xfrm>
              <a:off x="4273732" y="4167778"/>
              <a:ext cx="2679" cy="43219"/>
            </a:xfrm>
            <a:custGeom>
              <a:avLst/>
              <a:gdLst/>
              <a:ahLst/>
              <a:cxnLst/>
              <a:rect l="l" t="t" r="r" b="b"/>
              <a:pathLst>
                <a:path w="82" h="1323" extrusionOk="0">
                  <a:moveTo>
                    <a:pt x="1" y="1"/>
                  </a:moveTo>
                  <a:lnTo>
                    <a:pt x="1" y="1323"/>
                  </a:lnTo>
                  <a:lnTo>
                    <a:pt x="82" y="1323"/>
                  </a:lnTo>
                  <a:lnTo>
                    <a:pt x="82" y="56"/>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0" name="Google Shape;4850;p52">
              <a:extLst>
                <a:ext uri="{FF2B5EF4-FFF2-40B4-BE49-F238E27FC236}">
                  <a16:creationId xmlns:a16="http://schemas.microsoft.com/office/drawing/2014/main" id="{01408589-C934-3CF6-6FAF-A84E7A55FD7D}"/>
                </a:ext>
              </a:extLst>
            </p:cNvPr>
            <p:cNvSpPr/>
            <p:nvPr/>
          </p:nvSpPr>
          <p:spPr>
            <a:xfrm>
              <a:off x="4273732" y="4166929"/>
              <a:ext cx="2679" cy="3953"/>
            </a:xfrm>
            <a:custGeom>
              <a:avLst/>
              <a:gdLst/>
              <a:ahLst/>
              <a:cxnLst/>
              <a:rect l="l" t="t" r="r" b="b"/>
              <a:pathLst>
                <a:path w="82" h="121" extrusionOk="0">
                  <a:moveTo>
                    <a:pt x="1" y="1"/>
                  </a:moveTo>
                  <a:lnTo>
                    <a:pt x="1" y="121"/>
                  </a:lnTo>
                  <a:lnTo>
                    <a:pt x="82" y="121"/>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1" name="Google Shape;4851;p52">
              <a:extLst>
                <a:ext uri="{FF2B5EF4-FFF2-40B4-BE49-F238E27FC236}">
                  <a16:creationId xmlns:a16="http://schemas.microsoft.com/office/drawing/2014/main" id="{10BEE7F8-E0DC-5545-4490-818A970FBC16}"/>
                </a:ext>
              </a:extLst>
            </p:cNvPr>
            <p:cNvSpPr/>
            <p:nvPr/>
          </p:nvSpPr>
          <p:spPr>
            <a:xfrm>
              <a:off x="4273732" y="4166929"/>
              <a:ext cx="2679" cy="3953"/>
            </a:xfrm>
            <a:custGeom>
              <a:avLst/>
              <a:gdLst/>
              <a:ahLst/>
              <a:cxnLst/>
              <a:rect l="l" t="t" r="r" b="b"/>
              <a:pathLst>
                <a:path w="82" h="121" extrusionOk="0">
                  <a:moveTo>
                    <a:pt x="1" y="1"/>
                  </a:moveTo>
                  <a:lnTo>
                    <a:pt x="1" y="121"/>
                  </a:lnTo>
                  <a:lnTo>
                    <a:pt x="82" y="121"/>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2" name="Google Shape;4852;p52">
              <a:extLst>
                <a:ext uri="{FF2B5EF4-FFF2-40B4-BE49-F238E27FC236}">
                  <a16:creationId xmlns:a16="http://schemas.microsoft.com/office/drawing/2014/main" id="{B971E44A-35B0-83DC-B480-0C7FA3F58677}"/>
                </a:ext>
              </a:extLst>
            </p:cNvPr>
            <p:cNvSpPr/>
            <p:nvPr/>
          </p:nvSpPr>
          <p:spPr>
            <a:xfrm>
              <a:off x="4148841" y="4129458"/>
              <a:ext cx="67556" cy="80264"/>
            </a:xfrm>
            <a:custGeom>
              <a:avLst/>
              <a:gdLst/>
              <a:ahLst/>
              <a:cxnLst/>
              <a:rect l="l" t="t" r="r" b="b"/>
              <a:pathLst>
                <a:path w="2068" h="2457" extrusionOk="0">
                  <a:moveTo>
                    <a:pt x="1" y="1"/>
                  </a:moveTo>
                  <a:lnTo>
                    <a:pt x="1" y="2457"/>
                  </a:lnTo>
                  <a:lnTo>
                    <a:pt x="2068" y="2457"/>
                  </a:lnTo>
                  <a:lnTo>
                    <a:pt x="2068"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3" name="Google Shape;4853;p52">
              <a:extLst>
                <a:ext uri="{FF2B5EF4-FFF2-40B4-BE49-F238E27FC236}">
                  <a16:creationId xmlns:a16="http://schemas.microsoft.com/office/drawing/2014/main" id="{64AB1B05-569A-F355-D8E2-EB1C5D34B5C4}"/>
                </a:ext>
              </a:extLst>
            </p:cNvPr>
            <p:cNvSpPr/>
            <p:nvPr/>
          </p:nvSpPr>
          <p:spPr>
            <a:xfrm>
              <a:off x="4147991" y="4127237"/>
              <a:ext cx="36653" cy="43644"/>
            </a:xfrm>
            <a:custGeom>
              <a:avLst/>
              <a:gdLst/>
              <a:ahLst/>
              <a:cxnLst/>
              <a:rect l="l" t="t" r="r" b="b"/>
              <a:pathLst>
                <a:path w="1122" h="1336" extrusionOk="0">
                  <a:moveTo>
                    <a:pt x="1054" y="82"/>
                  </a:moveTo>
                  <a:lnTo>
                    <a:pt x="1054" y="1216"/>
                  </a:lnTo>
                  <a:lnTo>
                    <a:pt x="82" y="1216"/>
                  </a:lnTo>
                  <a:lnTo>
                    <a:pt x="82" y="82"/>
                  </a:lnTo>
                  <a:close/>
                  <a:moveTo>
                    <a:pt x="1" y="1"/>
                  </a:moveTo>
                  <a:lnTo>
                    <a:pt x="1" y="1336"/>
                  </a:lnTo>
                  <a:lnTo>
                    <a:pt x="82" y="1336"/>
                  </a:lnTo>
                  <a:lnTo>
                    <a:pt x="82" y="1310"/>
                  </a:lnTo>
                  <a:lnTo>
                    <a:pt x="1122" y="1310"/>
                  </a:lnTo>
                  <a:lnTo>
                    <a:pt x="11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4" name="Google Shape;4854;p52">
              <a:extLst>
                <a:ext uri="{FF2B5EF4-FFF2-40B4-BE49-F238E27FC236}">
                  <a16:creationId xmlns:a16="http://schemas.microsoft.com/office/drawing/2014/main" id="{271886CB-190B-8CE9-8842-FF8297B089A0}"/>
                </a:ext>
              </a:extLst>
            </p:cNvPr>
            <p:cNvSpPr/>
            <p:nvPr/>
          </p:nvSpPr>
          <p:spPr>
            <a:xfrm>
              <a:off x="4182391" y="4127237"/>
              <a:ext cx="36653" cy="42794"/>
            </a:xfrm>
            <a:custGeom>
              <a:avLst/>
              <a:gdLst/>
              <a:ahLst/>
              <a:cxnLst/>
              <a:rect l="l" t="t" r="r" b="b"/>
              <a:pathLst>
                <a:path w="1122" h="1310" extrusionOk="0">
                  <a:moveTo>
                    <a:pt x="1041" y="82"/>
                  </a:moveTo>
                  <a:lnTo>
                    <a:pt x="1041" y="1216"/>
                  </a:lnTo>
                  <a:lnTo>
                    <a:pt x="69" y="1216"/>
                  </a:lnTo>
                  <a:lnTo>
                    <a:pt x="69" y="82"/>
                  </a:lnTo>
                  <a:close/>
                  <a:moveTo>
                    <a:pt x="1" y="1"/>
                  </a:moveTo>
                  <a:lnTo>
                    <a:pt x="1" y="1268"/>
                  </a:lnTo>
                  <a:lnTo>
                    <a:pt x="1" y="1310"/>
                  </a:lnTo>
                  <a:lnTo>
                    <a:pt x="1122" y="1310"/>
                  </a:lnTo>
                  <a:lnTo>
                    <a:pt x="11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5" name="Google Shape;4855;p52">
              <a:extLst>
                <a:ext uri="{FF2B5EF4-FFF2-40B4-BE49-F238E27FC236}">
                  <a16:creationId xmlns:a16="http://schemas.microsoft.com/office/drawing/2014/main" id="{2F537494-BF66-CBE8-DA6A-D33173F75A63}"/>
                </a:ext>
              </a:extLst>
            </p:cNvPr>
            <p:cNvSpPr/>
            <p:nvPr/>
          </p:nvSpPr>
          <p:spPr>
            <a:xfrm>
              <a:off x="4182391" y="4127237"/>
              <a:ext cx="2254" cy="42794"/>
            </a:xfrm>
            <a:custGeom>
              <a:avLst/>
              <a:gdLst/>
              <a:ahLst/>
              <a:cxnLst/>
              <a:rect l="l" t="t" r="r" b="b"/>
              <a:pathLst>
                <a:path w="69" h="1310" extrusionOk="0">
                  <a:moveTo>
                    <a:pt x="1" y="1"/>
                  </a:moveTo>
                  <a:lnTo>
                    <a:pt x="1" y="1268"/>
                  </a:lnTo>
                  <a:lnTo>
                    <a:pt x="1" y="1310"/>
                  </a:lnTo>
                  <a:lnTo>
                    <a:pt x="69" y="1310"/>
                  </a:lnTo>
                  <a:lnTo>
                    <a:pt x="69" y="40"/>
                  </a:lnTo>
                  <a:lnTo>
                    <a:pt x="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6" name="Google Shape;4856;p52">
              <a:extLst>
                <a:ext uri="{FF2B5EF4-FFF2-40B4-BE49-F238E27FC236}">
                  <a16:creationId xmlns:a16="http://schemas.microsoft.com/office/drawing/2014/main" id="{5208CB41-80AA-9B9C-4A94-5641A896DC1A}"/>
                </a:ext>
              </a:extLst>
            </p:cNvPr>
            <p:cNvSpPr/>
            <p:nvPr/>
          </p:nvSpPr>
          <p:spPr>
            <a:xfrm>
              <a:off x="4147991" y="4167778"/>
              <a:ext cx="36653" cy="43219"/>
            </a:xfrm>
            <a:custGeom>
              <a:avLst/>
              <a:gdLst/>
              <a:ahLst/>
              <a:cxnLst/>
              <a:rect l="l" t="t" r="r" b="b"/>
              <a:pathLst>
                <a:path w="1122" h="1323" extrusionOk="0">
                  <a:moveTo>
                    <a:pt x="1054" y="95"/>
                  </a:moveTo>
                  <a:lnTo>
                    <a:pt x="1054" y="1229"/>
                  </a:lnTo>
                  <a:lnTo>
                    <a:pt x="82" y="1229"/>
                  </a:lnTo>
                  <a:lnTo>
                    <a:pt x="82" y="95"/>
                  </a:lnTo>
                  <a:close/>
                  <a:moveTo>
                    <a:pt x="1" y="1"/>
                  </a:moveTo>
                  <a:lnTo>
                    <a:pt x="1" y="1323"/>
                  </a:lnTo>
                  <a:lnTo>
                    <a:pt x="1122" y="1323"/>
                  </a:lnTo>
                  <a:lnTo>
                    <a:pt x="1122" y="56"/>
                  </a:lnTo>
                  <a:lnTo>
                    <a:pt x="11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7" name="Google Shape;4857;p52">
              <a:extLst>
                <a:ext uri="{FF2B5EF4-FFF2-40B4-BE49-F238E27FC236}">
                  <a16:creationId xmlns:a16="http://schemas.microsoft.com/office/drawing/2014/main" id="{E90F117F-74D9-C33D-AEF2-ACD7E9B224FF}"/>
                </a:ext>
              </a:extLst>
            </p:cNvPr>
            <p:cNvSpPr/>
            <p:nvPr/>
          </p:nvSpPr>
          <p:spPr>
            <a:xfrm>
              <a:off x="4147991" y="4166929"/>
              <a:ext cx="36653" cy="3953"/>
            </a:xfrm>
            <a:custGeom>
              <a:avLst/>
              <a:gdLst/>
              <a:ahLst/>
              <a:cxnLst/>
              <a:rect l="l" t="t" r="r" b="b"/>
              <a:pathLst>
                <a:path w="1122" h="121" extrusionOk="0">
                  <a:moveTo>
                    <a:pt x="1" y="1"/>
                  </a:moveTo>
                  <a:lnTo>
                    <a:pt x="1" y="121"/>
                  </a:lnTo>
                  <a:lnTo>
                    <a:pt x="1122" y="121"/>
                  </a:lnTo>
                  <a:lnTo>
                    <a:pt x="11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8" name="Google Shape;4858;p52">
              <a:extLst>
                <a:ext uri="{FF2B5EF4-FFF2-40B4-BE49-F238E27FC236}">
                  <a16:creationId xmlns:a16="http://schemas.microsoft.com/office/drawing/2014/main" id="{8C25FB65-93E1-4130-A9F7-997946D7CEC4}"/>
                </a:ext>
              </a:extLst>
            </p:cNvPr>
            <p:cNvSpPr/>
            <p:nvPr/>
          </p:nvSpPr>
          <p:spPr>
            <a:xfrm>
              <a:off x="4182391" y="4166929"/>
              <a:ext cx="2254" cy="3953"/>
            </a:xfrm>
            <a:custGeom>
              <a:avLst/>
              <a:gdLst/>
              <a:ahLst/>
              <a:cxnLst/>
              <a:rect l="l" t="t" r="r" b="b"/>
              <a:pathLst>
                <a:path w="69" h="121" extrusionOk="0">
                  <a:moveTo>
                    <a:pt x="1" y="1"/>
                  </a:moveTo>
                  <a:lnTo>
                    <a:pt x="1" y="121"/>
                  </a:lnTo>
                  <a:lnTo>
                    <a:pt x="69" y="121"/>
                  </a:lnTo>
                  <a:lnTo>
                    <a:pt x="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9" name="Google Shape;4859;p52">
              <a:extLst>
                <a:ext uri="{FF2B5EF4-FFF2-40B4-BE49-F238E27FC236}">
                  <a16:creationId xmlns:a16="http://schemas.microsoft.com/office/drawing/2014/main" id="{02F8547F-8866-FA66-FCD9-3743CFF0D8E6}"/>
                </a:ext>
              </a:extLst>
            </p:cNvPr>
            <p:cNvSpPr/>
            <p:nvPr/>
          </p:nvSpPr>
          <p:spPr>
            <a:xfrm>
              <a:off x="4182391" y="4166929"/>
              <a:ext cx="36653" cy="44068"/>
            </a:xfrm>
            <a:custGeom>
              <a:avLst/>
              <a:gdLst/>
              <a:ahLst/>
              <a:cxnLst/>
              <a:rect l="l" t="t" r="r" b="b"/>
              <a:pathLst>
                <a:path w="1122" h="1349" extrusionOk="0">
                  <a:moveTo>
                    <a:pt x="1041" y="121"/>
                  </a:moveTo>
                  <a:lnTo>
                    <a:pt x="1041" y="1255"/>
                  </a:lnTo>
                  <a:lnTo>
                    <a:pt x="82" y="1255"/>
                  </a:lnTo>
                  <a:lnTo>
                    <a:pt x="82" y="121"/>
                  </a:lnTo>
                  <a:close/>
                  <a:moveTo>
                    <a:pt x="1041" y="1"/>
                  </a:moveTo>
                  <a:lnTo>
                    <a:pt x="1041" y="27"/>
                  </a:lnTo>
                  <a:lnTo>
                    <a:pt x="1" y="27"/>
                  </a:lnTo>
                  <a:lnTo>
                    <a:pt x="1" y="1349"/>
                  </a:lnTo>
                  <a:lnTo>
                    <a:pt x="1122" y="1349"/>
                  </a:lnTo>
                  <a:lnTo>
                    <a:pt x="1122" y="53"/>
                  </a:lnTo>
                  <a:lnTo>
                    <a:pt x="11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0" name="Google Shape;4860;p52">
              <a:extLst>
                <a:ext uri="{FF2B5EF4-FFF2-40B4-BE49-F238E27FC236}">
                  <a16:creationId xmlns:a16="http://schemas.microsoft.com/office/drawing/2014/main" id="{9CB3DF04-EB51-E3F2-7E80-0258CA5DE6E9}"/>
                </a:ext>
              </a:extLst>
            </p:cNvPr>
            <p:cNvSpPr/>
            <p:nvPr/>
          </p:nvSpPr>
          <p:spPr>
            <a:xfrm>
              <a:off x="4182391" y="4166929"/>
              <a:ext cx="36653" cy="3953"/>
            </a:xfrm>
            <a:custGeom>
              <a:avLst/>
              <a:gdLst/>
              <a:ahLst/>
              <a:cxnLst/>
              <a:rect l="l" t="t" r="r" b="b"/>
              <a:pathLst>
                <a:path w="1122" h="121" extrusionOk="0">
                  <a:moveTo>
                    <a:pt x="1" y="1"/>
                  </a:moveTo>
                  <a:lnTo>
                    <a:pt x="1" y="121"/>
                  </a:lnTo>
                  <a:lnTo>
                    <a:pt x="1122" y="121"/>
                  </a:lnTo>
                  <a:lnTo>
                    <a:pt x="11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1" name="Google Shape;4861;p52">
              <a:extLst>
                <a:ext uri="{FF2B5EF4-FFF2-40B4-BE49-F238E27FC236}">
                  <a16:creationId xmlns:a16="http://schemas.microsoft.com/office/drawing/2014/main" id="{DAB99565-3F30-BE6D-F9BF-0ABE1DC51DA9}"/>
                </a:ext>
              </a:extLst>
            </p:cNvPr>
            <p:cNvSpPr/>
            <p:nvPr/>
          </p:nvSpPr>
          <p:spPr>
            <a:xfrm>
              <a:off x="4182391" y="4167778"/>
              <a:ext cx="2679" cy="43219"/>
            </a:xfrm>
            <a:custGeom>
              <a:avLst/>
              <a:gdLst/>
              <a:ahLst/>
              <a:cxnLst/>
              <a:rect l="l" t="t" r="r" b="b"/>
              <a:pathLst>
                <a:path w="82" h="1323" extrusionOk="0">
                  <a:moveTo>
                    <a:pt x="1" y="1"/>
                  </a:moveTo>
                  <a:lnTo>
                    <a:pt x="1" y="1323"/>
                  </a:lnTo>
                  <a:lnTo>
                    <a:pt x="82" y="1323"/>
                  </a:lnTo>
                  <a:lnTo>
                    <a:pt x="82" y="56"/>
                  </a:lnTo>
                  <a:lnTo>
                    <a:pt x="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2" name="Google Shape;4862;p52">
              <a:extLst>
                <a:ext uri="{FF2B5EF4-FFF2-40B4-BE49-F238E27FC236}">
                  <a16:creationId xmlns:a16="http://schemas.microsoft.com/office/drawing/2014/main" id="{6674CDE7-140B-0AC3-16E8-B4EC3036434B}"/>
                </a:ext>
              </a:extLst>
            </p:cNvPr>
            <p:cNvSpPr/>
            <p:nvPr/>
          </p:nvSpPr>
          <p:spPr>
            <a:xfrm>
              <a:off x="4182391" y="4166929"/>
              <a:ext cx="2679" cy="3953"/>
            </a:xfrm>
            <a:custGeom>
              <a:avLst/>
              <a:gdLst/>
              <a:ahLst/>
              <a:cxnLst/>
              <a:rect l="l" t="t" r="r" b="b"/>
              <a:pathLst>
                <a:path w="82" h="121" extrusionOk="0">
                  <a:moveTo>
                    <a:pt x="1" y="1"/>
                  </a:moveTo>
                  <a:lnTo>
                    <a:pt x="1" y="121"/>
                  </a:lnTo>
                  <a:lnTo>
                    <a:pt x="82" y="121"/>
                  </a:lnTo>
                  <a:lnTo>
                    <a:pt x="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3" name="Google Shape;4863;p52">
              <a:extLst>
                <a:ext uri="{FF2B5EF4-FFF2-40B4-BE49-F238E27FC236}">
                  <a16:creationId xmlns:a16="http://schemas.microsoft.com/office/drawing/2014/main" id="{BA82B8DB-AD42-1D5E-084A-BA6DE064B2B7}"/>
                </a:ext>
              </a:extLst>
            </p:cNvPr>
            <p:cNvSpPr/>
            <p:nvPr/>
          </p:nvSpPr>
          <p:spPr>
            <a:xfrm>
              <a:off x="4182391" y="4166929"/>
              <a:ext cx="2254" cy="3953"/>
            </a:xfrm>
            <a:custGeom>
              <a:avLst/>
              <a:gdLst/>
              <a:ahLst/>
              <a:cxnLst/>
              <a:rect l="l" t="t" r="r" b="b"/>
              <a:pathLst>
                <a:path w="69" h="121" extrusionOk="0">
                  <a:moveTo>
                    <a:pt x="1" y="1"/>
                  </a:moveTo>
                  <a:lnTo>
                    <a:pt x="1" y="121"/>
                  </a:lnTo>
                  <a:lnTo>
                    <a:pt x="69" y="121"/>
                  </a:lnTo>
                  <a:lnTo>
                    <a:pt x="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4" name="Google Shape;4864;p52">
              <a:extLst>
                <a:ext uri="{FF2B5EF4-FFF2-40B4-BE49-F238E27FC236}">
                  <a16:creationId xmlns:a16="http://schemas.microsoft.com/office/drawing/2014/main" id="{9EB1DE25-53F1-16AB-A6F0-5FCEE2362EFF}"/>
                </a:ext>
              </a:extLst>
            </p:cNvPr>
            <p:cNvSpPr/>
            <p:nvPr/>
          </p:nvSpPr>
          <p:spPr>
            <a:xfrm>
              <a:off x="4074749" y="3940635"/>
              <a:ext cx="309198" cy="130637"/>
            </a:xfrm>
            <a:custGeom>
              <a:avLst/>
              <a:gdLst/>
              <a:ahLst/>
              <a:cxnLst/>
              <a:rect l="l" t="t" r="r" b="b"/>
              <a:pathLst>
                <a:path w="9465" h="3999" extrusionOk="0">
                  <a:moveTo>
                    <a:pt x="4715" y="1"/>
                  </a:moveTo>
                  <a:lnTo>
                    <a:pt x="4132" y="487"/>
                  </a:lnTo>
                  <a:lnTo>
                    <a:pt x="1" y="3970"/>
                  </a:lnTo>
                  <a:lnTo>
                    <a:pt x="1070" y="3999"/>
                  </a:lnTo>
                  <a:lnTo>
                    <a:pt x="4728" y="986"/>
                  </a:lnTo>
                  <a:lnTo>
                    <a:pt x="8386" y="3999"/>
                  </a:lnTo>
                  <a:lnTo>
                    <a:pt x="9465" y="3970"/>
                  </a:lnTo>
                  <a:lnTo>
                    <a:pt x="5334" y="487"/>
                  </a:lnTo>
                  <a:lnTo>
                    <a:pt x="475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5" name="Google Shape;4865;p52">
              <a:extLst>
                <a:ext uri="{FF2B5EF4-FFF2-40B4-BE49-F238E27FC236}">
                  <a16:creationId xmlns:a16="http://schemas.microsoft.com/office/drawing/2014/main" id="{67EADC4A-178E-622E-DC08-E99C7177B1D3}"/>
                </a:ext>
              </a:extLst>
            </p:cNvPr>
            <p:cNvSpPr/>
            <p:nvPr/>
          </p:nvSpPr>
          <p:spPr>
            <a:xfrm>
              <a:off x="3761655" y="4038542"/>
              <a:ext cx="260719" cy="299986"/>
            </a:xfrm>
            <a:custGeom>
              <a:avLst/>
              <a:gdLst/>
              <a:ahLst/>
              <a:cxnLst/>
              <a:rect l="l" t="t" r="r" b="b"/>
              <a:pathLst>
                <a:path w="7981" h="9183" extrusionOk="0">
                  <a:moveTo>
                    <a:pt x="3944" y="1"/>
                  </a:moveTo>
                  <a:lnTo>
                    <a:pt x="1" y="3241"/>
                  </a:lnTo>
                  <a:lnTo>
                    <a:pt x="1" y="9183"/>
                  </a:lnTo>
                  <a:lnTo>
                    <a:pt x="7981" y="9183"/>
                  </a:lnTo>
                  <a:lnTo>
                    <a:pt x="7981" y="3335"/>
                  </a:lnTo>
                  <a:lnTo>
                    <a:pt x="394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6" name="Google Shape;4866;p52">
              <a:extLst>
                <a:ext uri="{FF2B5EF4-FFF2-40B4-BE49-F238E27FC236}">
                  <a16:creationId xmlns:a16="http://schemas.microsoft.com/office/drawing/2014/main" id="{9DD67003-A1EC-D17E-5287-3B6EE4FA7713}"/>
                </a:ext>
              </a:extLst>
            </p:cNvPr>
            <p:cNvSpPr/>
            <p:nvPr/>
          </p:nvSpPr>
          <p:spPr>
            <a:xfrm>
              <a:off x="3893537" y="4227366"/>
              <a:ext cx="33582" cy="31263"/>
            </a:xfrm>
            <a:custGeom>
              <a:avLst/>
              <a:gdLst/>
              <a:ahLst/>
              <a:cxnLst/>
              <a:rect l="l" t="t" r="r" b="b"/>
              <a:pathLst>
                <a:path w="1028" h="957" extrusionOk="0">
                  <a:moveTo>
                    <a:pt x="1" y="1"/>
                  </a:moveTo>
                  <a:lnTo>
                    <a:pt x="1" y="957"/>
                  </a:lnTo>
                  <a:lnTo>
                    <a:pt x="1028" y="957"/>
                  </a:lnTo>
                  <a:lnTo>
                    <a:pt x="1028" y="513"/>
                  </a:lnTo>
                  <a:cubicBezTo>
                    <a:pt x="947" y="296"/>
                    <a:pt x="798" y="121"/>
                    <a:pt x="607" y="1"/>
                  </a:cubicBez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7" name="Google Shape;4867;p52">
              <a:extLst>
                <a:ext uri="{FF2B5EF4-FFF2-40B4-BE49-F238E27FC236}">
                  <a16:creationId xmlns:a16="http://schemas.microsoft.com/office/drawing/2014/main" id="{4F570198-31DB-8383-8F38-7E23B01A474D}"/>
                </a:ext>
              </a:extLst>
            </p:cNvPr>
            <p:cNvSpPr/>
            <p:nvPr/>
          </p:nvSpPr>
          <p:spPr>
            <a:xfrm>
              <a:off x="3876811" y="4220701"/>
              <a:ext cx="14112" cy="3103"/>
            </a:xfrm>
            <a:custGeom>
              <a:avLst/>
              <a:gdLst/>
              <a:ahLst/>
              <a:cxnLst/>
              <a:rect l="l" t="t" r="r" b="b"/>
              <a:pathLst>
                <a:path w="432" h="95" extrusionOk="0">
                  <a:moveTo>
                    <a:pt x="432" y="1"/>
                  </a:moveTo>
                  <a:cubicBezTo>
                    <a:pt x="283" y="1"/>
                    <a:pt x="134" y="43"/>
                    <a:pt x="1" y="95"/>
                  </a:cubicBezTo>
                  <a:lnTo>
                    <a:pt x="432" y="95"/>
                  </a:lnTo>
                  <a:lnTo>
                    <a:pt x="432" y="1"/>
                  </a:ln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8" name="Google Shape;4868;p52">
              <a:extLst>
                <a:ext uri="{FF2B5EF4-FFF2-40B4-BE49-F238E27FC236}">
                  <a16:creationId xmlns:a16="http://schemas.microsoft.com/office/drawing/2014/main" id="{E8C28BCF-67E2-56B8-0B28-E16F803D5ADE}"/>
                </a:ext>
              </a:extLst>
            </p:cNvPr>
            <p:cNvSpPr/>
            <p:nvPr/>
          </p:nvSpPr>
          <p:spPr>
            <a:xfrm>
              <a:off x="3893537" y="4297439"/>
              <a:ext cx="33582" cy="33158"/>
            </a:xfrm>
            <a:custGeom>
              <a:avLst/>
              <a:gdLst/>
              <a:ahLst/>
              <a:cxnLst/>
              <a:rect l="l" t="t" r="r" b="b"/>
              <a:pathLst>
                <a:path w="1028" h="1015" extrusionOk="0">
                  <a:moveTo>
                    <a:pt x="1" y="1"/>
                  </a:moveTo>
                  <a:lnTo>
                    <a:pt x="1" y="1015"/>
                  </a:lnTo>
                  <a:lnTo>
                    <a:pt x="1028" y="1015"/>
                  </a:lnTo>
                  <a:lnTo>
                    <a:pt x="1028" y="1"/>
                  </a:ln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9" name="Google Shape;4869;p52">
              <a:extLst>
                <a:ext uri="{FF2B5EF4-FFF2-40B4-BE49-F238E27FC236}">
                  <a16:creationId xmlns:a16="http://schemas.microsoft.com/office/drawing/2014/main" id="{7224465B-F541-DC6C-F9DE-16986F995E6A}"/>
                </a:ext>
              </a:extLst>
            </p:cNvPr>
            <p:cNvSpPr/>
            <p:nvPr/>
          </p:nvSpPr>
          <p:spPr>
            <a:xfrm>
              <a:off x="3857341" y="4297439"/>
              <a:ext cx="33582" cy="33158"/>
            </a:xfrm>
            <a:custGeom>
              <a:avLst/>
              <a:gdLst/>
              <a:ahLst/>
              <a:cxnLst/>
              <a:rect l="l" t="t" r="r" b="b"/>
              <a:pathLst>
                <a:path w="1028" h="1015" extrusionOk="0">
                  <a:moveTo>
                    <a:pt x="1" y="1"/>
                  </a:moveTo>
                  <a:lnTo>
                    <a:pt x="1" y="1015"/>
                  </a:lnTo>
                  <a:lnTo>
                    <a:pt x="1028" y="1015"/>
                  </a:lnTo>
                  <a:lnTo>
                    <a:pt x="1028" y="1"/>
                  </a:ln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0" name="Google Shape;4870;p52">
              <a:extLst>
                <a:ext uri="{FF2B5EF4-FFF2-40B4-BE49-F238E27FC236}">
                  <a16:creationId xmlns:a16="http://schemas.microsoft.com/office/drawing/2014/main" id="{945221A9-E8EB-B991-EFCB-57768DABECC1}"/>
                </a:ext>
              </a:extLst>
            </p:cNvPr>
            <p:cNvSpPr/>
            <p:nvPr/>
          </p:nvSpPr>
          <p:spPr>
            <a:xfrm>
              <a:off x="3857341" y="4227366"/>
              <a:ext cx="33582" cy="31263"/>
            </a:xfrm>
            <a:custGeom>
              <a:avLst/>
              <a:gdLst/>
              <a:ahLst/>
              <a:cxnLst/>
              <a:rect l="l" t="t" r="r" b="b"/>
              <a:pathLst>
                <a:path w="1028" h="957" extrusionOk="0">
                  <a:moveTo>
                    <a:pt x="419" y="1"/>
                  </a:moveTo>
                  <a:cubicBezTo>
                    <a:pt x="231" y="121"/>
                    <a:pt x="82" y="296"/>
                    <a:pt x="1" y="500"/>
                  </a:cubicBezTo>
                  <a:lnTo>
                    <a:pt x="1" y="957"/>
                  </a:lnTo>
                  <a:lnTo>
                    <a:pt x="1028" y="957"/>
                  </a:lnTo>
                  <a:lnTo>
                    <a:pt x="1028" y="1"/>
                  </a:ln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1" name="Google Shape;4871;p52">
              <a:extLst>
                <a:ext uri="{FF2B5EF4-FFF2-40B4-BE49-F238E27FC236}">
                  <a16:creationId xmlns:a16="http://schemas.microsoft.com/office/drawing/2014/main" id="{25B95D85-AC36-8D64-5C92-17E9915DCBA3}"/>
                </a:ext>
              </a:extLst>
            </p:cNvPr>
            <p:cNvSpPr/>
            <p:nvPr/>
          </p:nvSpPr>
          <p:spPr>
            <a:xfrm>
              <a:off x="3893537" y="4262615"/>
              <a:ext cx="33582" cy="31785"/>
            </a:xfrm>
            <a:custGeom>
              <a:avLst/>
              <a:gdLst/>
              <a:ahLst/>
              <a:cxnLst/>
              <a:rect l="l" t="t" r="r" b="b"/>
              <a:pathLst>
                <a:path w="1028" h="973" extrusionOk="0">
                  <a:moveTo>
                    <a:pt x="1" y="1"/>
                  </a:moveTo>
                  <a:lnTo>
                    <a:pt x="1" y="973"/>
                  </a:lnTo>
                  <a:lnTo>
                    <a:pt x="1028" y="973"/>
                  </a:lnTo>
                  <a:lnTo>
                    <a:pt x="1028" y="1"/>
                  </a:ln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2" name="Google Shape;4872;p52">
              <a:extLst>
                <a:ext uri="{FF2B5EF4-FFF2-40B4-BE49-F238E27FC236}">
                  <a16:creationId xmlns:a16="http://schemas.microsoft.com/office/drawing/2014/main" id="{2263F85E-8E22-9BD8-DA01-9A0F578ED968}"/>
                </a:ext>
              </a:extLst>
            </p:cNvPr>
            <p:cNvSpPr/>
            <p:nvPr/>
          </p:nvSpPr>
          <p:spPr>
            <a:xfrm>
              <a:off x="3857341" y="4262615"/>
              <a:ext cx="33582" cy="31785"/>
            </a:xfrm>
            <a:custGeom>
              <a:avLst/>
              <a:gdLst/>
              <a:ahLst/>
              <a:cxnLst/>
              <a:rect l="l" t="t" r="r" b="b"/>
              <a:pathLst>
                <a:path w="1028" h="973" extrusionOk="0">
                  <a:moveTo>
                    <a:pt x="1" y="1"/>
                  </a:moveTo>
                  <a:lnTo>
                    <a:pt x="1" y="973"/>
                  </a:lnTo>
                  <a:lnTo>
                    <a:pt x="1028" y="973"/>
                  </a:lnTo>
                  <a:lnTo>
                    <a:pt x="1028" y="1"/>
                  </a:ln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3" name="Google Shape;4873;p52">
              <a:extLst>
                <a:ext uri="{FF2B5EF4-FFF2-40B4-BE49-F238E27FC236}">
                  <a16:creationId xmlns:a16="http://schemas.microsoft.com/office/drawing/2014/main" id="{993623C2-FA09-58AB-7823-ABEB501217D1}"/>
                </a:ext>
              </a:extLst>
            </p:cNvPr>
            <p:cNvSpPr/>
            <p:nvPr/>
          </p:nvSpPr>
          <p:spPr>
            <a:xfrm>
              <a:off x="3893537" y="4220701"/>
              <a:ext cx="14112" cy="3103"/>
            </a:xfrm>
            <a:custGeom>
              <a:avLst/>
              <a:gdLst/>
              <a:ahLst/>
              <a:cxnLst/>
              <a:rect l="l" t="t" r="r" b="b"/>
              <a:pathLst>
                <a:path w="432" h="95" extrusionOk="0">
                  <a:moveTo>
                    <a:pt x="1" y="1"/>
                  </a:moveTo>
                  <a:lnTo>
                    <a:pt x="1" y="95"/>
                  </a:lnTo>
                  <a:lnTo>
                    <a:pt x="432" y="95"/>
                  </a:lnTo>
                  <a:cubicBezTo>
                    <a:pt x="299" y="43"/>
                    <a:pt x="150" y="1"/>
                    <a:pt x="1" y="1"/>
                  </a:cubicBez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4" name="Google Shape;4874;p52">
              <a:extLst>
                <a:ext uri="{FF2B5EF4-FFF2-40B4-BE49-F238E27FC236}">
                  <a16:creationId xmlns:a16="http://schemas.microsoft.com/office/drawing/2014/main" id="{DD418383-94C7-9603-A5E5-C17D3B43E53C}"/>
                </a:ext>
              </a:extLst>
            </p:cNvPr>
            <p:cNvSpPr/>
            <p:nvPr/>
          </p:nvSpPr>
          <p:spPr>
            <a:xfrm>
              <a:off x="3854270" y="4253827"/>
              <a:ext cx="457" cy="77193"/>
            </a:xfrm>
            <a:custGeom>
              <a:avLst/>
              <a:gdLst/>
              <a:ahLst/>
              <a:cxnLst/>
              <a:rect l="l" t="t" r="r" b="b"/>
              <a:pathLst>
                <a:path w="14" h="2363" extrusionOk="0">
                  <a:moveTo>
                    <a:pt x="14" y="1"/>
                  </a:moveTo>
                  <a:cubicBezTo>
                    <a:pt x="1" y="53"/>
                    <a:pt x="1" y="108"/>
                    <a:pt x="1" y="163"/>
                  </a:cubicBezTo>
                  <a:lnTo>
                    <a:pt x="14" y="163"/>
                  </a:lnTo>
                  <a:lnTo>
                    <a:pt x="14" y="1"/>
                  </a:lnTo>
                  <a:close/>
                  <a:moveTo>
                    <a:pt x="1" y="1349"/>
                  </a:moveTo>
                  <a:lnTo>
                    <a:pt x="1" y="2363"/>
                  </a:lnTo>
                  <a:lnTo>
                    <a:pt x="14" y="2363"/>
                  </a:lnTo>
                  <a:lnTo>
                    <a:pt x="14" y="1349"/>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5" name="Google Shape;4875;p52">
              <a:extLst>
                <a:ext uri="{FF2B5EF4-FFF2-40B4-BE49-F238E27FC236}">
                  <a16:creationId xmlns:a16="http://schemas.microsoft.com/office/drawing/2014/main" id="{FD096563-1211-13BF-24C3-EC86ECD5E3BD}"/>
                </a:ext>
              </a:extLst>
            </p:cNvPr>
            <p:cNvSpPr/>
            <p:nvPr/>
          </p:nvSpPr>
          <p:spPr>
            <a:xfrm>
              <a:off x="3929734" y="4254252"/>
              <a:ext cx="457" cy="76769"/>
            </a:xfrm>
            <a:custGeom>
              <a:avLst/>
              <a:gdLst/>
              <a:ahLst/>
              <a:cxnLst/>
              <a:rect l="l" t="t" r="r" b="b"/>
              <a:pathLst>
                <a:path w="14" h="2350" extrusionOk="0">
                  <a:moveTo>
                    <a:pt x="1" y="1"/>
                  </a:moveTo>
                  <a:lnTo>
                    <a:pt x="1" y="283"/>
                  </a:lnTo>
                  <a:lnTo>
                    <a:pt x="1" y="1242"/>
                  </a:lnTo>
                  <a:lnTo>
                    <a:pt x="1" y="1284"/>
                  </a:lnTo>
                  <a:lnTo>
                    <a:pt x="1" y="2350"/>
                  </a:lnTo>
                  <a:lnTo>
                    <a:pt x="14" y="2350"/>
                  </a:lnTo>
                  <a:lnTo>
                    <a:pt x="14" y="150"/>
                  </a:lnTo>
                  <a:cubicBezTo>
                    <a:pt x="14" y="95"/>
                    <a:pt x="1" y="53"/>
                    <a:pt x="1"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6" name="Google Shape;4876;p52">
              <a:extLst>
                <a:ext uri="{FF2B5EF4-FFF2-40B4-BE49-F238E27FC236}">
                  <a16:creationId xmlns:a16="http://schemas.microsoft.com/office/drawing/2014/main" id="{B4859CDF-9899-9EDF-823F-1ED9C12FAE8A}"/>
                </a:ext>
              </a:extLst>
            </p:cNvPr>
            <p:cNvSpPr/>
            <p:nvPr/>
          </p:nvSpPr>
          <p:spPr>
            <a:xfrm>
              <a:off x="3890466" y="4221126"/>
              <a:ext cx="457" cy="3103"/>
            </a:xfrm>
            <a:custGeom>
              <a:avLst/>
              <a:gdLst/>
              <a:ahLst/>
              <a:cxnLst/>
              <a:rect l="l" t="t" r="r" b="b"/>
              <a:pathLst>
                <a:path w="14" h="95" extrusionOk="0">
                  <a:moveTo>
                    <a:pt x="1" y="1"/>
                  </a:moveTo>
                  <a:lnTo>
                    <a:pt x="1" y="95"/>
                  </a:lnTo>
                  <a:lnTo>
                    <a:pt x="14" y="95"/>
                  </a:lnTo>
                  <a:lnTo>
                    <a:pt x="1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7" name="Google Shape;4877;p52">
              <a:extLst>
                <a:ext uri="{FF2B5EF4-FFF2-40B4-BE49-F238E27FC236}">
                  <a16:creationId xmlns:a16="http://schemas.microsoft.com/office/drawing/2014/main" id="{ECCC28CC-8FDD-9203-6A31-27BAE2A1E22B}"/>
                </a:ext>
              </a:extLst>
            </p:cNvPr>
            <p:cNvSpPr/>
            <p:nvPr/>
          </p:nvSpPr>
          <p:spPr>
            <a:xfrm>
              <a:off x="3893112" y="4221126"/>
              <a:ext cx="457" cy="3103"/>
            </a:xfrm>
            <a:custGeom>
              <a:avLst/>
              <a:gdLst/>
              <a:ahLst/>
              <a:cxnLst/>
              <a:rect l="l" t="t" r="r" b="b"/>
              <a:pathLst>
                <a:path w="14" h="95" extrusionOk="0">
                  <a:moveTo>
                    <a:pt x="1" y="1"/>
                  </a:moveTo>
                  <a:lnTo>
                    <a:pt x="1" y="95"/>
                  </a:lnTo>
                  <a:lnTo>
                    <a:pt x="14" y="95"/>
                  </a:lnTo>
                  <a:lnTo>
                    <a:pt x="1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8" name="Google Shape;4878;p52">
              <a:extLst>
                <a:ext uri="{FF2B5EF4-FFF2-40B4-BE49-F238E27FC236}">
                  <a16:creationId xmlns:a16="http://schemas.microsoft.com/office/drawing/2014/main" id="{6CA7BD5D-FC91-0CEF-50DB-93275EE6982A}"/>
                </a:ext>
              </a:extLst>
            </p:cNvPr>
            <p:cNvSpPr/>
            <p:nvPr/>
          </p:nvSpPr>
          <p:spPr>
            <a:xfrm>
              <a:off x="3890891" y="4221126"/>
              <a:ext cx="2254" cy="3103"/>
            </a:xfrm>
            <a:custGeom>
              <a:avLst/>
              <a:gdLst/>
              <a:ahLst/>
              <a:cxnLst/>
              <a:rect l="l" t="t" r="r" b="b"/>
              <a:pathLst>
                <a:path w="69" h="95" extrusionOk="0">
                  <a:moveTo>
                    <a:pt x="1" y="1"/>
                  </a:moveTo>
                  <a:lnTo>
                    <a:pt x="1" y="95"/>
                  </a:lnTo>
                  <a:lnTo>
                    <a:pt x="69" y="95"/>
                  </a:lnTo>
                  <a:lnTo>
                    <a:pt x="69"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9" name="Google Shape;4879;p52">
              <a:extLst>
                <a:ext uri="{FF2B5EF4-FFF2-40B4-BE49-F238E27FC236}">
                  <a16:creationId xmlns:a16="http://schemas.microsoft.com/office/drawing/2014/main" id="{B67E541E-8962-C293-707E-D9A67A32880D}"/>
                </a:ext>
              </a:extLst>
            </p:cNvPr>
            <p:cNvSpPr/>
            <p:nvPr/>
          </p:nvSpPr>
          <p:spPr>
            <a:xfrm>
              <a:off x="3856916" y="4261765"/>
              <a:ext cx="33582" cy="1731"/>
            </a:xfrm>
            <a:custGeom>
              <a:avLst/>
              <a:gdLst/>
              <a:ahLst/>
              <a:cxnLst/>
              <a:rect l="l" t="t" r="r" b="b"/>
              <a:pathLst>
                <a:path w="1028" h="53" extrusionOk="0">
                  <a:moveTo>
                    <a:pt x="1" y="1"/>
                  </a:moveTo>
                  <a:lnTo>
                    <a:pt x="1" y="53"/>
                  </a:lnTo>
                  <a:lnTo>
                    <a:pt x="1028" y="53"/>
                  </a:lnTo>
                  <a:lnTo>
                    <a:pt x="1028"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0" name="Google Shape;4880;p52">
              <a:extLst>
                <a:ext uri="{FF2B5EF4-FFF2-40B4-BE49-F238E27FC236}">
                  <a16:creationId xmlns:a16="http://schemas.microsoft.com/office/drawing/2014/main" id="{C8B55474-190D-9EED-ADED-0497C2E7364B}"/>
                </a:ext>
              </a:extLst>
            </p:cNvPr>
            <p:cNvSpPr/>
            <p:nvPr/>
          </p:nvSpPr>
          <p:spPr>
            <a:xfrm>
              <a:off x="3854694" y="4244092"/>
              <a:ext cx="2254" cy="15060"/>
            </a:xfrm>
            <a:custGeom>
              <a:avLst/>
              <a:gdLst/>
              <a:ahLst/>
              <a:cxnLst/>
              <a:rect l="l" t="t" r="r" b="b"/>
              <a:pathLst>
                <a:path w="69" h="461" extrusionOk="0">
                  <a:moveTo>
                    <a:pt x="69" y="1"/>
                  </a:moveTo>
                  <a:cubicBezTo>
                    <a:pt x="43" y="95"/>
                    <a:pt x="14" y="202"/>
                    <a:pt x="1" y="299"/>
                  </a:cubicBezTo>
                  <a:lnTo>
                    <a:pt x="1" y="461"/>
                  </a:lnTo>
                  <a:lnTo>
                    <a:pt x="69" y="461"/>
                  </a:lnTo>
                  <a:lnTo>
                    <a:pt x="69"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1" name="Google Shape;4881;p52">
              <a:extLst>
                <a:ext uri="{FF2B5EF4-FFF2-40B4-BE49-F238E27FC236}">
                  <a16:creationId xmlns:a16="http://schemas.microsoft.com/office/drawing/2014/main" id="{579C1440-4BF0-076E-D8C6-A64011747E4E}"/>
                </a:ext>
              </a:extLst>
            </p:cNvPr>
            <p:cNvSpPr/>
            <p:nvPr/>
          </p:nvSpPr>
          <p:spPr>
            <a:xfrm>
              <a:off x="3875439" y="4224197"/>
              <a:ext cx="15060" cy="980"/>
            </a:xfrm>
            <a:custGeom>
              <a:avLst/>
              <a:gdLst/>
              <a:ahLst/>
              <a:cxnLst/>
              <a:rect l="l" t="t" r="r" b="b"/>
              <a:pathLst>
                <a:path w="461" h="30" extrusionOk="0">
                  <a:moveTo>
                    <a:pt x="43" y="1"/>
                  </a:moveTo>
                  <a:cubicBezTo>
                    <a:pt x="27" y="17"/>
                    <a:pt x="14" y="17"/>
                    <a:pt x="1" y="30"/>
                  </a:cubicBezTo>
                  <a:lnTo>
                    <a:pt x="461" y="30"/>
                  </a:lnTo>
                  <a:lnTo>
                    <a:pt x="46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2" name="Google Shape;4882;p52">
              <a:extLst>
                <a:ext uri="{FF2B5EF4-FFF2-40B4-BE49-F238E27FC236}">
                  <a16:creationId xmlns:a16="http://schemas.microsoft.com/office/drawing/2014/main" id="{B0CB29FA-1FE1-E810-F6FD-781DDE409E33}"/>
                </a:ext>
              </a:extLst>
            </p:cNvPr>
            <p:cNvSpPr/>
            <p:nvPr/>
          </p:nvSpPr>
          <p:spPr>
            <a:xfrm>
              <a:off x="3870571" y="4226843"/>
              <a:ext cx="19927" cy="980"/>
            </a:xfrm>
            <a:custGeom>
              <a:avLst/>
              <a:gdLst/>
              <a:ahLst/>
              <a:cxnLst/>
              <a:rect l="l" t="t" r="r" b="b"/>
              <a:pathLst>
                <a:path w="610" h="30" extrusionOk="0">
                  <a:moveTo>
                    <a:pt x="43" y="1"/>
                  </a:moveTo>
                  <a:cubicBezTo>
                    <a:pt x="30" y="17"/>
                    <a:pt x="14" y="17"/>
                    <a:pt x="1" y="30"/>
                  </a:cubicBezTo>
                  <a:lnTo>
                    <a:pt x="610" y="30"/>
                  </a:lnTo>
                  <a:lnTo>
                    <a:pt x="610"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3" name="Google Shape;4883;p52">
              <a:extLst>
                <a:ext uri="{FF2B5EF4-FFF2-40B4-BE49-F238E27FC236}">
                  <a16:creationId xmlns:a16="http://schemas.microsoft.com/office/drawing/2014/main" id="{31B3CA24-0B9F-456D-E3DD-A5853282FE41}"/>
                </a:ext>
              </a:extLst>
            </p:cNvPr>
            <p:cNvSpPr/>
            <p:nvPr/>
          </p:nvSpPr>
          <p:spPr>
            <a:xfrm>
              <a:off x="3871943" y="4225144"/>
              <a:ext cx="18555" cy="1731"/>
            </a:xfrm>
            <a:custGeom>
              <a:avLst/>
              <a:gdLst/>
              <a:ahLst/>
              <a:cxnLst/>
              <a:rect l="l" t="t" r="r" b="b"/>
              <a:pathLst>
                <a:path w="568" h="53" extrusionOk="0">
                  <a:moveTo>
                    <a:pt x="108" y="1"/>
                  </a:moveTo>
                  <a:cubicBezTo>
                    <a:pt x="69" y="14"/>
                    <a:pt x="27" y="40"/>
                    <a:pt x="1" y="53"/>
                  </a:cubicBezTo>
                  <a:lnTo>
                    <a:pt x="568" y="53"/>
                  </a:lnTo>
                  <a:lnTo>
                    <a:pt x="568" y="14"/>
                  </a:lnTo>
                  <a:lnTo>
                    <a:pt x="568"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4" name="Google Shape;4884;p52">
              <a:extLst>
                <a:ext uri="{FF2B5EF4-FFF2-40B4-BE49-F238E27FC236}">
                  <a16:creationId xmlns:a16="http://schemas.microsoft.com/office/drawing/2014/main" id="{027981B7-4CF3-8A84-D532-93B883D1DA39}"/>
                </a:ext>
              </a:extLst>
            </p:cNvPr>
            <p:cNvSpPr/>
            <p:nvPr/>
          </p:nvSpPr>
          <p:spPr>
            <a:xfrm>
              <a:off x="3890466" y="4224197"/>
              <a:ext cx="457" cy="980"/>
            </a:xfrm>
            <a:custGeom>
              <a:avLst/>
              <a:gdLst/>
              <a:ahLst/>
              <a:cxnLst/>
              <a:rect l="l" t="t" r="r" b="b"/>
              <a:pathLst>
                <a:path w="14" h="30" extrusionOk="0">
                  <a:moveTo>
                    <a:pt x="1" y="1"/>
                  </a:moveTo>
                  <a:lnTo>
                    <a:pt x="1" y="30"/>
                  </a:lnTo>
                  <a:lnTo>
                    <a:pt x="14" y="30"/>
                  </a:lnTo>
                  <a:lnTo>
                    <a:pt x="1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5" name="Google Shape;4885;p52">
              <a:extLst>
                <a:ext uri="{FF2B5EF4-FFF2-40B4-BE49-F238E27FC236}">
                  <a16:creationId xmlns:a16="http://schemas.microsoft.com/office/drawing/2014/main" id="{7A2E7F73-3983-768B-45AD-C8A8DA1DE2B1}"/>
                </a:ext>
              </a:extLst>
            </p:cNvPr>
            <p:cNvSpPr/>
            <p:nvPr/>
          </p:nvSpPr>
          <p:spPr>
            <a:xfrm>
              <a:off x="3890466" y="4226843"/>
              <a:ext cx="457" cy="980"/>
            </a:xfrm>
            <a:custGeom>
              <a:avLst/>
              <a:gdLst/>
              <a:ahLst/>
              <a:cxnLst/>
              <a:rect l="l" t="t" r="r" b="b"/>
              <a:pathLst>
                <a:path w="14" h="30" extrusionOk="0">
                  <a:moveTo>
                    <a:pt x="1" y="1"/>
                  </a:moveTo>
                  <a:lnTo>
                    <a:pt x="1" y="30"/>
                  </a:lnTo>
                  <a:lnTo>
                    <a:pt x="14" y="30"/>
                  </a:lnTo>
                  <a:lnTo>
                    <a:pt x="1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6" name="Google Shape;4886;p52">
              <a:extLst>
                <a:ext uri="{FF2B5EF4-FFF2-40B4-BE49-F238E27FC236}">
                  <a16:creationId xmlns:a16="http://schemas.microsoft.com/office/drawing/2014/main" id="{7D6EFAB8-6387-76C1-FE3B-A19CCD2731C6}"/>
                </a:ext>
              </a:extLst>
            </p:cNvPr>
            <p:cNvSpPr/>
            <p:nvPr/>
          </p:nvSpPr>
          <p:spPr>
            <a:xfrm>
              <a:off x="3890466" y="4225569"/>
              <a:ext cx="457" cy="1307"/>
            </a:xfrm>
            <a:custGeom>
              <a:avLst/>
              <a:gdLst/>
              <a:ahLst/>
              <a:cxnLst/>
              <a:rect l="l" t="t" r="r" b="b"/>
              <a:pathLst>
                <a:path w="14" h="40" extrusionOk="0">
                  <a:moveTo>
                    <a:pt x="1" y="1"/>
                  </a:moveTo>
                  <a:lnTo>
                    <a:pt x="1" y="40"/>
                  </a:lnTo>
                  <a:lnTo>
                    <a:pt x="14" y="40"/>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7" name="Google Shape;4887;p52">
              <a:extLst>
                <a:ext uri="{FF2B5EF4-FFF2-40B4-BE49-F238E27FC236}">
                  <a16:creationId xmlns:a16="http://schemas.microsoft.com/office/drawing/2014/main" id="{0F7F61F6-5C04-9463-FEBD-1FF74CEBF70B}"/>
                </a:ext>
              </a:extLst>
            </p:cNvPr>
            <p:cNvSpPr/>
            <p:nvPr/>
          </p:nvSpPr>
          <p:spPr>
            <a:xfrm>
              <a:off x="3890466" y="4225144"/>
              <a:ext cx="457" cy="1731"/>
            </a:xfrm>
            <a:custGeom>
              <a:avLst/>
              <a:gdLst/>
              <a:ahLst/>
              <a:cxnLst/>
              <a:rect l="l" t="t" r="r" b="b"/>
              <a:pathLst>
                <a:path w="14" h="53" extrusionOk="0">
                  <a:moveTo>
                    <a:pt x="1" y="1"/>
                  </a:moveTo>
                  <a:lnTo>
                    <a:pt x="1" y="14"/>
                  </a:lnTo>
                  <a:lnTo>
                    <a:pt x="14" y="53"/>
                  </a:lnTo>
                  <a:lnTo>
                    <a:pt x="1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8" name="Google Shape;4888;p52">
              <a:extLst>
                <a:ext uri="{FF2B5EF4-FFF2-40B4-BE49-F238E27FC236}">
                  <a16:creationId xmlns:a16="http://schemas.microsoft.com/office/drawing/2014/main" id="{D6B831EE-A1C2-EA73-20FC-68CE05C73317}"/>
                </a:ext>
              </a:extLst>
            </p:cNvPr>
            <p:cNvSpPr/>
            <p:nvPr/>
          </p:nvSpPr>
          <p:spPr>
            <a:xfrm>
              <a:off x="3893537" y="4261765"/>
              <a:ext cx="33582" cy="1731"/>
            </a:xfrm>
            <a:custGeom>
              <a:avLst/>
              <a:gdLst/>
              <a:ahLst/>
              <a:cxnLst/>
              <a:rect l="l" t="t" r="r" b="b"/>
              <a:pathLst>
                <a:path w="1028" h="53" extrusionOk="0">
                  <a:moveTo>
                    <a:pt x="1" y="1"/>
                  </a:moveTo>
                  <a:lnTo>
                    <a:pt x="1" y="53"/>
                  </a:lnTo>
                  <a:lnTo>
                    <a:pt x="1028" y="53"/>
                  </a:lnTo>
                  <a:lnTo>
                    <a:pt x="1028"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9" name="Google Shape;4889;p52">
              <a:extLst>
                <a:ext uri="{FF2B5EF4-FFF2-40B4-BE49-F238E27FC236}">
                  <a16:creationId xmlns:a16="http://schemas.microsoft.com/office/drawing/2014/main" id="{B79D83D9-74E7-BCED-A8C6-5379F810E275}"/>
                </a:ext>
              </a:extLst>
            </p:cNvPr>
            <p:cNvSpPr/>
            <p:nvPr/>
          </p:nvSpPr>
          <p:spPr>
            <a:xfrm>
              <a:off x="3927088" y="4244517"/>
              <a:ext cx="2679" cy="14635"/>
            </a:xfrm>
            <a:custGeom>
              <a:avLst/>
              <a:gdLst/>
              <a:ahLst/>
              <a:cxnLst/>
              <a:rect l="l" t="t" r="r" b="b"/>
              <a:pathLst>
                <a:path w="82" h="448" extrusionOk="0">
                  <a:moveTo>
                    <a:pt x="1" y="1"/>
                  </a:moveTo>
                  <a:lnTo>
                    <a:pt x="1" y="448"/>
                  </a:lnTo>
                  <a:lnTo>
                    <a:pt x="82" y="448"/>
                  </a:lnTo>
                  <a:lnTo>
                    <a:pt x="82" y="299"/>
                  </a:lnTo>
                  <a:cubicBezTo>
                    <a:pt x="66" y="189"/>
                    <a:pt x="40" y="95"/>
                    <a:pt x="1"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0" name="Google Shape;4890;p52">
              <a:extLst>
                <a:ext uri="{FF2B5EF4-FFF2-40B4-BE49-F238E27FC236}">
                  <a16:creationId xmlns:a16="http://schemas.microsoft.com/office/drawing/2014/main" id="{3012482B-F2B3-BBE7-994C-08DFF4A9D8EB}"/>
                </a:ext>
              </a:extLst>
            </p:cNvPr>
            <p:cNvSpPr/>
            <p:nvPr/>
          </p:nvSpPr>
          <p:spPr>
            <a:xfrm>
              <a:off x="3893537" y="4224197"/>
              <a:ext cx="15484" cy="980"/>
            </a:xfrm>
            <a:custGeom>
              <a:avLst/>
              <a:gdLst/>
              <a:ahLst/>
              <a:cxnLst/>
              <a:rect l="l" t="t" r="r" b="b"/>
              <a:pathLst>
                <a:path w="474" h="30" extrusionOk="0">
                  <a:moveTo>
                    <a:pt x="1" y="1"/>
                  </a:moveTo>
                  <a:lnTo>
                    <a:pt x="1" y="30"/>
                  </a:lnTo>
                  <a:lnTo>
                    <a:pt x="474" y="30"/>
                  </a:lnTo>
                  <a:cubicBezTo>
                    <a:pt x="461" y="17"/>
                    <a:pt x="432" y="17"/>
                    <a:pt x="419"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1" name="Google Shape;4891;p52">
              <a:extLst>
                <a:ext uri="{FF2B5EF4-FFF2-40B4-BE49-F238E27FC236}">
                  <a16:creationId xmlns:a16="http://schemas.microsoft.com/office/drawing/2014/main" id="{E2365CAC-5DF2-608A-E9FE-F56B7ECD3881}"/>
                </a:ext>
              </a:extLst>
            </p:cNvPr>
            <p:cNvSpPr/>
            <p:nvPr/>
          </p:nvSpPr>
          <p:spPr>
            <a:xfrm>
              <a:off x="3893537" y="4226843"/>
              <a:ext cx="19829" cy="980"/>
            </a:xfrm>
            <a:custGeom>
              <a:avLst/>
              <a:gdLst/>
              <a:ahLst/>
              <a:cxnLst/>
              <a:rect l="l" t="t" r="r" b="b"/>
              <a:pathLst>
                <a:path w="607" h="30" extrusionOk="0">
                  <a:moveTo>
                    <a:pt x="1" y="1"/>
                  </a:moveTo>
                  <a:lnTo>
                    <a:pt x="1" y="30"/>
                  </a:lnTo>
                  <a:lnTo>
                    <a:pt x="607" y="30"/>
                  </a:lnTo>
                  <a:cubicBezTo>
                    <a:pt x="594" y="17"/>
                    <a:pt x="581" y="17"/>
                    <a:pt x="568"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2" name="Google Shape;4892;p52">
              <a:extLst>
                <a:ext uri="{FF2B5EF4-FFF2-40B4-BE49-F238E27FC236}">
                  <a16:creationId xmlns:a16="http://schemas.microsoft.com/office/drawing/2014/main" id="{3B90340B-A9C4-2F4D-0DFD-BAA4C1E1940B}"/>
                </a:ext>
              </a:extLst>
            </p:cNvPr>
            <p:cNvSpPr/>
            <p:nvPr/>
          </p:nvSpPr>
          <p:spPr>
            <a:xfrm>
              <a:off x="3893537" y="4225144"/>
              <a:ext cx="18555" cy="1731"/>
            </a:xfrm>
            <a:custGeom>
              <a:avLst/>
              <a:gdLst/>
              <a:ahLst/>
              <a:cxnLst/>
              <a:rect l="l" t="t" r="r" b="b"/>
              <a:pathLst>
                <a:path w="568" h="53" extrusionOk="0">
                  <a:moveTo>
                    <a:pt x="1" y="1"/>
                  </a:moveTo>
                  <a:lnTo>
                    <a:pt x="1" y="27"/>
                  </a:lnTo>
                  <a:lnTo>
                    <a:pt x="1" y="40"/>
                  </a:lnTo>
                  <a:lnTo>
                    <a:pt x="1" y="53"/>
                  </a:lnTo>
                  <a:lnTo>
                    <a:pt x="568" y="53"/>
                  </a:lnTo>
                  <a:cubicBezTo>
                    <a:pt x="542" y="40"/>
                    <a:pt x="500" y="14"/>
                    <a:pt x="474"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3" name="Google Shape;4893;p52">
              <a:extLst>
                <a:ext uri="{FF2B5EF4-FFF2-40B4-BE49-F238E27FC236}">
                  <a16:creationId xmlns:a16="http://schemas.microsoft.com/office/drawing/2014/main" id="{A61D49F4-340B-22FA-87B3-86CB531907D5}"/>
                </a:ext>
              </a:extLst>
            </p:cNvPr>
            <p:cNvSpPr/>
            <p:nvPr/>
          </p:nvSpPr>
          <p:spPr>
            <a:xfrm>
              <a:off x="3890891" y="4227790"/>
              <a:ext cx="33" cy="31361"/>
            </a:xfrm>
            <a:custGeom>
              <a:avLst/>
              <a:gdLst/>
              <a:ahLst/>
              <a:cxnLst/>
              <a:rect l="l" t="t" r="r" b="b"/>
              <a:pathLst>
                <a:path w="1" h="960" extrusionOk="0">
                  <a:moveTo>
                    <a:pt x="1" y="1"/>
                  </a:moveTo>
                  <a:lnTo>
                    <a:pt x="1" y="960"/>
                  </a:lnTo>
                  <a:lnTo>
                    <a:pt x="1" y="960"/>
                  </a:lnTo>
                  <a:lnTo>
                    <a:pt x="1" y="960"/>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4" name="Google Shape;4894;p52">
              <a:extLst>
                <a:ext uri="{FF2B5EF4-FFF2-40B4-BE49-F238E27FC236}">
                  <a16:creationId xmlns:a16="http://schemas.microsoft.com/office/drawing/2014/main" id="{EC58C9C9-B874-19A8-728B-77EFC62D84E6}"/>
                </a:ext>
              </a:extLst>
            </p:cNvPr>
            <p:cNvSpPr/>
            <p:nvPr/>
          </p:nvSpPr>
          <p:spPr>
            <a:xfrm>
              <a:off x="3893537" y="4227790"/>
              <a:ext cx="33" cy="31361"/>
            </a:xfrm>
            <a:custGeom>
              <a:avLst/>
              <a:gdLst/>
              <a:ahLst/>
              <a:cxnLst/>
              <a:rect l="l" t="t" r="r" b="b"/>
              <a:pathLst>
                <a:path w="1" h="960" extrusionOk="0">
                  <a:moveTo>
                    <a:pt x="1" y="1"/>
                  </a:moveTo>
                  <a:lnTo>
                    <a:pt x="1" y="960"/>
                  </a:lnTo>
                  <a:lnTo>
                    <a:pt x="1" y="960"/>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5" name="Google Shape;4895;p52">
              <a:extLst>
                <a:ext uri="{FF2B5EF4-FFF2-40B4-BE49-F238E27FC236}">
                  <a16:creationId xmlns:a16="http://schemas.microsoft.com/office/drawing/2014/main" id="{92982658-5FB4-4630-464B-93BB7F7BE78F}"/>
                </a:ext>
              </a:extLst>
            </p:cNvPr>
            <p:cNvSpPr/>
            <p:nvPr/>
          </p:nvSpPr>
          <p:spPr>
            <a:xfrm>
              <a:off x="3893537" y="4261765"/>
              <a:ext cx="33" cy="1731"/>
            </a:xfrm>
            <a:custGeom>
              <a:avLst/>
              <a:gdLst/>
              <a:ahLst/>
              <a:cxnLst/>
              <a:rect l="l" t="t" r="r" b="b"/>
              <a:pathLst>
                <a:path w="1" h="53" extrusionOk="0">
                  <a:moveTo>
                    <a:pt x="1" y="53"/>
                  </a:moveTo>
                  <a:lnTo>
                    <a:pt x="1" y="53"/>
                  </a:ln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6" name="Google Shape;4896;p52">
              <a:extLst>
                <a:ext uri="{FF2B5EF4-FFF2-40B4-BE49-F238E27FC236}">
                  <a16:creationId xmlns:a16="http://schemas.microsoft.com/office/drawing/2014/main" id="{C5FD894E-13B2-CF18-5BBC-40CD0BAEA80B}"/>
                </a:ext>
              </a:extLst>
            </p:cNvPr>
            <p:cNvSpPr/>
            <p:nvPr/>
          </p:nvSpPr>
          <p:spPr>
            <a:xfrm>
              <a:off x="3890891" y="4227790"/>
              <a:ext cx="2679" cy="31361"/>
            </a:xfrm>
            <a:custGeom>
              <a:avLst/>
              <a:gdLst/>
              <a:ahLst/>
              <a:cxnLst/>
              <a:rect l="l" t="t" r="r" b="b"/>
              <a:pathLst>
                <a:path w="82" h="960" extrusionOk="0">
                  <a:moveTo>
                    <a:pt x="1" y="1"/>
                  </a:moveTo>
                  <a:lnTo>
                    <a:pt x="1" y="960"/>
                  </a:lnTo>
                  <a:lnTo>
                    <a:pt x="82" y="960"/>
                  </a:lnTo>
                  <a:lnTo>
                    <a:pt x="82"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7" name="Google Shape;4897;p52">
              <a:extLst>
                <a:ext uri="{FF2B5EF4-FFF2-40B4-BE49-F238E27FC236}">
                  <a16:creationId xmlns:a16="http://schemas.microsoft.com/office/drawing/2014/main" id="{52859F1C-1619-6260-AA12-1DCBD201D7B9}"/>
                </a:ext>
              </a:extLst>
            </p:cNvPr>
            <p:cNvSpPr/>
            <p:nvPr/>
          </p:nvSpPr>
          <p:spPr>
            <a:xfrm>
              <a:off x="3893537" y="4226843"/>
              <a:ext cx="33" cy="980"/>
            </a:xfrm>
            <a:custGeom>
              <a:avLst/>
              <a:gdLst/>
              <a:ahLst/>
              <a:cxnLst/>
              <a:rect l="l" t="t" r="r" b="b"/>
              <a:pathLst>
                <a:path w="1" h="30" extrusionOk="0">
                  <a:moveTo>
                    <a:pt x="1" y="30"/>
                  </a:move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8" name="Google Shape;4898;p52">
              <a:extLst>
                <a:ext uri="{FF2B5EF4-FFF2-40B4-BE49-F238E27FC236}">
                  <a16:creationId xmlns:a16="http://schemas.microsoft.com/office/drawing/2014/main" id="{B16206E0-60B8-15AA-81F2-956295FCE3F2}"/>
                </a:ext>
              </a:extLst>
            </p:cNvPr>
            <p:cNvSpPr/>
            <p:nvPr/>
          </p:nvSpPr>
          <p:spPr>
            <a:xfrm>
              <a:off x="3893537" y="4225994"/>
              <a:ext cx="33" cy="882"/>
            </a:xfrm>
            <a:custGeom>
              <a:avLst/>
              <a:gdLst/>
              <a:ahLst/>
              <a:cxnLst/>
              <a:rect l="l" t="t" r="r" b="b"/>
              <a:pathLst>
                <a:path w="1" h="27" extrusionOk="0">
                  <a:moveTo>
                    <a:pt x="1" y="27"/>
                  </a:moveTo>
                  <a:lnTo>
                    <a:pt x="1" y="27"/>
                  </a:lnTo>
                  <a:lnTo>
                    <a:pt x="1" y="14"/>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9" name="Google Shape;4899;p52">
              <a:extLst>
                <a:ext uri="{FF2B5EF4-FFF2-40B4-BE49-F238E27FC236}">
                  <a16:creationId xmlns:a16="http://schemas.microsoft.com/office/drawing/2014/main" id="{2E5B48BF-2B1F-F126-EC71-5E61E504296A}"/>
                </a:ext>
              </a:extLst>
            </p:cNvPr>
            <p:cNvSpPr/>
            <p:nvPr/>
          </p:nvSpPr>
          <p:spPr>
            <a:xfrm>
              <a:off x="3893537" y="4224197"/>
              <a:ext cx="33" cy="980"/>
            </a:xfrm>
            <a:custGeom>
              <a:avLst/>
              <a:gdLst/>
              <a:ahLst/>
              <a:cxnLst/>
              <a:rect l="l" t="t" r="r" b="b"/>
              <a:pathLst>
                <a:path w="1" h="30" extrusionOk="0">
                  <a:moveTo>
                    <a:pt x="1" y="30"/>
                  </a:moveTo>
                  <a:lnTo>
                    <a:pt x="1" y="30"/>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0" name="Google Shape;4900;p52">
              <a:extLst>
                <a:ext uri="{FF2B5EF4-FFF2-40B4-BE49-F238E27FC236}">
                  <a16:creationId xmlns:a16="http://schemas.microsoft.com/office/drawing/2014/main" id="{B3C0CF8C-46F6-1E08-2652-86462D5F7CA9}"/>
                </a:ext>
              </a:extLst>
            </p:cNvPr>
            <p:cNvSpPr/>
            <p:nvPr/>
          </p:nvSpPr>
          <p:spPr>
            <a:xfrm>
              <a:off x="3893537" y="4224197"/>
              <a:ext cx="33" cy="980"/>
            </a:xfrm>
            <a:custGeom>
              <a:avLst/>
              <a:gdLst/>
              <a:ahLst/>
              <a:cxnLst/>
              <a:rect l="l" t="t" r="r" b="b"/>
              <a:pathLst>
                <a:path w="1" h="30" extrusionOk="0">
                  <a:moveTo>
                    <a:pt x="1" y="30"/>
                  </a:moveTo>
                  <a:lnTo>
                    <a:pt x="1" y="30"/>
                  </a:ln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1" name="Google Shape;4901;p52">
              <a:extLst>
                <a:ext uri="{FF2B5EF4-FFF2-40B4-BE49-F238E27FC236}">
                  <a16:creationId xmlns:a16="http://schemas.microsoft.com/office/drawing/2014/main" id="{88F3A7F1-133C-EF15-077F-D9C2D09C1C82}"/>
                </a:ext>
              </a:extLst>
            </p:cNvPr>
            <p:cNvSpPr/>
            <p:nvPr/>
          </p:nvSpPr>
          <p:spPr>
            <a:xfrm>
              <a:off x="3893537" y="4225144"/>
              <a:ext cx="33" cy="882"/>
            </a:xfrm>
            <a:custGeom>
              <a:avLst/>
              <a:gdLst/>
              <a:ahLst/>
              <a:cxnLst/>
              <a:rect l="l" t="t" r="r" b="b"/>
              <a:pathLst>
                <a:path w="1" h="27" extrusionOk="0">
                  <a:moveTo>
                    <a:pt x="1" y="1"/>
                  </a:moveTo>
                  <a:lnTo>
                    <a:pt x="1" y="14"/>
                  </a:lnTo>
                  <a:lnTo>
                    <a:pt x="1" y="27"/>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2" name="Google Shape;4902;p52">
              <a:extLst>
                <a:ext uri="{FF2B5EF4-FFF2-40B4-BE49-F238E27FC236}">
                  <a16:creationId xmlns:a16="http://schemas.microsoft.com/office/drawing/2014/main" id="{18A2C422-4BE8-98F7-CFB7-857A02AE1EA2}"/>
                </a:ext>
              </a:extLst>
            </p:cNvPr>
            <p:cNvSpPr/>
            <p:nvPr/>
          </p:nvSpPr>
          <p:spPr>
            <a:xfrm>
              <a:off x="3893537" y="4225144"/>
              <a:ext cx="33" cy="457"/>
            </a:xfrm>
            <a:custGeom>
              <a:avLst/>
              <a:gdLst/>
              <a:ahLst/>
              <a:cxnLst/>
              <a:rect l="l" t="t" r="r" b="b"/>
              <a:pathLst>
                <a:path w="1" h="14" extrusionOk="0">
                  <a:moveTo>
                    <a:pt x="1" y="1"/>
                  </a:moveTo>
                  <a:lnTo>
                    <a:pt x="1" y="14"/>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3" name="Google Shape;4903;p52">
              <a:extLst>
                <a:ext uri="{FF2B5EF4-FFF2-40B4-BE49-F238E27FC236}">
                  <a16:creationId xmlns:a16="http://schemas.microsoft.com/office/drawing/2014/main" id="{6069E428-C566-EC7D-0875-8EF5581878AE}"/>
                </a:ext>
              </a:extLst>
            </p:cNvPr>
            <p:cNvSpPr/>
            <p:nvPr/>
          </p:nvSpPr>
          <p:spPr>
            <a:xfrm>
              <a:off x="3893537" y="4226843"/>
              <a:ext cx="33" cy="980"/>
            </a:xfrm>
            <a:custGeom>
              <a:avLst/>
              <a:gdLst/>
              <a:ahLst/>
              <a:cxnLst/>
              <a:rect l="l" t="t" r="r" b="b"/>
              <a:pathLst>
                <a:path w="1" h="30" extrusionOk="0">
                  <a:moveTo>
                    <a:pt x="1" y="1"/>
                  </a:moveTo>
                  <a:lnTo>
                    <a:pt x="1" y="1"/>
                  </a:lnTo>
                  <a:lnTo>
                    <a:pt x="1" y="30"/>
                  </a:lnTo>
                  <a:lnTo>
                    <a:pt x="1" y="30"/>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4" name="Google Shape;4904;p52">
              <a:extLst>
                <a:ext uri="{FF2B5EF4-FFF2-40B4-BE49-F238E27FC236}">
                  <a16:creationId xmlns:a16="http://schemas.microsoft.com/office/drawing/2014/main" id="{6D511718-41FD-BC87-7DD0-5FE4C9AFABA1}"/>
                </a:ext>
              </a:extLst>
            </p:cNvPr>
            <p:cNvSpPr/>
            <p:nvPr/>
          </p:nvSpPr>
          <p:spPr>
            <a:xfrm>
              <a:off x="3893537" y="4225569"/>
              <a:ext cx="33" cy="1307"/>
            </a:xfrm>
            <a:custGeom>
              <a:avLst/>
              <a:gdLst/>
              <a:ahLst/>
              <a:cxnLst/>
              <a:rect l="l" t="t" r="r" b="b"/>
              <a:pathLst>
                <a:path w="1" h="40" extrusionOk="0">
                  <a:moveTo>
                    <a:pt x="1" y="1"/>
                  </a:moveTo>
                  <a:lnTo>
                    <a:pt x="1" y="40"/>
                  </a:lnTo>
                  <a:lnTo>
                    <a:pt x="1" y="40"/>
                  </a:lnTo>
                  <a:lnTo>
                    <a:pt x="1" y="14"/>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5" name="Google Shape;4905;p52">
              <a:extLst>
                <a:ext uri="{FF2B5EF4-FFF2-40B4-BE49-F238E27FC236}">
                  <a16:creationId xmlns:a16="http://schemas.microsoft.com/office/drawing/2014/main" id="{646EA8C2-4A35-C986-FB86-3B83DE20655C}"/>
                </a:ext>
              </a:extLst>
            </p:cNvPr>
            <p:cNvSpPr/>
            <p:nvPr/>
          </p:nvSpPr>
          <p:spPr>
            <a:xfrm>
              <a:off x="3893537" y="4225144"/>
              <a:ext cx="33" cy="1731"/>
            </a:xfrm>
            <a:custGeom>
              <a:avLst/>
              <a:gdLst/>
              <a:ahLst/>
              <a:cxnLst/>
              <a:rect l="l" t="t" r="r" b="b"/>
              <a:pathLst>
                <a:path w="1" h="53" extrusionOk="0">
                  <a:moveTo>
                    <a:pt x="1" y="53"/>
                  </a:moveTo>
                  <a:lnTo>
                    <a:pt x="1" y="53"/>
                  </a:lnTo>
                  <a:lnTo>
                    <a:pt x="1" y="14"/>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6" name="Google Shape;4906;p52">
              <a:extLst>
                <a:ext uri="{FF2B5EF4-FFF2-40B4-BE49-F238E27FC236}">
                  <a16:creationId xmlns:a16="http://schemas.microsoft.com/office/drawing/2014/main" id="{99CB17F0-3F4D-8959-D7C6-DE5DCDBE3FBF}"/>
                </a:ext>
              </a:extLst>
            </p:cNvPr>
            <p:cNvSpPr/>
            <p:nvPr/>
          </p:nvSpPr>
          <p:spPr>
            <a:xfrm>
              <a:off x="3890891" y="4224197"/>
              <a:ext cx="33" cy="980"/>
            </a:xfrm>
            <a:custGeom>
              <a:avLst/>
              <a:gdLst/>
              <a:ahLst/>
              <a:cxnLst/>
              <a:rect l="l" t="t" r="r" b="b"/>
              <a:pathLst>
                <a:path w="1" h="30" extrusionOk="0">
                  <a:moveTo>
                    <a:pt x="1" y="30"/>
                  </a:moveTo>
                  <a:lnTo>
                    <a:pt x="1" y="30"/>
                  </a:ln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7" name="Google Shape;4907;p52">
              <a:extLst>
                <a:ext uri="{FF2B5EF4-FFF2-40B4-BE49-F238E27FC236}">
                  <a16:creationId xmlns:a16="http://schemas.microsoft.com/office/drawing/2014/main" id="{A707E888-677F-6838-9F6F-AB6F6F3137C4}"/>
                </a:ext>
              </a:extLst>
            </p:cNvPr>
            <p:cNvSpPr/>
            <p:nvPr/>
          </p:nvSpPr>
          <p:spPr>
            <a:xfrm>
              <a:off x="3890891" y="4226843"/>
              <a:ext cx="33" cy="980"/>
            </a:xfrm>
            <a:custGeom>
              <a:avLst/>
              <a:gdLst/>
              <a:ahLst/>
              <a:cxnLst/>
              <a:rect l="l" t="t" r="r" b="b"/>
              <a:pathLst>
                <a:path w="1" h="30" extrusionOk="0">
                  <a:moveTo>
                    <a:pt x="1" y="30"/>
                  </a:moveTo>
                  <a:lnTo>
                    <a:pt x="1" y="30"/>
                  </a:ln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8" name="Google Shape;4908;p52">
              <a:extLst>
                <a:ext uri="{FF2B5EF4-FFF2-40B4-BE49-F238E27FC236}">
                  <a16:creationId xmlns:a16="http://schemas.microsoft.com/office/drawing/2014/main" id="{C60E8CE7-9E1E-B076-6F08-38F15019656B}"/>
                </a:ext>
              </a:extLst>
            </p:cNvPr>
            <p:cNvSpPr/>
            <p:nvPr/>
          </p:nvSpPr>
          <p:spPr>
            <a:xfrm>
              <a:off x="3890891" y="4225144"/>
              <a:ext cx="33" cy="1731"/>
            </a:xfrm>
            <a:custGeom>
              <a:avLst/>
              <a:gdLst/>
              <a:ahLst/>
              <a:cxnLst/>
              <a:rect l="l" t="t" r="r" b="b"/>
              <a:pathLst>
                <a:path w="1" h="53" extrusionOk="0">
                  <a:moveTo>
                    <a:pt x="1" y="53"/>
                  </a:moveTo>
                  <a:lnTo>
                    <a:pt x="1" y="53"/>
                  </a:lnTo>
                  <a:lnTo>
                    <a:pt x="1" y="14"/>
                  </a:ln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52">
              <a:extLst>
                <a:ext uri="{FF2B5EF4-FFF2-40B4-BE49-F238E27FC236}">
                  <a16:creationId xmlns:a16="http://schemas.microsoft.com/office/drawing/2014/main" id="{86A8F8DA-6F33-BA4C-7A9D-3EBC285083A2}"/>
                </a:ext>
              </a:extLst>
            </p:cNvPr>
            <p:cNvSpPr/>
            <p:nvPr/>
          </p:nvSpPr>
          <p:spPr>
            <a:xfrm>
              <a:off x="3890891" y="4224197"/>
              <a:ext cx="33" cy="980"/>
            </a:xfrm>
            <a:custGeom>
              <a:avLst/>
              <a:gdLst/>
              <a:ahLst/>
              <a:cxnLst/>
              <a:rect l="l" t="t" r="r" b="b"/>
              <a:pathLst>
                <a:path w="1" h="30" extrusionOk="0">
                  <a:moveTo>
                    <a:pt x="1" y="30"/>
                  </a:moveTo>
                  <a:lnTo>
                    <a:pt x="1" y="30"/>
                  </a:ln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0" name="Google Shape;4910;p52">
              <a:extLst>
                <a:ext uri="{FF2B5EF4-FFF2-40B4-BE49-F238E27FC236}">
                  <a16:creationId xmlns:a16="http://schemas.microsoft.com/office/drawing/2014/main" id="{976DCEB5-DCE4-C5B4-BF82-3883CCDA9905}"/>
                </a:ext>
              </a:extLst>
            </p:cNvPr>
            <p:cNvSpPr/>
            <p:nvPr/>
          </p:nvSpPr>
          <p:spPr>
            <a:xfrm>
              <a:off x="3893112" y="4224197"/>
              <a:ext cx="457" cy="980"/>
            </a:xfrm>
            <a:custGeom>
              <a:avLst/>
              <a:gdLst/>
              <a:ahLst/>
              <a:cxnLst/>
              <a:rect l="l" t="t" r="r" b="b"/>
              <a:pathLst>
                <a:path w="14" h="30" extrusionOk="0">
                  <a:moveTo>
                    <a:pt x="1" y="1"/>
                  </a:moveTo>
                  <a:lnTo>
                    <a:pt x="1" y="30"/>
                  </a:lnTo>
                  <a:lnTo>
                    <a:pt x="14" y="30"/>
                  </a:lnTo>
                  <a:lnTo>
                    <a:pt x="1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1" name="Google Shape;4911;p52">
              <a:extLst>
                <a:ext uri="{FF2B5EF4-FFF2-40B4-BE49-F238E27FC236}">
                  <a16:creationId xmlns:a16="http://schemas.microsoft.com/office/drawing/2014/main" id="{1AB777B5-D0D0-62A2-90E8-E7C4D09BC59B}"/>
                </a:ext>
              </a:extLst>
            </p:cNvPr>
            <p:cNvSpPr/>
            <p:nvPr/>
          </p:nvSpPr>
          <p:spPr>
            <a:xfrm>
              <a:off x="3893112" y="4224197"/>
              <a:ext cx="33" cy="980"/>
            </a:xfrm>
            <a:custGeom>
              <a:avLst/>
              <a:gdLst/>
              <a:ahLst/>
              <a:cxnLst/>
              <a:rect l="l" t="t" r="r" b="b"/>
              <a:pathLst>
                <a:path w="1" h="30" extrusionOk="0">
                  <a:moveTo>
                    <a:pt x="1" y="30"/>
                  </a:moveTo>
                  <a:lnTo>
                    <a:pt x="1" y="30"/>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2" name="Google Shape;4912;p52">
              <a:extLst>
                <a:ext uri="{FF2B5EF4-FFF2-40B4-BE49-F238E27FC236}">
                  <a16:creationId xmlns:a16="http://schemas.microsoft.com/office/drawing/2014/main" id="{BDA54B85-6017-FDC7-05CA-3FF36FE50F9B}"/>
                </a:ext>
              </a:extLst>
            </p:cNvPr>
            <p:cNvSpPr/>
            <p:nvPr/>
          </p:nvSpPr>
          <p:spPr>
            <a:xfrm>
              <a:off x="3890891" y="4224197"/>
              <a:ext cx="2254" cy="980"/>
            </a:xfrm>
            <a:custGeom>
              <a:avLst/>
              <a:gdLst/>
              <a:ahLst/>
              <a:cxnLst/>
              <a:rect l="l" t="t" r="r" b="b"/>
              <a:pathLst>
                <a:path w="69" h="30" extrusionOk="0">
                  <a:moveTo>
                    <a:pt x="1" y="1"/>
                  </a:moveTo>
                  <a:lnTo>
                    <a:pt x="1" y="30"/>
                  </a:lnTo>
                  <a:lnTo>
                    <a:pt x="69" y="30"/>
                  </a:lnTo>
                  <a:lnTo>
                    <a:pt x="69"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3" name="Google Shape;4913;p52">
              <a:extLst>
                <a:ext uri="{FF2B5EF4-FFF2-40B4-BE49-F238E27FC236}">
                  <a16:creationId xmlns:a16="http://schemas.microsoft.com/office/drawing/2014/main" id="{F120DB9C-4DB0-6BB4-AF03-5437034A40CE}"/>
                </a:ext>
              </a:extLst>
            </p:cNvPr>
            <p:cNvSpPr/>
            <p:nvPr/>
          </p:nvSpPr>
          <p:spPr>
            <a:xfrm>
              <a:off x="3893537" y="4225144"/>
              <a:ext cx="33" cy="33"/>
            </a:xfrm>
            <a:custGeom>
              <a:avLst/>
              <a:gdLst/>
              <a:ahLst/>
              <a:cxnLst/>
              <a:rect l="l" t="t" r="r" b="b"/>
              <a:pathLst>
                <a:path w="1" h="1" extrusionOk="0">
                  <a:moveTo>
                    <a:pt x="1" y="1"/>
                  </a:move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4" name="Google Shape;4914;p52">
              <a:extLst>
                <a:ext uri="{FF2B5EF4-FFF2-40B4-BE49-F238E27FC236}">
                  <a16:creationId xmlns:a16="http://schemas.microsoft.com/office/drawing/2014/main" id="{45397829-AB30-1C72-798B-13ABC803162F}"/>
                </a:ext>
              </a:extLst>
            </p:cNvPr>
            <p:cNvSpPr/>
            <p:nvPr/>
          </p:nvSpPr>
          <p:spPr>
            <a:xfrm>
              <a:off x="3890891" y="4226843"/>
              <a:ext cx="33" cy="980"/>
            </a:xfrm>
            <a:custGeom>
              <a:avLst/>
              <a:gdLst/>
              <a:ahLst/>
              <a:cxnLst/>
              <a:rect l="l" t="t" r="r" b="b"/>
              <a:pathLst>
                <a:path w="1" h="30" extrusionOk="0">
                  <a:moveTo>
                    <a:pt x="1" y="30"/>
                  </a:moveTo>
                  <a:lnTo>
                    <a:pt x="1" y="30"/>
                  </a:ln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5" name="Google Shape;4915;p52">
              <a:extLst>
                <a:ext uri="{FF2B5EF4-FFF2-40B4-BE49-F238E27FC236}">
                  <a16:creationId xmlns:a16="http://schemas.microsoft.com/office/drawing/2014/main" id="{12BA8532-523D-0BDC-496B-66B9BA058D6A}"/>
                </a:ext>
              </a:extLst>
            </p:cNvPr>
            <p:cNvSpPr/>
            <p:nvPr/>
          </p:nvSpPr>
          <p:spPr>
            <a:xfrm>
              <a:off x="3890891" y="4225569"/>
              <a:ext cx="33" cy="1307"/>
            </a:xfrm>
            <a:custGeom>
              <a:avLst/>
              <a:gdLst/>
              <a:ahLst/>
              <a:cxnLst/>
              <a:rect l="l" t="t" r="r" b="b"/>
              <a:pathLst>
                <a:path w="1" h="40" extrusionOk="0">
                  <a:moveTo>
                    <a:pt x="1" y="40"/>
                  </a:moveTo>
                  <a:lnTo>
                    <a:pt x="1" y="40"/>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6" name="Google Shape;4916;p52">
              <a:extLst>
                <a:ext uri="{FF2B5EF4-FFF2-40B4-BE49-F238E27FC236}">
                  <a16:creationId xmlns:a16="http://schemas.microsoft.com/office/drawing/2014/main" id="{387651AF-AF79-27DE-912B-725C2F7DEBFF}"/>
                </a:ext>
              </a:extLst>
            </p:cNvPr>
            <p:cNvSpPr/>
            <p:nvPr/>
          </p:nvSpPr>
          <p:spPr>
            <a:xfrm>
              <a:off x="3890891" y="4225144"/>
              <a:ext cx="33" cy="1731"/>
            </a:xfrm>
            <a:custGeom>
              <a:avLst/>
              <a:gdLst/>
              <a:ahLst/>
              <a:cxnLst/>
              <a:rect l="l" t="t" r="r" b="b"/>
              <a:pathLst>
                <a:path w="1" h="53" extrusionOk="0">
                  <a:moveTo>
                    <a:pt x="1" y="14"/>
                  </a:moveTo>
                  <a:lnTo>
                    <a:pt x="1" y="53"/>
                  </a:ln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7" name="Google Shape;4917;p52">
              <a:extLst>
                <a:ext uri="{FF2B5EF4-FFF2-40B4-BE49-F238E27FC236}">
                  <a16:creationId xmlns:a16="http://schemas.microsoft.com/office/drawing/2014/main" id="{42551231-1B50-8DEE-93F6-FC4647B09168}"/>
                </a:ext>
              </a:extLst>
            </p:cNvPr>
            <p:cNvSpPr/>
            <p:nvPr/>
          </p:nvSpPr>
          <p:spPr>
            <a:xfrm>
              <a:off x="3893537" y="4226843"/>
              <a:ext cx="33" cy="980"/>
            </a:xfrm>
            <a:custGeom>
              <a:avLst/>
              <a:gdLst/>
              <a:ahLst/>
              <a:cxnLst/>
              <a:rect l="l" t="t" r="r" b="b"/>
              <a:pathLst>
                <a:path w="1" h="30" extrusionOk="0">
                  <a:moveTo>
                    <a:pt x="1" y="1"/>
                  </a:moveTo>
                  <a:lnTo>
                    <a:pt x="1" y="30"/>
                  </a:lnTo>
                  <a:lnTo>
                    <a:pt x="1" y="30"/>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8" name="Google Shape;4918;p52">
              <a:extLst>
                <a:ext uri="{FF2B5EF4-FFF2-40B4-BE49-F238E27FC236}">
                  <a16:creationId xmlns:a16="http://schemas.microsoft.com/office/drawing/2014/main" id="{D8D8C6F1-5122-9DE3-EEEB-9026078A68C8}"/>
                </a:ext>
              </a:extLst>
            </p:cNvPr>
            <p:cNvSpPr/>
            <p:nvPr/>
          </p:nvSpPr>
          <p:spPr>
            <a:xfrm>
              <a:off x="3893112" y="4225144"/>
              <a:ext cx="457" cy="1307"/>
            </a:xfrm>
            <a:custGeom>
              <a:avLst/>
              <a:gdLst/>
              <a:ahLst/>
              <a:cxnLst/>
              <a:rect l="l" t="t" r="r" b="b"/>
              <a:pathLst>
                <a:path w="14" h="40" extrusionOk="0">
                  <a:moveTo>
                    <a:pt x="1" y="1"/>
                  </a:moveTo>
                  <a:lnTo>
                    <a:pt x="1" y="14"/>
                  </a:lnTo>
                  <a:lnTo>
                    <a:pt x="14" y="40"/>
                  </a:lnTo>
                  <a:lnTo>
                    <a:pt x="1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9" name="Google Shape;4919;p52">
              <a:extLst>
                <a:ext uri="{FF2B5EF4-FFF2-40B4-BE49-F238E27FC236}">
                  <a16:creationId xmlns:a16="http://schemas.microsoft.com/office/drawing/2014/main" id="{4B9EE3AF-C42B-FFB5-005D-402A77A3AAD1}"/>
                </a:ext>
              </a:extLst>
            </p:cNvPr>
            <p:cNvSpPr/>
            <p:nvPr/>
          </p:nvSpPr>
          <p:spPr>
            <a:xfrm>
              <a:off x="3893537" y="4226843"/>
              <a:ext cx="33" cy="980"/>
            </a:xfrm>
            <a:custGeom>
              <a:avLst/>
              <a:gdLst/>
              <a:ahLst/>
              <a:cxnLst/>
              <a:rect l="l" t="t" r="r" b="b"/>
              <a:pathLst>
                <a:path w="1" h="30" extrusionOk="0">
                  <a:moveTo>
                    <a:pt x="1" y="30"/>
                  </a:move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0" name="Google Shape;4920;p52">
              <a:extLst>
                <a:ext uri="{FF2B5EF4-FFF2-40B4-BE49-F238E27FC236}">
                  <a16:creationId xmlns:a16="http://schemas.microsoft.com/office/drawing/2014/main" id="{75998D91-FF6C-3301-0C55-09ADC1443E29}"/>
                </a:ext>
              </a:extLst>
            </p:cNvPr>
            <p:cNvSpPr/>
            <p:nvPr/>
          </p:nvSpPr>
          <p:spPr>
            <a:xfrm>
              <a:off x="3893112" y="4225569"/>
              <a:ext cx="457" cy="1307"/>
            </a:xfrm>
            <a:custGeom>
              <a:avLst/>
              <a:gdLst/>
              <a:ahLst/>
              <a:cxnLst/>
              <a:rect l="l" t="t" r="r" b="b"/>
              <a:pathLst>
                <a:path w="14" h="40" extrusionOk="0">
                  <a:moveTo>
                    <a:pt x="1" y="1"/>
                  </a:moveTo>
                  <a:lnTo>
                    <a:pt x="14" y="40"/>
                  </a:lnTo>
                  <a:lnTo>
                    <a:pt x="14" y="27"/>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1" name="Google Shape;4921;p52">
              <a:extLst>
                <a:ext uri="{FF2B5EF4-FFF2-40B4-BE49-F238E27FC236}">
                  <a16:creationId xmlns:a16="http://schemas.microsoft.com/office/drawing/2014/main" id="{EEE6892F-76D8-B70F-1FCA-46709EC3C067}"/>
                </a:ext>
              </a:extLst>
            </p:cNvPr>
            <p:cNvSpPr/>
            <p:nvPr/>
          </p:nvSpPr>
          <p:spPr>
            <a:xfrm>
              <a:off x="3893112" y="4225144"/>
              <a:ext cx="33" cy="457"/>
            </a:xfrm>
            <a:custGeom>
              <a:avLst/>
              <a:gdLst/>
              <a:ahLst/>
              <a:cxnLst/>
              <a:rect l="l" t="t" r="r" b="b"/>
              <a:pathLst>
                <a:path w="1" h="14" extrusionOk="0">
                  <a:moveTo>
                    <a:pt x="1" y="1"/>
                  </a:moveTo>
                  <a:lnTo>
                    <a:pt x="1" y="14"/>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2" name="Google Shape;4922;p52">
              <a:extLst>
                <a:ext uri="{FF2B5EF4-FFF2-40B4-BE49-F238E27FC236}">
                  <a16:creationId xmlns:a16="http://schemas.microsoft.com/office/drawing/2014/main" id="{D95897BD-0F76-40E3-DB2F-F42ACBB72331}"/>
                </a:ext>
              </a:extLst>
            </p:cNvPr>
            <p:cNvSpPr/>
            <p:nvPr/>
          </p:nvSpPr>
          <p:spPr>
            <a:xfrm>
              <a:off x="3893112" y="4226843"/>
              <a:ext cx="457" cy="980"/>
            </a:xfrm>
            <a:custGeom>
              <a:avLst/>
              <a:gdLst/>
              <a:ahLst/>
              <a:cxnLst/>
              <a:rect l="l" t="t" r="r" b="b"/>
              <a:pathLst>
                <a:path w="14" h="30" extrusionOk="0">
                  <a:moveTo>
                    <a:pt x="1" y="1"/>
                  </a:moveTo>
                  <a:lnTo>
                    <a:pt x="1" y="30"/>
                  </a:lnTo>
                  <a:lnTo>
                    <a:pt x="14" y="30"/>
                  </a:lnTo>
                  <a:lnTo>
                    <a:pt x="1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3" name="Google Shape;4923;p52">
              <a:extLst>
                <a:ext uri="{FF2B5EF4-FFF2-40B4-BE49-F238E27FC236}">
                  <a16:creationId xmlns:a16="http://schemas.microsoft.com/office/drawing/2014/main" id="{C67496D5-7378-85D7-9F86-896B3B3745C3}"/>
                </a:ext>
              </a:extLst>
            </p:cNvPr>
            <p:cNvSpPr/>
            <p:nvPr/>
          </p:nvSpPr>
          <p:spPr>
            <a:xfrm>
              <a:off x="3893112" y="4225569"/>
              <a:ext cx="457" cy="1307"/>
            </a:xfrm>
            <a:custGeom>
              <a:avLst/>
              <a:gdLst/>
              <a:ahLst/>
              <a:cxnLst/>
              <a:rect l="l" t="t" r="r" b="b"/>
              <a:pathLst>
                <a:path w="14" h="40" extrusionOk="0">
                  <a:moveTo>
                    <a:pt x="1" y="1"/>
                  </a:moveTo>
                  <a:lnTo>
                    <a:pt x="1" y="40"/>
                  </a:lnTo>
                  <a:lnTo>
                    <a:pt x="14" y="40"/>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4" name="Google Shape;4924;p52">
              <a:extLst>
                <a:ext uri="{FF2B5EF4-FFF2-40B4-BE49-F238E27FC236}">
                  <a16:creationId xmlns:a16="http://schemas.microsoft.com/office/drawing/2014/main" id="{E58AC6A3-D5B1-E25E-FF40-9D6AAE13994B}"/>
                </a:ext>
              </a:extLst>
            </p:cNvPr>
            <p:cNvSpPr/>
            <p:nvPr/>
          </p:nvSpPr>
          <p:spPr>
            <a:xfrm>
              <a:off x="3890891" y="4226843"/>
              <a:ext cx="2254" cy="980"/>
            </a:xfrm>
            <a:custGeom>
              <a:avLst/>
              <a:gdLst/>
              <a:ahLst/>
              <a:cxnLst/>
              <a:rect l="l" t="t" r="r" b="b"/>
              <a:pathLst>
                <a:path w="69" h="30" extrusionOk="0">
                  <a:moveTo>
                    <a:pt x="1" y="1"/>
                  </a:moveTo>
                  <a:lnTo>
                    <a:pt x="1" y="30"/>
                  </a:lnTo>
                  <a:lnTo>
                    <a:pt x="69" y="30"/>
                  </a:lnTo>
                  <a:lnTo>
                    <a:pt x="69"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5" name="Google Shape;4925;p52">
              <a:extLst>
                <a:ext uri="{FF2B5EF4-FFF2-40B4-BE49-F238E27FC236}">
                  <a16:creationId xmlns:a16="http://schemas.microsoft.com/office/drawing/2014/main" id="{63936F86-275E-0E98-E27B-3AE3F24FAE61}"/>
                </a:ext>
              </a:extLst>
            </p:cNvPr>
            <p:cNvSpPr/>
            <p:nvPr/>
          </p:nvSpPr>
          <p:spPr>
            <a:xfrm>
              <a:off x="3890891" y="4225144"/>
              <a:ext cx="2254" cy="1731"/>
            </a:xfrm>
            <a:custGeom>
              <a:avLst/>
              <a:gdLst/>
              <a:ahLst/>
              <a:cxnLst/>
              <a:rect l="l" t="t" r="r" b="b"/>
              <a:pathLst>
                <a:path w="69" h="53" extrusionOk="0">
                  <a:moveTo>
                    <a:pt x="1" y="1"/>
                  </a:moveTo>
                  <a:lnTo>
                    <a:pt x="1" y="53"/>
                  </a:lnTo>
                  <a:lnTo>
                    <a:pt x="69" y="53"/>
                  </a:lnTo>
                  <a:lnTo>
                    <a:pt x="69"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6" name="Google Shape;4926;p52">
              <a:extLst>
                <a:ext uri="{FF2B5EF4-FFF2-40B4-BE49-F238E27FC236}">
                  <a16:creationId xmlns:a16="http://schemas.microsoft.com/office/drawing/2014/main" id="{AAD59A6C-7449-BC45-6D69-3881D7538B30}"/>
                </a:ext>
              </a:extLst>
            </p:cNvPr>
            <p:cNvSpPr/>
            <p:nvPr/>
          </p:nvSpPr>
          <p:spPr>
            <a:xfrm>
              <a:off x="3856916" y="4259119"/>
              <a:ext cx="33582" cy="1731"/>
            </a:xfrm>
            <a:custGeom>
              <a:avLst/>
              <a:gdLst/>
              <a:ahLst/>
              <a:cxnLst/>
              <a:rect l="l" t="t" r="r" b="b"/>
              <a:pathLst>
                <a:path w="1028" h="53" extrusionOk="0">
                  <a:moveTo>
                    <a:pt x="1" y="1"/>
                  </a:moveTo>
                  <a:lnTo>
                    <a:pt x="1" y="53"/>
                  </a:lnTo>
                  <a:lnTo>
                    <a:pt x="1028" y="53"/>
                  </a:lnTo>
                  <a:lnTo>
                    <a:pt x="1028"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7" name="Google Shape;4927;p52">
              <a:extLst>
                <a:ext uri="{FF2B5EF4-FFF2-40B4-BE49-F238E27FC236}">
                  <a16:creationId xmlns:a16="http://schemas.microsoft.com/office/drawing/2014/main" id="{0C222A06-71FA-0FC0-2043-8BC70353FD90}"/>
                </a:ext>
              </a:extLst>
            </p:cNvPr>
            <p:cNvSpPr/>
            <p:nvPr/>
          </p:nvSpPr>
          <p:spPr>
            <a:xfrm>
              <a:off x="3854270" y="4259119"/>
              <a:ext cx="2679" cy="38776"/>
            </a:xfrm>
            <a:custGeom>
              <a:avLst/>
              <a:gdLst/>
              <a:ahLst/>
              <a:cxnLst/>
              <a:rect l="l" t="t" r="r" b="b"/>
              <a:pathLst>
                <a:path w="82" h="1187" extrusionOk="0">
                  <a:moveTo>
                    <a:pt x="1" y="1"/>
                  </a:moveTo>
                  <a:lnTo>
                    <a:pt x="1" y="1187"/>
                  </a:lnTo>
                  <a:lnTo>
                    <a:pt x="14" y="1187"/>
                  </a:lnTo>
                  <a:lnTo>
                    <a:pt x="14" y="1106"/>
                  </a:lnTo>
                  <a:lnTo>
                    <a:pt x="14" y="1093"/>
                  </a:lnTo>
                  <a:lnTo>
                    <a:pt x="82" y="1093"/>
                  </a:lnTo>
                  <a:lnTo>
                    <a:pt x="82" y="134"/>
                  </a:lnTo>
                  <a:lnTo>
                    <a:pt x="14" y="134"/>
                  </a:lnTo>
                  <a:lnTo>
                    <a:pt x="1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8" name="Google Shape;4928;p52">
              <a:extLst>
                <a:ext uri="{FF2B5EF4-FFF2-40B4-BE49-F238E27FC236}">
                  <a16:creationId xmlns:a16="http://schemas.microsoft.com/office/drawing/2014/main" id="{C4986FE5-2AAC-3A87-CEAB-8901D60FC355}"/>
                </a:ext>
              </a:extLst>
            </p:cNvPr>
            <p:cNvSpPr/>
            <p:nvPr/>
          </p:nvSpPr>
          <p:spPr>
            <a:xfrm>
              <a:off x="3854694" y="4259119"/>
              <a:ext cx="35804" cy="4377"/>
            </a:xfrm>
            <a:custGeom>
              <a:avLst/>
              <a:gdLst/>
              <a:ahLst/>
              <a:cxnLst/>
              <a:rect l="l" t="t" r="r" b="b"/>
              <a:pathLst>
                <a:path w="1096" h="134" extrusionOk="0">
                  <a:moveTo>
                    <a:pt x="1" y="1"/>
                  </a:moveTo>
                  <a:lnTo>
                    <a:pt x="1" y="134"/>
                  </a:lnTo>
                  <a:lnTo>
                    <a:pt x="69" y="134"/>
                  </a:lnTo>
                  <a:lnTo>
                    <a:pt x="69" y="82"/>
                  </a:lnTo>
                  <a:lnTo>
                    <a:pt x="1096" y="82"/>
                  </a:lnTo>
                  <a:lnTo>
                    <a:pt x="1096" y="53"/>
                  </a:lnTo>
                  <a:lnTo>
                    <a:pt x="69" y="53"/>
                  </a:lnTo>
                  <a:lnTo>
                    <a:pt x="69"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9" name="Google Shape;4929;p52">
              <a:extLst>
                <a:ext uri="{FF2B5EF4-FFF2-40B4-BE49-F238E27FC236}">
                  <a16:creationId xmlns:a16="http://schemas.microsoft.com/office/drawing/2014/main" id="{4B0270A7-0B69-9597-91F9-2580E24FBD57}"/>
                </a:ext>
              </a:extLst>
            </p:cNvPr>
            <p:cNvSpPr/>
            <p:nvPr/>
          </p:nvSpPr>
          <p:spPr>
            <a:xfrm>
              <a:off x="3893537" y="4259119"/>
              <a:ext cx="33582" cy="1731"/>
            </a:xfrm>
            <a:custGeom>
              <a:avLst/>
              <a:gdLst/>
              <a:ahLst/>
              <a:cxnLst/>
              <a:rect l="l" t="t" r="r" b="b"/>
              <a:pathLst>
                <a:path w="1028" h="53" extrusionOk="0">
                  <a:moveTo>
                    <a:pt x="1" y="1"/>
                  </a:moveTo>
                  <a:lnTo>
                    <a:pt x="1" y="53"/>
                  </a:lnTo>
                  <a:lnTo>
                    <a:pt x="1028" y="53"/>
                  </a:lnTo>
                  <a:lnTo>
                    <a:pt x="1028"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0" name="Google Shape;4930;p52">
              <a:extLst>
                <a:ext uri="{FF2B5EF4-FFF2-40B4-BE49-F238E27FC236}">
                  <a16:creationId xmlns:a16="http://schemas.microsoft.com/office/drawing/2014/main" id="{6AC521E2-454E-A271-1DB5-22C34A3CFEA9}"/>
                </a:ext>
              </a:extLst>
            </p:cNvPr>
            <p:cNvSpPr/>
            <p:nvPr/>
          </p:nvSpPr>
          <p:spPr>
            <a:xfrm>
              <a:off x="3927088" y="4263464"/>
              <a:ext cx="2679" cy="31361"/>
            </a:xfrm>
            <a:custGeom>
              <a:avLst/>
              <a:gdLst/>
              <a:ahLst/>
              <a:cxnLst/>
              <a:rect l="l" t="t" r="r" b="b"/>
              <a:pathLst>
                <a:path w="82" h="960" extrusionOk="0">
                  <a:moveTo>
                    <a:pt x="1" y="1"/>
                  </a:moveTo>
                  <a:lnTo>
                    <a:pt x="1" y="960"/>
                  </a:lnTo>
                  <a:lnTo>
                    <a:pt x="82" y="960"/>
                  </a:lnTo>
                  <a:lnTo>
                    <a:pt x="82"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1" name="Google Shape;4931;p52">
              <a:extLst>
                <a:ext uri="{FF2B5EF4-FFF2-40B4-BE49-F238E27FC236}">
                  <a16:creationId xmlns:a16="http://schemas.microsoft.com/office/drawing/2014/main" id="{212E7272-0196-610E-7634-BB04EAF4F6E2}"/>
                </a:ext>
              </a:extLst>
            </p:cNvPr>
            <p:cNvSpPr/>
            <p:nvPr/>
          </p:nvSpPr>
          <p:spPr>
            <a:xfrm>
              <a:off x="3893537" y="4259119"/>
              <a:ext cx="36228" cy="4377"/>
            </a:xfrm>
            <a:custGeom>
              <a:avLst/>
              <a:gdLst/>
              <a:ahLst/>
              <a:cxnLst/>
              <a:rect l="l" t="t" r="r" b="b"/>
              <a:pathLst>
                <a:path w="1109" h="134" extrusionOk="0">
                  <a:moveTo>
                    <a:pt x="1028" y="1"/>
                  </a:moveTo>
                  <a:lnTo>
                    <a:pt x="1028" y="53"/>
                  </a:lnTo>
                  <a:lnTo>
                    <a:pt x="1" y="53"/>
                  </a:lnTo>
                  <a:lnTo>
                    <a:pt x="1" y="82"/>
                  </a:lnTo>
                  <a:lnTo>
                    <a:pt x="1028" y="82"/>
                  </a:lnTo>
                  <a:lnTo>
                    <a:pt x="1028" y="134"/>
                  </a:lnTo>
                  <a:lnTo>
                    <a:pt x="1109" y="134"/>
                  </a:lnTo>
                  <a:lnTo>
                    <a:pt x="1109"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2" name="Google Shape;4932;p52">
              <a:extLst>
                <a:ext uri="{FF2B5EF4-FFF2-40B4-BE49-F238E27FC236}">
                  <a16:creationId xmlns:a16="http://schemas.microsoft.com/office/drawing/2014/main" id="{6DA76D2F-BD69-4C88-C68E-8AD7E9943DC9}"/>
                </a:ext>
              </a:extLst>
            </p:cNvPr>
            <p:cNvSpPr/>
            <p:nvPr/>
          </p:nvSpPr>
          <p:spPr>
            <a:xfrm>
              <a:off x="3893537" y="4259119"/>
              <a:ext cx="33" cy="2679"/>
            </a:xfrm>
            <a:custGeom>
              <a:avLst/>
              <a:gdLst/>
              <a:ahLst/>
              <a:cxnLst/>
              <a:rect l="l" t="t" r="r" b="b"/>
              <a:pathLst>
                <a:path w="1" h="82" extrusionOk="0">
                  <a:moveTo>
                    <a:pt x="1" y="27"/>
                  </a:moveTo>
                  <a:lnTo>
                    <a:pt x="1" y="40"/>
                  </a:lnTo>
                  <a:lnTo>
                    <a:pt x="1" y="82"/>
                  </a:lnTo>
                  <a:lnTo>
                    <a:pt x="1" y="82"/>
                  </a:lnTo>
                  <a:lnTo>
                    <a:pt x="1" y="53"/>
                  </a:ln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3" name="Google Shape;4933;p52">
              <a:extLst>
                <a:ext uri="{FF2B5EF4-FFF2-40B4-BE49-F238E27FC236}">
                  <a16:creationId xmlns:a16="http://schemas.microsoft.com/office/drawing/2014/main" id="{46644EAC-BD84-F631-8BBC-093740537B85}"/>
                </a:ext>
              </a:extLst>
            </p:cNvPr>
            <p:cNvSpPr/>
            <p:nvPr/>
          </p:nvSpPr>
          <p:spPr>
            <a:xfrm>
              <a:off x="3893112" y="4259119"/>
              <a:ext cx="457" cy="882"/>
            </a:xfrm>
            <a:custGeom>
              <a:avLst/>
              <a:gdLst/>
              <a:ahLst/>
              <a:cxnLst/>
              <a:rect l="l" t="t" r="r" b="b"/>
              <a:pathLst>
                <a:path w="14" h="27" extrusionOk="0">
                  <a:moveTo>
                    <a:pt x="1" y="1"/>
                  </a:moveTo>
                  <a:lnTo>
                    <a:pt x="14" y="27"/>
                  </a:lnTo>
                  <a:lnTo>
                    <a:pt x="1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4" name="Google Shape;4934;p52">
              <a:extLst>
                <a:ext uri="{FF2B5EF4-FFF2-40B4-BE49-F238E27FC236}">
                  <a16:creationId xmlns:a16="http://schemas.microsoft.com/office/drawing/2014/main" id="{92AEFDDE-8828-B9BF-A853-E56EDBCAF7BC}"/>
                </a:ext>
              </a:extLst>
            </p:cNvPr>
            <p:cNvSpPr/>
            <p:nvPr/>
          </p:nvSpPr>
          <p:spPr>
            <a:xfrm>
              <a:off x="3890466" y="4263464"/>
              <a:ext cx="457" cy="31361"/>
            </a:xfrm>
            <a:custGeom>
              <a:avLst/>
              <a:gdLst/>
              <a:ahLst/>
              <a:cxnLst/>
              <a:rect l="l" t="t" r="r" b="b"/>
              <a:pathLst>
                <a:path w="14" h="960" extrusionOk="0">
                  <a:moveTo>
                    <a:pt x="1" y="1"/>
                  </a:moveTo>
                  <a:lnTo>
                    <a:pt x="1" y="960"/>
                  </a:lnTo>
                  <a:lnTo>
                    <a:pt x="14" y="960"/>
                  </a:lnTo>
                  <a:lnTo>
                    <a:pt x="1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5" name="Google Shape;4935;p52">
              <a:extLst>
                <a:ext uri="{FF2B5EF4-FFF2-40B4-BE49-F238E27FC236}">
                  <a16:creationId xmlns:a16="http://schemas.microsoft.com/office/drawing/2014/main" id="{D2FF1A27-36D2-99EE-A0B0-246C1E96C770}"/>
                </a:ext>
              </a:extLst>
            </p:cNvPr>
            <p:cNvSpPr/>
            <p:nvPr/>
          </p:nvSpPr>
          <p:spPr>
            <a:xfrm>
              <a:off x="3890466" y="4259119"/>
              <a:ext cx="457" cy="1731"/>
            </a:xfrm>
            <a:custGeom>
              <a:avLst/>
              <a:gdLst/>
              <a:ahLst/>
              <a:cxnLst/>
              <a:rect l="l" t="t" r="r" b="b"/>
              <a:pathLst>
                <a:path w="14" h="53" extrusionOk="0">
                  <a:moveTo>
                    <a:pt x="1" y="1"/>
                  </a:moveTo>
                  <a:lnTo>
                    <a:pt x="1" y="53"/>
                  </a:lnTo>
                  <a:lnTo>
                    <a:pt x="14" y="53"/>
                  </a:lnTo>
                  <a:lnTo>
                    <a:pt x="1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6" name="Google Shape;4936;p52">
              <a:extLst>
                <a:ext uri="{FF2B5EF4-FFF2-40B4-BE49-F238E27FC236}">
                  <a16:creationId xmlns:a16="http://schemas.microsoft.com/office/drawing/2014/main" id="{420018D9-F757-BE51-0404-10144CE76F84}"/>
                </a:ext>
              </a:extLst>
            </p:cNvPr>
            <p:cNvSpPr/>
            <p:nvPr/>
          </p:nvSpPr>
          <p:spPr>
            <a:xfrm>
              <a:off x="3890466" y="4260818"/>
              <a:ext cx="457" cy="2679"/>
            </a:xfrm>
            <a:custGeom>
              <a:avLst/>
              <a:gdLst/>
              <a:ahLst/>
              <a:cxnLst/>
              <a:rect l="l" t="t" r="r" b="b"/>
              <a:pathLst>
                <a:path w="14" h="82" extrusionOk="0">
                  <a:moveTo>
                    <a:pt x="1" y="1"/>
                  </a:moveTo>
                  <a:lnTo>
                    <a:pt x="1" y="30"/>
                  </a:lnTo>
                  <a:lnTo>
                    <a:pt x="1" y="82"/>
                  </a:lnTo>
                  <a:lnTo>
                    <a:pt x="14" y="82"/>
                  </a:lnTo>
                  <a:lnTo>
                    <a:pt x="1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7" name="Google Shape;4937;p52">
              <a:extLst>
                <a:ext uri="{FF2B5EF4-FFF2-40B4-BE49-F238E27FC236}">
                  <a16:creationId xmlns:a16="http://schemas.microsoft.com/office/drawing/2014/main" id="{9548EE29-E6C1-0AD7-1CF5-0211B21075B6}"/>
                </a:ext>
              </a:extLst>
            </p:cNvPr>
            <p:cNvSpPr/>
            <p:nvPr/>
          </p:nvSpPr>
          <p:spPr>
            <a:xfrm>
              <a:off x="3890891" y="4259119"/>
              <a:ext cx="33" cy="4377"/>
            </a:xfrm>
            <a:custGeom>
              <a:avLst/>
              <a:gdLst/>
              <a:ahLst/>
              <a:cxnLst/>
              <a:rect l="l" t="t" r="r" b="b"/>
              <a:pathLst>
                <a:path w="1" h="134" extrusionOk="0">
                  <a:moveTo>
                    <a:pt x="1" y="53"/>
                  </a:moveTo>
                  <a:lnTo>
                    <a:pt x="1" y="134"/>
                  </a:lnTo>
                  <a:lnTo>
                    <a:pt x="1" y="134"/>
                  </a:ln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8" name="Google Shape;4938;p52">
              <a:extLst>
                <a:ext uri="{FF2B5EF4-FFF2-40B4-BE49-F238E27FC236}">
                  <a16:creationId xmlns:a16="http://schemas.microsoft.com/office/drawing/2014/main" id="{1618E846-C60F-CC59-8482-0309EDB00A9A}"/>
                </a:ext>
              </a:extLst>
            </p:cNvPr>
            <p:cNvSpPr/>
            <p:nvPr/>
          </p:nvSpPr>
          <p:spPr>
            <a:xfrm>
              <a:off x="3893112" y="4263464"/>
              <a:ext cx="457" cy="31361"/>
            </a:xfrm>
            <a:custGeom>
              <a:avLst/>
              <a:gdLst/>
              <a:ahLst/>
              <a:cxnLst/>
              <a:rect l="l" t="t" r="r" b="b"/>
              <a:pathLst>
                <a:path w="14" h="960" extrusionOk="0">
                  <a:moveTo>
                    <a:pt x="1" y="1"/>
                  </a:moveTo>
                  <a:lnTo>
                    <a:pt x="1" y="960"/>
                  </a:lnTo>
                  <a:lnTo>
                    <a:pt x="14" y="960"/>
                  </a:lnTo>
                  <a:lnTo>
                    <a:pt x="1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9" name="Google Shape;4939;p52">
              <a:extLst>
                <a:ext uri="{FF2B5EF4-FFF2-40B4-BE49-F238E27FC236}">
                  <a16:creationId xmlns:a16="http://schemas.microsoft.com/office/drawing/2014/main" id="{D6BD6527-1831-B146-729C-12C9F2622BE0}"/>
                </a:ext>
              </a:extLst>
            </p:cNvPr>
            <p:cNvSpPr/>
            <p:nvPr/>
          </p:nvSpPr>
          <p:spPr>
            <a:xfrm>
              <a:off x="3893537" y="4259969"/>
              <a:ext cx="33" cy="3528"/>
            </a:xfrm>
            <a:custGeom>
              <a:avLst/>
              <a:gdLst/>
              <a:ahLst/>
              <a:cxnLst/>
              <a:rect l="l" t="t" r="r" b="b"/>
              <a:pathLst>
                <a:path w="1" h="108" extrusionOk="0">
                  <a:moveTo>
                    <a:pt x="1" y="108"/>
                  </a:moveTo>
                  <a:lnTo>
                    <a:pt x="1" y="108"/>
                  </a:lnTo>
                  <a:lnTo>
                    <a:pt x="1" y="56"/>
                  </a:lnTo>
                  <a:lnTo>
                    <a:pt x="1" y="14"/>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0" name="Google Shape;4940;p52">
              <a:extLst>
                <a:ext uri="{FF2B5EF4-FFF2-40B4-BE49-F238E27FC236}">
                  <a16:creationId xmlns:a16="http://schemas.microsoft.com/office/drawing/2014/main" id="{558B1ED9-24E3-7B6C-A480-984AD5DD7442}"/>
                </a:ext>
              </a:extLst>
            </p:cNvPr>
            <p:cNvSpPr/>
            <p:nvPr/>
          </p:nvSpPr>
          <p:spPr>
            <a:xfrm>
              <a:off x="3893112" y="4259119"/>
              <a:ext cx="457" cy="4377"/>
            </a:xfrm>
            <a:custGeom>
              <a:avLst/>
              <a:gdLst/>
              <a:ahLst/>
              <a:cxnLst/>
              <a:rect l="l" t="t" r="r" b="b"/>
              <a:pathLst>
                <a:path w="14" h="134" extrusionOk="0">
                  <a:moveTo>
                    <a:pt x="1" y="1"/>
                  </a:moveTo>
                  <a:lnTo>
                    <a:pt x="1" y="134"/>
                  </a:lnTo>
                  <a:lnTo>
                    <a:pt x="14" y="134"/>
                  </a:lnTo>
                  <a:lnTo>
                    <a:pt x="14" y="27"/>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1" name="Google Shape;4941;p52">
              <a:extLst>
                <a:ext uri="{FF2B5EF4-FFF2-40B4-BE49-F238E27FC236}">
                  <a16:creationId xmlns:a16="http://schemas.microsoft.com/office/drawing/2014/main" id="{6454FE5E-40C4-88CD-77A6-BC24CFB96C5A}"/>
                </a:ext>
              </a:extLst>
            </p:cNvPr>
            <p:cNvSpPr/>
            <p:nvPr/>
          </p:nvSpPr>
          <p:spPr>
            <a:xfrm>
              <a:off x="3890891" y="4263464"/>
              <a:ext cx="2254" cy="31361"/>
            </a:xfrm>
            <a:custGeom>
              <a:avLst/>
              <a:gdLst/>
              <a:ahLst/>
              <a:cxnLst/>
              <a:rect l="l" t="t" r="r" b="b"/>
              <a:pathLst>
                <a:path w="69" h="960" extrusionOk="0">
                  <a:moveTo>
                    <a:pt x="1" y="1"/>
                  </a:moveTo>
                  <a:lnTo>
                    <a:pt x="1" y="960"/>
                  </a:lnTo>
                  <a:lnTo>
                    <a:pt x="69" y="960"/>
                  </a:lnTo>
                  <a:lnTo>
                    <a:pt x="69"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2" name="Google Shape;4942;p52">
              <a:extLst>
                <a:ext uri="{FF2B5EF4-FFF2-40B4-BE49-F238E27FC236}">
                  <a16:creationId xmlns:a16="http://schemas.microsoft.com/office/drawing/2014/main" id="{7BAC38D6-A4A8-B50B-C357-90DF88240DA7}"/>
                </a:ext>
              </a:extLst>
            </p:cNvPr>
            <p:cNvSpPr/>
            <p:nvPr/>
          </p:nvSpPr>
          <p:spPr>
            <a:xfrm>
              <a:off x="3890891" y="4259119"/>
              <a:ext cx="33" cy="4377"/>
            </a:xfrm>
            <a:custGeom>
              <a:avLst/>
              <a:gdLst/>
              <a:ahLst/>
              <a:cxnLst/>
              <a:rect l="l" t="t" r="r" b="b"/>
              <a:pathLst>
                <a:path w="1" h="134" extrusionOk="0">
                  <a:moveTo>
                    <a:pt x="1" y="134"/>
                  </a:moveTo>
                  <a:lnTo>
                    <a:pt x="1" y="134"/>
                  </a:ln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3" name="Google Shape;4943;p52">
              <a:extLst>
                <a:ext uri="{FF2B5EF4-FFF2-40B4-BE49-F238E27FC236}">
                  <a16:creationId xmlns:a16="http://schemas.microsoft.com/office/drawing/2014/main" id="{2764BB38-6C8E-6323-FE02-CBC6B3E1EFAE}"/>
                </a:ext>
              </a:extLst>
            </p:cNvPr>
            <p:cNvSpPr/>
            <p:nvPr/>
          </p:nvSpPr>
          <p:spPr>
            <a:xfrm>
              <a:off x="3890891" y="4259119"/>
              <a:ext cx="2254" cy="4377"/>
            </a:xfrm>
            <a:custGeom>
              <a:avLst/>
              <a:gdLst/>
              <a:ahLst/>
              <a:cxnLst/>
              <a:rect l="l" t="t" r="r" b="b"/>
              <a:pathLst>
                <a:path w="69" h="134" extrusionOk="0">
                  <a:moveTo>
                    <a:pt x="1" y="1"/>
                  </a:moveTo>
                  <a:lnTo>
                    <a:pt x="1" y="134"/>
                  </a:lnTo>
                  <a:lnTo>
                    <a:pt x="69" y="134"/>
                  </a:lnTo>
                  <a:lnTo>
                    <a:pt x="69"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4" name="Google Shape;4944;p52">
              <a:extLst>
                <a:ext uri="{FF2B5EF4-FFF2-40B4-BE49-F238E27FC236}">
                  <a16:creationId xmlns:a16="http://schemas.microsoft.com/office/drawing/2014/main" id="{DACC1311-1A75-4334-91D5-5704A8B38089}"/>
                </a:ext>
              </a:extLst>
            </p:cNvPr>
            <p:cNvSpPr/>
            <p:nvPr/>
          </p:nvSpPr>
          <p:spPr>
            <a:xfrm>
              <a:off x="3854694" y="4330990"/>
              <a:ext cx="36228" cy="2679"/>
            </a:xfrm>
            <a:custGeom>
              <a:avLst/>
              <a:gdLst/>
              <a:ahLst/>
              <a:cxnLst/>
              <a:rect l="l" t="t" r="r" b="b"/>
              <a:pathLst>
                <a:path w="1109" h="82" extrusionOk="0">
                  <a:moveTo>
                    <a:pt x="1" y="1"/>
                  </a:moveTo>
                  <a:lnTo>
                    <a:pt x="1" y="82"/>
                  </a:lnTo>
                  <a:lnTo>
                    <a:pt x="1109" y="82"/>
                  </a:lnTo>
                  <a:lnTo>
                    <a:pt x="1109"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5" name="Google Shape;4945;p52">
              <a:extLst>
                <a:ext uri="{FF2B5EF4-FFF2-40B4-BE49-F238E27FC236}">
                  <a16:creationId xmlns:a16="http://schemas.microsoft.com/office/drawing/2014/main" id="{072E96A1-4D66-5057-98E2-C8BD5EBDF88A}"/>
                </a:ext>
              </a:extLst>
            </p:cNvPr>
            <p:cNvSpPr/>
            <p:nvPr/>
          </p:nvSpPr>
          <p:spPr>
            <a:xfrm>
              <a:off x="3854694" y="4297864"/>
              <a:ext cx="2254" cy="33158"/>
            </a:xfrm>
            <a:custGeom>
              <a:avLst/>
              <a:gdLst/>
              <a:ahLst/>
              <a:cxnLst/>
              <a:rect l="l" t="t" r="r" b="b"/>
              <a:pathLst>
                <a:path w="69" h="1015" extrusionOk="0">
                  <a:moveTo>
                    <a:pt x="1" y="1"/>
                  </a:moveTo>
                  <a:lnTo>
                    <a:pt x="1" y="1015"/>
                  </a:lnTo>
                  <a:lnTo>
                    <a:pt x="69" y="1015"/>
                  </a:lnTo>
                  <a:lnTo>
                    <a:pt x="69"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6" name="Google Shape;4946;p52">
              <a:extLst>
                <a:ext uri="{FF2B5EF4-FFF2-40B4-BE49-F238E27FC236}">
                  <a16:creationId xmlns:a16="http://schemas.microsoft.com/office/drawing/2014/main" id="{8CE80073-FD3D-7EB2-8EBE-73DFB4835731}"/>
                </a:ext>
              </a:extLst>
            </p:cNvPr>
            <p:cNvSpPr/>
            <p:nvPr/>
          </p:nvSpPr>
          <p:spPr>
            <a:xfrm>
              <a:off x="3854694" y="4294793"/>
              <a:ext cx="35804" cy="457"/>
            </a:xfrm>
            <a:custGeom>
              <a:avLst/>
              <a:gdLst/>
              <a:ahLst/>
              <a:cxnLst/>
              <a:rect l="l" t="t" r="r" b="b"/>
              <a:pathLst>
                <a:path w="1096" h="14" extrusionOk="0">
                  <a:moveTo>
                    <a:pt x="1" y="1"/>
                  </a:moveTo>
                  <a:lnTo>
                    <a:pt x="1" y="14"/>
                  </a:lnTo>
                  <a:lnTo>
                    <a:pt x="1096" y="14"/>
                  </a:lnTo>
                  <a:lnTo>
                    <a:pt x="1096"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7" name="Google Shape;4947;p52">
              <a:extLst>
                <a:ext uri="{FF2B5EF4-FFF2-40B4-BE49-F238E27FC236}">
                  <a16:creationId xmlns:a16="http://schemas.microsoft.com/office/drawing/2014/main" id="{40BEECA3-A035-3A24-BD2E-3386CEA9AA90}"/>
                </a:ext>
              </a:extLst>
            </p:cNvPr>
            <p:cNvSpPr/>
            <p:nvPr/>
          </p:nvSpPr>
          <p:spPr>
            <a:xfrm>
              <a:off x="3856916" y="4297439"/>
              <a:ext cx="33582" cy="457"/>
            </a:xfrm>
            <a:custGeom>
              <a:avLst/>
              <a:gdLst/>
              <a:ahLst/>
              <a:cxnLst/>
              <a:rect l="l" t="t" r="r" b="b"/>
              <a:pathLst>
                <a:path w="1028" h="14" extrusionOk="0">
                  <a:moveTo>
                    <a:pt x="1" y="1"/>
                  </a:moveTo>
                  <a:lnTo>
                    <a:pt x="1" y="14"/>
                  </a:lnTo>
                  <a:lnTo>
                    <a:pt x="1028" y="14"/>
                  </a:lnTo>
                  <a:lnTo>
                    <a:pt x="1028"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8" name="Google Shape;4948;p52">
              <a:extLst>
                <a:ext uri="{FF2B5EF4-FFF2-40B4-BE49-F238E27FC236}">
                  <a16:creationId xmlns:a16="http://schemas.microsoft.com/office/drawing/2014/main" id="{018D2D6F-21C8-27BB-243A-E892C599B59F}"/>
                </a:ext>
              </a:extLst>
            </p:cNvPr>
            <p:cNvSpPr/>
            <p:nvPr/>
          </p:nvSpPr>
          <p:spPr>
            <a:xfrm>
              <a:off x="3854694" y="4295218"/>
              <a:ext cx="35804" cy="2679"/>
            </a:xfrm>
            <a:custGeom>
              <a:avLst/>
              <a:gdLst/>
              <a:ahLst/>
              <a:cxnLst/>
              <a:rect l="l" t="t" r="r" b="b"/>
              <a:pathLst>
                <a:path w="1096" h="82" extrusionOk="0">
                  <a:moveTo>
                    <a:pt x="1" y="1"/>
                  </a:moveTo>
                  <a:lnTo>
                    <a:pt x="1" y="82"/>
                  </a:lnTo>
                  <a:lnTo>
                    <a:pt x="69" y="82"/>
                  </a:lnTo>
                  <a:lnTo>
                    <a:pt x="69" y="69"/>
                  </a:lnTo>
                  <a:lnTo>
                    <a:pt x="1096" y="69"/>
                  </a:lnTo>
                  <a:lnTo>
                    <a:pt x="1096" y="30"/>
                  </a:lnTo>
                  <a:lnTo>
                    <a:pt x="1096"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9" name="Google Shape;4949;p52">
              <a:extLst>
                <a:ext uri="{FF2B5EF4-FFF2-40B4-BE49-F238E27FC236}">
                  <a16:creationId xmlns:a16="http://schemas.microsoft.com/office/drawing/2014/main" id="{0A9E3F55-C354-199C-1042-C0FADB0EFF92}"/>
                </a:ext>
              </a:extLst>
            </p:cNvPr>
            <p:cNvSpPr/>
            <p:nvPr/>
          </p:nvSpPr>
          <p:spPr>
            <a:xfrm>
              <a:off x="3890466" y="4294793"/>
              <a:ext cx="457" cy="457"/>
            </a:xfrm>
            <a:custGeom>
              <a:avLst/>
              <a:gdLst/>
              <a:ahLst/>
              <a:cxnLst/>
              <a:rect l="l" t="t" r="r" b="b"/>
              <a:pathLst>
                <a:path w="14" h="14" extrusionOk="0">
                  <a:moveTo>
                    <a:pt x="1" y="1"/>
                  </a:moveTo>
                  <a:lnTo>
                    <a:pt x="1" y="14"/>
                  </a:lnTo>
                  <a:lnTo>
                    <a:pt x="14" y="14"/>
                  </a:lnTo>
                  <a:lnTo>
                    <a:pt x="1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0" name="Google Shape;4950;p52">
              <a:extLst>
                <a:ext uri="{FF2B5EF4-FFF2-40B4-BE49-F238E27FC236}">
                  <a16:creationId xmlns:a16="http://schemas.microsoft.com/office/drawing/2014/main" id="{C3C5DB52-6E51-F911-D4FE-FD7F1768268C}"/>
                </a:ext>
              </a:extLst>
            </p:cNvPr>
            <p:cNvSpPr/>
            <p:nvPr/>
          </p:nvSpPr>
          <p:spPr>
            <a:xfrm>
              <a:off x="3890466" y="4297439"/>
              <a:ext cx="457" cy="457"/>
            </a:xfrm>
            <a:custGeom>
              <a:avLst/>
              <a:gdLst/>
              <a:ahLst/>
              <a:cxnLst/>
              <a:rect l="l" t="t" r="r" b="b"/>
              <a:pathLst>
                <a:path w="14" h="14" extrusionOk="0">
                  <a:moveTo>
                    <a:pt x="1" y="1"/>
                  </a:moveTo>
                  <a:lnTo>
                    <a:pt x="1" y="14"/>
                  </a:lnTo>
                  <a:lnTo>
                    <a:pt x="14" y="14"/>
                  </a:lnTo>
                  <a:lnTo>
                    <a:pt x="1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1" name="Google Shape;4951;p52">
              <a:extLst>
                <a:ext uri="{FF2B5EF4-FFF2-40B4-BE49-F238E27FC236}">
                  <a16:creationId xmlns:a16="http://schemas.microsoft.com/office/drawing/2014/main" id="{E18F778F-B89A-07C1-FC27-A7AC22C51527}"/>
                </a:ext>
              </a:extLst>
            </p:cNvPr>
            <p:cNvSpPr/>
            <p:nvPr/>
          </p:nvSpPr>
          <p:spPr>
            <a:xfrm>
              <a:off x="3890466" y="4296165"/>
              <a:ext cx="457" cy="1307"/>
            </a:xfrm>
            <a:custGeom>
              <a:avLst/>
              <a:gdLst/>
              <a:ahLst/>
              <a:cxnLst/>
              <a:rect l="l" t="t" r="r" b="b"/>
              <a:pathLst>
                <a:path w="14" h="40" extrusionOk="0">
                  <a:moveTo>
                    <a:pt x="1" y="1"/>
                  </a:moveTo>
                  <a:lnTo>
                    <a:pt x="1" y="40"/>
                  </a:lnTo>
                  <a:lnTo>
                    <a:pt x="14" y="40"/>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2" name="Google Shape;4952;p52">
              <a:extLst>
                <a:ext uri="{FF2B5EF4-FFF2-40B4-BE49-F238E27FC236}">
                  <a16:creationId xmlns:a16="http://schemas.microsoft.com/office/drawing/2014/main" id="{0549B11E-6EA7-A2B2-249C-30ADE5EA43DC}"/>
                </a:ext>
              </a:extLst>
            </p:cNvPr>
            <p:cNvSpPr/>
            <p:nvPr/>
          </p:nvSpPr>
          <p:spPr>
            <a:xfrm>
              <a:off x="3890466" y="4295218"/>
              <a:ext cx="457" cy="2254"/>
            </a:xfrm>
            <a:custGeom>
              <a:avLst/>
              <a:gdLst/>
              <a:ahLst/>
              <a:cxnLst/>
              <a:rect l="l" t="t" r="r" b="b"/>
              <a:pathLst>
                <a:path w="14" h="69" extrusionOk="0">
                  <a:moveTo>
                    <a:pt x="1" y="1"/>
                  </a:moveTo>
                  <a:lnTo>
                    <a:pt x="1" y="30"/>
                  </a:lnTo>
                  <a:lnTo>
                    <a:pt x="14" y="69"/>
                  </a:lnTo>
                  <a:lnTo>
                    <a:pt x="1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3" name="Google Shape;4953;p52">
              <a:extLst>
                <a:ext uri="{FF2B5EF4-FFF2-40B4-BE49-F238E27FC236}">
                  <a16:creationId xmlns:a16="http://schemas.microsoft.com/office/drawing/2014/main" id="{BB82452A-0259-1176-787D-235698166740}"/>
                </a:ext>
              </a:extLst>
            </p:cNvPr>
            <p:cNvSpPr/>
            <p:nvPr/>
          </p:nvSpPr>
          <p:spPr>
            <a:xfrm>
              <a:off x="3893537" y="4330990"/>
              <a:ext cx="36228" cy="2679"/>
            </a:xfrm>
            <a:custGeom>
              <a:avLst/>
              <a:gdLst/>
              <a:ahLst/>
              <a:cxnLst/>
              <a:rect l="l" t="t" r="r" b="b"/>
              <a:pathLst>
                <a:path w="1109" h="82" extrusionOk="0">
                  <a:moveTo>
                    <a:pt x="1" y="1"/>
                  </a:moveTo>
                  <a:lnTo>
                    <a:pt x="1" y="82"/>
                  </a:lnTo>
                  <a:lnTo>
                    <a:pt x="1109" y="82"/>
                  </a:lnTo>
                  <a:lnTo>
                    <a:pt x="1109"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4" name="Google Shape;4954;p52">
              <a:extLst>
                <a:ext uri="{FF2B5EF4-FFF2-40B4-BE49-F238E27FC236}">
                  <a16:creationId xmlns:a16="http://schemas.microsoft.com/office/drawing/2014/main" id="{323A260C-2F9C-1530-77D8-1A6AEAD2AC33}"/>
                </a:ext>
              </a:extLst>
            </p:cNvPr>
            <p:cNvSpPr/>
            <p:nvPr/>
          </p:nvSpPr>
          <p:spPr>
            <a:xfrm>
              <a:off x="3927088" y="4297864"/>
              <a:ext cx="2679" cy="33158"/>
            </a:xfrm>
            <a:custGeom>
              <a:avLst/>
              <a:gdLst/>
              <a:ahLst/>
              <a:cxnLst/>
              <a:rect l="l" t="t" r="r" b="b"/>
              <a:pathLst>
                <a:path w="82" h="1015" extrusionOk="0">
                  <a:moveTo>
                    <a:pt x="1" y="1"/>
                  </a:moveTo>
                  <a:lnTo>
                    <a:pt x="1" y="1015"/>
                  </a:lnTo>
                  <a:lnTo>
                    <a:pt x="82" y="1015"/>
                  </a:lnTo>
                  <a:lnTo>
                    <a:pt x="82"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5" name="Google Shape;4955;p52">
              <a:extLst>
                <a:ext uri="{FF2B5EF4-FFF2-40B4-BE49-F238E27FC236}">
                  <a16:creationId xmlns:a16="http://schemas.microsoft.com/office/drawing/2014/main" id="{9D381585-AEFA-B7E1-C399-8CD877FA4692}"/>
                </a:ext>
              </a:extLst>
            </p:cNvPr>
            <p:cNvSpPr/>
            <p:nvPr/>
          </p:nvSpPr>
          <p:spPr>
            <a:xfrm>
              <a:off x="3893537" y="4294793"/>
              <a:ext cx="33582" cy="457"/>
            </a:xfrm>
            <a:custGeom>
              <a:avLst/>
              <a:gdLst/>
              <a:ahLst/>
              <a:cxnLst/>
              <a:rect l="l" t="t" r="r" b="b"/>
              <a:pathLst>
                <a:path w="1028" h="14" extrusionOk="0">
                  <a:moveTo>
                    <a:pt x="1" y="1"/>
                  </a:moveTo>
                  <a:lnTo>
                    <a:pt x="1" y="14"/>
                  </a:lnTo>
                  <a:lnTo>
                    <a:pt x="1028" y="14"/>
                  </a:lnTo>
                  <a:lnTo>
                    <a:pt x="1028"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6" name="Google Shape;4956;p52">
              <a:extLst>
                <a:ext uri="{FF2B5EF4-FFF2-40B4-BE49-F238E27FC236}">
                  <a16:creationId xmlns:a16="http://schemas.microsoft.com/office/drawing/2014/main" id="{4D9AA6CF-FE60-C82C-A69E-3A260342CCE3}"/>
                </a:ext>
              </a:extLst>
            </p:cNvPr>
            <p:cNvSpPr/>
            <p:nvPr/>
          </p:nvSpPr>
          <p:spPr>
            <a:xfrm>
              <a:off x="3893537" y="4297439"/>
              <a:ext cx="36228" cy="457"/>
            </a:xfrm>
            <a:custGeom>
              <a:avLst/>
              <a:gdLst/>
              <a:ahLst/>
              <a:cxnLst/>
              <a:rect l="l" t="t" r="r" b="b"/>
              <a:pathLst>
                <a:path w="1109" h="14" extrusionOk="0">
                  <a:moveTo>
                    <a:pt x="1" y="1"/>
                  </a:moveTo>
                  <a:lnTo>
                    <a:pt x="1" y="14"/>
                  </a:lnTo>
                  <a:lnTo>
                    <a:pt x="1109" y="14"/>
                  </a:lnTo>
                  <a:lnTo>
                    <a:pt x="1109"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7" name="Google Shape;4957;p52">
              <a:extLst>
                <a:ext uri="{FF2B5EF4-FFF2-40B4-BE49-F238E27FC236}">
                  <a16:creationId xmlns:a16="http://schemas.microsoft.com/office/drawing/2014/main" id="{C265B8B0-6583-062B-A0A2-1BAEBD9F36D6}"/>
                </a:ext>
              </a:extLst>
            </p:cNvPr>
            <p:cNvSpPr/>
            <p:nvPr/>
          </p:nvSpPr>
          <p:spPr>
            <a:xfrm>
              <a:off x="3893537" y="4294793"/>
              <a:ext cx="36228" cy="2679"/>
            </a:xfrm>
            <a:custGeom>
              <a:avLst/>
              <a:gdLst/>
              <a:ahLst/>
              <a:cxnLst/>
              <a:rect l="l" t="t" r="r" b="b"/>
              <a:pathLst>
                <a:path w="1109" h="82" extrusionOk="0">
                  <a:moveTo>
                    <a:pt x="1028" y="1"/>
                  </a:moveTo>
                  <a:lnTo>
                    <a:pt x="1028" y="14"/>
                  </a:lnTo>
                  <a:lnTo>
                    <a:pt x="1" y="14"/>
                  </a:lnTo>
                  <a:lnTo>
                    <a:pt x="1" y="56"/>
                  </a:lnTo>
                  <a:lnTo>
                    <a:pt x="1" y="82"/>
                  </a:lnTo>
                  <a:lnTo>
                    <a:pt x="1109" y="82"/>
                  </a:lnTo>
                  <a:lnTo>
                    <a:pt x="1109"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8" name="Google Shape;4958;p52">
              <a:extLst>
                <a:ext uri="{FF2B5EF4-FFF2-40B4-BE49-F238E27FC236}">
                  <a16:creationId xmlns:a16="http://schemas.microsoft.com/office/drawing/2014/main" id="{84DE7578-9AB7-4BAB-FAF8-1362BD55C93E}"/>
                </a:ext>
              </a:extLst>
            </p:cNvPr>
            <p:cNvSpPr/>
            <p:nvPr/>
          </p:nvSpPr>
          <p:spPr>
            <a:xfrm>
              <a:off x="3890891" y="4330990"/>
              <a:ext cx="33" cy="2679"/>
            </a:xfrm>
            <a:custGeom>
              <a:avLst/>
              <a:gdLst/>
              <a:ahLst/>
              <a:cxnLst/>
              <a:rect l="l" t="t" r="r" b="b"/>
              <a:pathLst>
                <a:path w="1" h="82" extrusionOk="0">
                  <a:moveTo>
                    <a:pt x="1" y="82"/>
                  </a:moveTo>
                  <a:lnTo>
                    <a:pt x="1" y="82"/>
                  </a:ln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9" name="Google Shape;4959;p52">
              <a:extLst>
                <a:ext uri="{FF2B5EF4-FFF2-40B4-BE49-F238E27FC236}">
                  <a16:creationId xmlns:a16="http://schemas.microsoft.com/office/drawing/2014/main" id="{69681C05-8CEE-B847-44FB-DC3D019F4656}"/>
                </a:ext>
              </a:extLst>
            </p:cNvPr>
            <p:cNvSpPr/>
            <p:nvPr/>
          </p:nvSpPr>
          <p:spPr>
            <a:xfrm>
              <a:off x="3890891" y="4297864"/>
              <a:ext cx="33" cy="33158"/>
            </a:xfrm>
            <a:custGeom>
              <a:avLst/>
              <a:gdLst/>
              <a:ahLst/>
              <a:cxnLst/>
              <a:rect l="l" t="t" r="r" b="b"/>
              <a:pathLst>
                <a:path w="1" h="1015" extrusionOk="0">
                  <a:moveTo>
                    <a:pt x="1" y="1"/>
                  </a:moveTo>
                  <a:lnTo>
                    <a:pt x="1" y="1015"/>
                  </a:lnTo>
                  <a:lnTo>
                    <a:pt x="1" y="1015"/>
                  </a:lnTo>
                  <a:lnTo>
                    <a:pt x="1" y="1015"/>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0" name="Google Shape;4960;p52">
              <a:extLst>
                <a:ext uri="{FF2B5EF4-FFF2-40B4-BE49-F238E27FC236}">
                  <a16:creationId xmlns:a16="http://schemas.microsoft.com/office/drawing/2014/main" id="{03E15EBC-E4AE-9CBA-8ADD-8D085829B42F}"/>
                </a:ext>
              </a:extLst>
            </p:cNvPr>
            <p:cNvSpPr/>
            <p:nvPr/>
          </p:nvSpPr>
          <p:spPr>
            <a:xfrm>
              <a:off x="3893537" y="4330990"/>
              <a:ext cx="33" cy="2679"/>
            </a:xfrm>
            <a:custGeom>
              <a:avLst/>
              <a:gdLst/>
              <a:ahLst/>
              <a:cxnLst/>
              <a:rect l="l" t="t" r="r" b="b"/>
              <a:pathLst>
                <a:path w="1" h="82" extrusionOk="0">
                  <a:moveTo>
                    <a:pt x="1" y="82"/>
                  </a:moveTo>
                  <a:lnTo>
                    <a:pt x="1" y="82"/>
                  </a:ln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1" name="Google Shape;4961;p52">
              <a:extLst>
                <a:ext uri="{FF2B5EF4-FFF2-40B4-BE49-F238E27FC236}">
                  <a16:creationId xmlns:a16="http://schemas.microsoft.com/office/drawing/2014/main" id="{121FCA3B-FEFA-BCB0-D7D3-A548282605B7}"/>
                </a:ext>
              </a:extLst>
            </p:cNvPr>
            <p:cNvSpPr/>
            <p:nvPr/>
          </p:nvSpPr>
          <p:spPr>
            <a:xfrm>
              <a:off x="3893537" y="4297864"/>
              <a:ext cx="33" cy="33158"/>
            </a:xfrm>
            <a:custGeom>
              <a:avLst/>
              <a:gdLst/>
              <a:ahLst/>
              <a:cxnLst/>
              <a:rect l="l" t="t" r="r" b="b"/>
              <a:pathLst>
                <a:path w="1" h="1015" extrusionOk="0">
                  <a:moveTo>
                    <a:pt x="1" y="1"/>
                  </a:moveTo>
                  <a:lnTo>
                    <a:pt x="1" y="1015"/>
                  </a:lnTo>
                  <a:lnTo>
                    <a:pt x="1" y="1015"/>
                  </a:lnTo>
                  <a:lnTo>
                    <a:pt x="1" y="1015"/>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2" name="Google Shape;4962;p52">
              <a:extLst>
                <a:ext uri="{FF2B5EF4-FFF2-40B4-BE49-F238E27FC236}">
                  <a16:creationId xmlns:a16="http://schemas.microsoft.com/office/drawing/2014/main" id="{F9D0AB5E-7223-EE49-0FB7-64CD12227468}"/>
                </a:ext>
              </a:extLst>
            </p:cNvPr>
            <p:cNvSpPr/>
            <p:nvPr/>
          </p:nvSpPr>
          <p:spPr>
            <a:xfrm>
              <a:off x="3890891" y="4330990"/>
              <a:ext cx="2679" cy="2679"/>
            </a:xfrm>
            <a:custGeom>
              <a:avLst/>
              <a:gdLst/>
              <a:ahLst/>
              <a:cxnLst/>
              <a:rect l="l" t="t" r="r" b="b"/>
              <a:pathLst>
                <a:path w="82" h="82" extrusionOk="0">
                  <a:moveTo>
                    <a:pt x="1" y="1"/>
                  </a:moveTo>
                  <a:lnTo>
                    <a:pt x="1" y="82"/>
                  </a:lnTo>
                  <a:lnTo>
                    <a:pt x="82" y="82"/>
                  </a:lnTo>
                  <a:lnTo>
                    <a:pt x="82"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3" name="Google Shape;4963;p52">
              <a:extLst>
                <a:ext uri="{FF2B5EF4-FFF2-40B4-BE49-F238E27FC236}">
                  <a16:creationId xmlns:a16="http://schemas.microsoft.com/office/drawing/2014/main" id="{A2476435-5D28-AA45-AB53-6B414EFF3277}"/>
                </a:ext>
              </a:extLst>
            </p:cNvPr>
            <p:cNvSpPr/>
            <p:nvPr/>
          </p:nvSpPr>
          <p:spPr>
            <a:xfrm>
              <a:off x="3890891" y="4297864"/>
              <a:ext cx="2679" cy="33158"/>
            </a:xfrm>
            <a:custGeom>
              <a:avLst/>
              <a:gdLst/>
              <a:ahLst/>
              <a:cxnLst/>
              <a:rect l="l" t="t" r="r" b="b"/>
              <a:pathLst>
                <a:path w="82" h="1015" extrusionOk="0">
                  <a:moveTo>
                    <a:pt x="1" y="1"/>
                  </a:moveTo>
                  <a:lnTo>
                    <a:pt x="1" y="1015"/>
                  </a:lnTo>
                  <a:lnTo>
                    <a:pt x="82" y="1015"/>
                  </a:lnTo>
                  <a:lnTo>
                    <a:pt x="82"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4" name="Google Shape;4964;p52">
              <a:extLst>
                <a:ext uri="{FF2B5EF4-FFF2-40B4-BE49-F238E27FC236}">
                  <a16:creationId xmlns:a16="http://schemas.microsoft.com/office/drawing/2014/main" id="{0C61D108-FC49-E8D8-B561-5D8284183C1C}"/>
                </a:ext>
              </a:extLst>
            </p:cNvPr>
            <p:cNvSpPr/>
            <p:nvPr/>
          </p:nvSpPr>
          <p:spPr>
            <a:xfrm>
              <a:off x="3893537" y="4297439"/>
              <a:ext cx="33" cy="457"/>
            </a:xfrm>
            <a:custGeom>
              <a:avLst/>
              <a:gdLst/>
              <a:ahLst/>
              <a:cxnLst/>
              <a:rect l="l" t="t" r="r" b="b"/>
              <a:pathLst>
                <a:path w="1" h="14" extrusionOk="0">
                  <a:moveTo>
                    <a:pt x="1" y="14"/>
                  </a:move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5" name="Google Shape;4965;p52">
              <a:extLst>
                <a:ext uri="{FF2B5EF4-FFF2-40B4-BE49-F238E27FC236}">
                  <a16:creationId xmlns:a16="http://schemas.microsoft.com/office/drawing/2014/main" id="{E6E89EA5-7F4A-AB54-017C-0BCBF5F31919}"/>
                </a:ext>
              </a:extLst>
            </p:cNvPr>
            <p:cNvSpPr/>
            <p:nvPr/>
          </p:nvSpPr>
          <p:spPr>
            <a:xfrm>
              <a:off x="3893537" y="4296590"/>
              <a:ext cx="33" cy="882"/>
            </a:xfrm>
            <a:custGeom>
              <a:avLst/>
              <a:gdLst/>
              <a:ahLst/>
              <a:cxnLst/>
              <a:rect l="l" t="t" r="r" b="b"/>
              <a:pathLst>
                <a:path w="1" h="27" extrusionOk="0">
                  <a:moveTo>
                    <a:pt x="1" y="27"/>
                  </a:moveTo>
                  <a:lnTo>
                    <a:pt x="1" y="27"/>
                  </a:ln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6" name="Google Shape;4966;p52">
              <a:extLst>
                <a:ext uri="{FF2B5EF4-FFF2-40B4-BE49-F238E27FC236}">
                  <a16:creationId xmlns:a16="http://schemas.microsoft.com/office/drawing/2014/main" id="{16F835E2-07F9-C94B-79C2-86E263020F53}"/>
                </a:ext>
              </a:extLst>
            </p:cNvPr>
            <p:cNvSpPr/>
            <p:nvPr/>
          </p:nvSpPr>
          <p:spPr>
            <a:xfrm>
              <a:off x="3893537" y="4294793"/>
              <a:ext cx="33" cy="457"/>
            </a:xfrm>
            <a:custGeom>
              <a:avLst/>
              <a:gdLst/>
              <a:ahLst/>
              <a:cxnLst/>
              <a:rect l="l" t="t" r="r" b="b"/>
              <a:pathLst>
                <a:path w="1" h="14" extrusionOk="0">
                  <a:moveTo>
                    <a:pt x="1" y="14"/>
                  </a:moveTo>
                  <a:lnTo>
                    <a:pt x="1" y="14"/>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7" name="Google Shape;4967;p52">
              <a:extLst>
                <a:ext uri="{FF2B5EF4-FFF2-40B4-BE49-F238E27FC236}">
                  <a16:creationId xmlns:a16="http://schemas.microsoft.com/office/drawing/2014/main" id="{43541106-CD4C-1573-6585-BA590F132817}"/>
                </a:ext>
              </a:extLst>
            </p:cNvPr>
            <p:cNvSpPr/>
            <p:nvPr/>
          </p:nvSpPr>
          <p:spPr>
            <a:xfrm>
              <a:off x="3893537" y="4294793"/>
              <a:ext cx="33" cy="457"/>
            </a:xfrm>
            <a:custGeom>
              <a:avLst/>
              <a:gdLst/>
              <a:ahLst/>
              <a:cxnLst/>
              <a:rect l="l" t="t" r="r" b="b"/>
              <a:pathLst>
                <a:path w="1" h="14" extrusionOk="0">
                  <a:moveTo>
                    <a:pt x="1" y="14"/>
                  </a:moveTo>
                  <a:lnTo>
                    <a:pt x="1" y="14"/>
                  </a:ln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8" name="Google Shape;4968;p52">
              <a:extLst>
                <a:ext uri="{FF2B5EF4-FFF2-40B4-BE49-F238E27FC236}">
                  <a16:creationId xmlns:a16="http://schemas.microsoft.com/office/drawing/2014/main" id="{F5DEF723-F9A0-DA29-CE87-60C70076A2A9}"/>
                </a:ext>
              </a:extLst>
            </p:cNvPr>
            <p:cNvSpPr/>
            <p:nvPr/>
          </p:nvSpPr>
          <p:spPr>
            <a:xfrm>
              <a:off x="3893537" y="4295218"/>
              <a:ext cx="33" cy="1405"/>
            </a:xfrm>
            <a:custGeom>
              <a:avLst/>
              <a:gdLst/>
              <a:ahLst/>
              <a:cxnLst/>
              <a:rect l="l" t="t" r="r" b="b"/>
              <a:pathLst>
                <a:path w="1" h="43" extrusionOk="0">
                  <a:moveTo>
                    <a:pt x="1" y="1"/>
                  </a:moveTo>
                  <a:lnTo>
                    <a:pt x="1" y="30"/>
                  </a:lnTo>
                  <a:lnTo>
                    <a:pt x="1" y="43"/>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9" name="Google Shape;4969;p52">
              <a:extLst>
                <a:ext uri="{FF2B5EF4-FFF2-40B4-BE49-F238E27FC236}">
                  <a16:creationId xmlns:a16="http://schemas.microsoft.com/office/drawing/2014/main" id="{EC2EE619-3181-A6BB-F40F-5E7AAD94E7E7}"/>
                </a:ext>
              </a:extLst>
            </p:cNvPr>
            <p:cNvSpPr/>
            <p:nvPr/>
          </p:nvSpPr>
          <p:spPr>
            <a:xfrm>
              <a:off x="3893537" y="4295218"/>
              <a:ext cx="33" cy="980"/>
            </a:xfrm>
            <a:custGeom>
              <a:avLst/>
              <a:gdLst/>
              <a:ahLst/>
              <a:cxnLst/>
              <a:rect l="l" t="t" r="r" b="b"/>
              <a:pathLst>
                <a:path w="1" h="30" extrusionOk="0">
                  <a:moveTo>
                    <a:pt x="1" y="14"/>
                  </a:moveTo>
                  <a:lnTo>
                    <a:pt x="1" y="30"/>
                  </a:ln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0" name="Google Shape;4970;p52">
              <a:extLst>
                <a:ext uri="{FF2B5EF4-FFF2-40B4-BE49-F238E27FC236}">
                  <a16:creationId xmlns:a16="http://schemas.microsoft.com/office/drawing/2014/main" id="{88D3EBFF-6C9E-6E8D-6C6A-C6FC67809265}"/>
                </a:ext>
              </a:extLst>
            </p:cNvPr>
            <p:cNvSpPr/>
            <p:nvPr/>
          </p:nvSpPr>
          <p:spPr>
            <a:xfrm>
              <a:off x="3893537" y="4297439"/>
              <a:ext cx="33" cy="457"/>
            </a:xfrm>
            <a:custGeom>
              <a:avLst/>
              <a:gdLst/>
              <a:ahLst/>
              <a:cxnLst/>
              <a:rect l="l" t="t" r="r" b="b"/>
              <a:pathLst>
                <a:path w="1" h="14" extrusionOk="0">
                  <a:moveTo>
                    <a:pt x="1" y="1"/>
                  </a:moveTo>
                  <a:lnTo>
                    <a:pt x="1" y="1"/>
                  </a:lnTo>
                  <a:lnTo>
                    <a:pt x="1" y="14"/>
                  </a:lnTo>
                  <a:lnTo>
                    <a:pt x="1" y="14"/>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1" name="Google Shape;4971;p52">
              <a:extLst>
                <a:ext uri="{FF2B5EF4-FFF2-40B4-BE49-F238E27FC236}">
                  <a16:creationId xmlns:a16="http://schemas.microsoft.com/office/drawing/2014/main" id="{62E72D18-81F4-57D3-1B2E-B60925205CEB}"/>
                </a:ext>
              </a:extLst>
            </p:cNvPr>
            <p:cNvSpPr/>
            <p:nvPr/>
          </p:nvSpPr>
          <p:spPr>
            <a:xfrm>
              <a:off x="3893537" y="4296165"/>
              <a:ext cx="33" cy="1307"/>
            </a:xfrm>
            <a:custGeom>
              <a:avLst/>
              <a:gdLst/>
              <a:ahLst/>
              <a:cxnLst/>
              <a:rect l="l" t="t" r="r" b="b"/>
              <a:pathLst>
                <a:path w="1" h="40" extrusionOk="0">
                  <a:moveTo>
                    <a:pt x="1" y="1"/>
                  </a:moveTo>
                  <a:lnTo>
                    <a:pt x="1" y="40"/>
                  </a:lnTo>
                  <a:lnTo>
                    <a:pt x="1" y="40"/>
                  </a:lnTo>
                  <a:lnTo>
                    <a:pt x="1" y="14"/>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2" name="Google Shape;4972;p52">
              <a:extLst>
                <a:ext uri="{FF2B5EF4-FFF2-40B4-BE49-F238E27FC236}">
                  <a16:creationId xmlns:a16="http://schemas.microsoft.com/office/drawing/2014/main" id="{A91AE127-72C7-3232-B4E2-497F36F31A5B}"/>
                </a:ext>
              </a:extLst>
            </p:cNvPr>
            <p:cNvSpPr/>
            <p:nvPr/>
          </p:nvSpPr>
          <p:spPr>
            <a:xfrm>
              <a:off x="3893537" y="4295643"/>
              <a:ext cx="33" cy="1829"/>
            </a:xfrm>
            <a:custGeom>
              <a:avLst/>
              <a:gdLst/>
              <a:ahLst/>
              <a:cxnLst/>
              <a:rect l="l" t="t" r="r" b="b"/>
              <a:pathLst>
                <a:path w="1" h="56" extrusionOk="0">
                  <a:moveTo>
                    <a:pt x="1" y="56"/>
                  </a:moveTo>
                  <a:lnTo>
                    <a:pt x="1" y="56"/>
                  </a:lnTo>
                  <a:lnTo>
                    <a:pt x="1" y="17"/>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3" name="Google Shape;4973;p52">
              <a:extLst>
                <a:ext uri="{FF2B5EF4-FFF2-40B4-BE49-F238E27FC236}">
                  <a16:creationId xmlns:a16="http://schemas.microsoft.com/office/drawing/2014/main" id="{CB4B7E17-FA73-F15B-8F65-940848CAFB1C}"/>
                </a:ext>
              </a:extLst>
            </p:cNvPr>
            <p:cNvSpPr/>
            <p:nvPr/>
          </p:nvSpPr>
          <p:spPr>
            <a:xfrm>
              <a:off x="3890891" y="4294793"/>
              <a:ext cx="33" cy="457"/>
            </a:xfrm>
            <a:custGeom>
              <a:avLst/>
              <a:gdLst/>
              <a:ahLst/>
              <a:cxnLst/>
              <a:rect l="l" t="t" r="r" b="b"/>
              <a:pathLst>
                <a:path w="1" h="14" extrusionOk="0">
                  <a:moveTo>
                    <a:pt x="1" y="14"/>
                  </a:moveTo>
                  <a:lnTo>
                    <a:pt x="1" y="14"/>
                  </a:ln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4" name="Google Shape;4974;p52">
              <a:extLst>
                <a:ext uri="{FF2B5EF4-FFF2-40B4-BE49-F238E27FC236}">
                  <a16:creationId xmlns:a16="http://schemas.microsoft.com/office/drawing/2014/main" id="{EAA4A6B8-0A63-6760-9CB9-A59377CA7ABE}"/>
                </a:ext>
              </a:extLst>
            </p:cNvPr>
            <p:cNvSpPr/>
            <p:nvPr/>
          </p:nvSpPr>
          <p:spPr>
            <a:xfrm>
              <a:off x="3890891" y="4297439"/>
              <a:ext cx="33" cy="457"/>
            </a:xfrm>
            <a:custGeom>
              <a:avLst/>
              <a:gdLst/>
              <a:ahLst/>
              <a:cxnLst/>
              <a:rect l="l" t="t" r="r" b="b"/>
              <a:pathLst>
                <a:path w="1" h="14" extrusionOk="0">
                  <a:moveTo>
                    <a:pt x="1" y="14"/>
                  </a:moveTo>
                  <a:lnTo>
                    <a:pt x="1" y="14"/>
                  </a:ln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5" name="Google Shape;4975;p52">
              <a:extLst>
                <a:ext uri="{FF2B5EF4-FFF2-40B4-BE49-F238E27FC236}">
                  <a16:creationId xmlns:a16="http://schemas.microsoft.com/office/drawing/2014/main" id="{89750C4F-CD44-8EFB-C8C1-4EB9D23AB04F}"/>
                </a:ext>
              </a:extLst>
            </p:cNvPr>
            <p:cNvSpPr/>
            <p:nvPr/>
          </p:nvSpPr>
          <p:spPr>
            <a:xfrm>
              <a:off x="3890891" y="4295218"/>
              <a:ext cx="33" cy="2254"/>
            </a:xfrm>
            <a:custGeom>
              <a:avLst/>
              <a:gdLst/>
              <a:ahLst/>
              <a:cxnLst/>
              <a:rect l="l" t="t" r="r" b="b"/>
              <a:pathLst>
                <a:path w="1" h="69" extrusionOk="0">
                  <a:moveTo>
                    <a:pt x="1" y="69"/>
                  </a:moveTo>
                  <a:lnTo>
                    <a:pt x="1" y="69"/>
                  </a:lnTo>
                  <a:lnTo>
                    <a:pt x="1" y="30"/>
                  </a:ln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6" name="Google Shape;4976;p52">
              <a:extLst>
                <a:ext uri="{FF2B5EF4-FFF2-40B4-BE49-F238E27FC236}">
                  <a16:creationId xmlns:a16="http://schemas.microsoft.com/office/drawing/2014/main" id="{32C4B0C7-82C7-734C-2EE3-52175A71F3EC}"/>
                </a:ext>
              </a:extLst>
            </p:cNvPr>
            <p:cNvSpPr/>
            <p:nvPr/>
          </p:nvSpPr>
          <p:spPr>
            <a:xfrm>
              <a:off x="3890891" y="4294793"/>
              <a:ext cx="33" cy="457"/>
            </a:xfrm>
            <a:custGeom>
              <a:avLst/>
              <a:gdLst/>
              <a:ahLst/>
              <a:cxnLst/>
              <a:rect l="l" t="t" r="r" b="b"/>
              <a:pathLst>
                <a:path w="1" h="14" extrusionOk="0">
                  <a:moveTo>
                    <a:pt x="1" y="14"/>
                  </a:moveTo>
                  <a:lnTo>
                    <a:pt x="1" y="14"/>
                  </a:ln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7" name="Google Shape;4977;p52">
              <a:extLst>
                <a:ext uri="{FF2B5EF4-FFF2-40B4-BE49-F238E27FC236}">
                  <a16:creationId xmlns:a16="http://schemas.microsoft.com/office/drawing/2014/main" id="{17D90339-2F85-32CB-E681-C94F4C22F815}"/>
                </a:ext>
              </a:extLst>
            </p:cNvPr>
            <p:cNvSpPr/>
            <p:nvPr/>
          </p:nvSpPr>
          <p:spPr>
            <a:xfrm>
              <a:off x="3893112" y="4294793"/>
              <a:ext cx="457" cy="457"/>
            </a:xfrm>
            <a:custGeom>
              <a:avLst/>
              <a:gdLst/>
              <a:ahLst/>
              <a:cxnLst/>
              <a:rect l="l" t="t" r="r" b="b"/>
              <a:pathLst>
                <a:path w="14" h="14" extrusionOk="0">
                  <a:moveTo>
                    <a:pt x="1" y="1"/>
                  </a:moveTo>
                  <a:lnTo>
                    <a:pt x="1" y="14"/>
                  </a:lnTo>
                  <a:lnTo>
                    <a:pt x="14" y="14"/>
                  </a:lnTo>
                  <a:lnTo>
                    <a:pt x="1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8" name="Google Shape;4978;p52">
              <a:extLst>
                <a:ext uri="{FF2B5EF4-FFF2-40B4-BE49-F238E27FC236}">
                  <a16:creationId xmlns:a16="http://schemas.microsoft.com/office/drawing/2014/main" id="{91E8D70C-E9C4-10A7-5C87-760F91EB9990}"/>
                </a:ext>
              </a:extLst>
            </p:cNvPr>
            <p:cNvSpPr/>
            <p:nvPr/>
          </p:nvSpPr>
          <p:spPr>
            <a:xfrm>
              <a:off x="3893112" y="4294793"/>
              <a:ext cx="33" cy="457"/>
            </a:xfrm>
            <a:custGeom>
              <a:avLst/>
              <a:gdLst/>
              <a:ahLst/>
              <a:cxnLst/>
              <a:rect l="l" t="t" r="r" b="b"/>
              <a:pathLst>
                <a:path w="1" h="14" extrusionOk="0">
                  <a:moveTo>
                    <a:pt x="1" y="14"/>
                  </a:moveTo>
                  <a:lnTo>
                    <a:pt x="1" y="14"/>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9" name="Google Shape;4979;p52">
              <a:extLst>
                <a:ext uri="{FF2B5EF4-FFF2-40B4-BE49-F238E27FC236}">
                  <a16:creationId xmlns:a16="http://schemas.microsoft.com/office/drawing/2014/main" id="{52E5F7B9-783D-078B-A5EE-3B5AB63A8DF3}"/>
                </a:ext>
              </a:extLst>
            </p:cNvPr>
            <p:cNvSpPr/>
            <p:nvPr/>
          </p:nvSpPr>
          <p:spPr>
            <a:xfrm>
              <a:off x="3890891" y="4294793"/>
              <a:ext cx="2254" cy="457"/>
            </a:xfrm>
            <a:custGeom>
              <a:avLst/>
              <a:gdLst/>
              <a:ahLst/>
              <a:cxnLst/>
              <a:rect l="l" t="t" r="r" b="b"/>
              <a:pathLst>
                <a:path w="69" h="14" extrusionOk="0">
                  <a:moveTo>
                    <a:pt x="1" y="1"/>
                  </a:moveTo>
                  <a:lnTo>
                    <a:pt x="1" y="14"/>
                  </a:lnTo>
                  <a:lnTo>
                    <a:pt x="69" y="14"/>
                  </a:lnTo>
                  <a:lnTo>
                    <a:pt x="69"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0" name="Google Shape;4980;p52">
              <a:extLst>
                <a:ext uri="{FF2B5EF4-FFF2-40B4-BE49-F238E27FC236}">
                  <a16:creationId xmlns:a16="http://schemas.microsoft.com/office/drawing/2014/main" id="{EA46C2AF-E637-B267-86D4-92FD8E9FA3FF}"/>
                </a:ext>
              </a:extLst>
            </p:cNvPr>
            <p:cNvSpPr/>
            <p:nvPr/>
          </p:nvSpPr>
          <p:spPr>
            <a:xfrm>
              <a:off x="3893537" y="4295218"/>
              <a:ext cx="33" cy="457"/>
            </a:xfrm>
            <a:custGeom>
              <a:avLst/>
              <a:gdLst/>
              <a:ahLst/>
              <a:cxnLst/>
              <a:rect l="l" t="t" r="r" b="b"/>
              <a:pathLst>
                <a:path w="1" h="14" extrusionOk="0">
                  <a:moveTo>
                    <a:pt x="1" y="1"/>
                  </a:moveTo>
                  <a:lnTo>
                    <a:pt x="1" y="14"/>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1" name="Google Shape;4981;p52">
              <a:extLst>
                <a:ext uri="{FF2B5EF4-FFF2-40B4-BE49-F238E27FC236}">
                  <a16:creationId xmlns:a16="http://schemas.microsoft.com/office/drawing/2014/main" id="{3B2064D3-2116-5BC0-3C49-D0D22C825A68}"/>
                </a:ext>
              </a:extLst>
            </p:cNvPr>
            <p:cNvSpPr/>
            <p:nvPr/>
          </p:nvSpPr>
          <p:spPr>
            <a:xfrm>
              <a:off x="3890891" y="4297439"/>
              <a:ext cx="33" cy="457"/>
            </a:xfrm>
            <a:custGeom>
              <a:avLst/>
              <a:gdLst/>
              <a:ahLst/>
              <a:cxnLst/>
              <a:rect l="l" t="t" r="r" b="b"/>
              <a:pathLst>
                <a:path w="1" h="14" extrusionOk="0">
                  <a:moveTo>
                    <a:pt x="1" y="14"/>
                  </a:moveTo>
                  <a:lnTo>
                    <a:pt x="1" y="14"/>
                  </a:ln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2" name="Google Shape;4982;p52">
              <a:extLst>
                <a:ext uri="{FF2B5EF4-FFF2-40B4-BE49-F238E27FC236}">
                  <a16:creationId xmlns:a16="http://schemas.microsoft.com/office/drawing/2014/main" id="{DC00F6AA-B2EC-29E3-8A3F-D54E2BA403DF}"/>
                </a:ext>
              </a:extLst>
            </p:cNvPr>
            <p:cNvSpPr/>
            <p:nvPr/>
          </p:nvSpPr>
          <p:spPr>
            <a:xfrm>
              <a:off x="3890891" y="4296165"/>
              <a:ext cx="33" cy="1307"/>
            </a:xfrm>
            <a:custGeom>
              <a:avLst/>
              <a:gdLst/>
              <a:ahLst/>
              <a:cxnLst/>
              <a:rect l="l" t="t" r="r" b="b"/>
              <a:pathLst>
                <a:path w="1" h="40" extrusionOk="0">
                  <a:moveTo>
                    <a:pt x="1" y="40"/>
                  </a:moveTo>
                  <a:lnTo>
                    <a:pt x="1" y="40"/>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3" name="Google Shape;4983;p52">
              <a:extLst>
                <a:ext uri="{FF2B5EF4-FFF2-40B4-BE49-F238E27FC236}">
                  <a16:creationId xmlns:a16="http://schemas.microsoft.com/office/drawing/2014/main" id="{3AFF5A82-B39E-EAEA-E2D8-5D7704B48365}"/>
                </a:ext>
              </a:extLst>
            </p:cNvPr>
            <p:cNvSpPr/>
            <p:nvPr/>
          </p:nvSpPr>
          <p:spPr>
            <a:xfrm>
              <a:off x="3890891" y="4295218"/>
              <a:ext cx="33" cy="2254"/>
            </a:xfrm>
            <a:custGeom>
              <a:avLst/>
              <a:gdLst/>
              <a:ahLst/>
              <a:cxnLst/>
              <a:rect l="l" t="t" r="r" b="b"/>
              <a:pathLst>
                <a:path w="1" h="69" extrusionOk="0">
                  <a:moveTo>
                    <a:pt x="1" y="30"/>
                  </a:moveTo>
                  <a:lnTo>
                    <a:pt x="1" y="69"/>
                  </a:ln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4" name="Google Shape;4984;p52">
              <a:extLst>
                <a:ext uri="{FF2B5EF4-FFF2-40B4-BE49-F238E27FC236}">
                  <a16:creationId xmlns:a16="http://schemas.microsoft.com/office/drawing/2014/main" id="{8C1A38D3-BC16-7585-5093-E947D13829B3}"/>
                </a:ext>
              </a:extLst>
            </p:cNvPr>
            <p:cNvSpPr/>
            <p:nvPr/>
          </p:nvSpPr>
          <p:spPr>
            <a:xfrm>
              <a:off x="3893537" y="4297439"/>
              <a:ext cx="33" cy="457"/>
            </a:xfrm>
            <a:custGeom>
              <a:avLst/>
              <a:gdLst/>
              <a:ahLst/>
              <a:cxnLst/>
              <a:rect l="l" t="t" r="r" b="b"/>
              <a:pathLst>
                <a:path w="1" h="14" extrusionOk="0">
                  <a:moveTo>
                    <a:pt x="1" y="1"/>
                  </a:moveTo>
                  <a:lnTo>
                    <a:pt x="1" y="14"/>
                  </a:lnTo>
                  <a:lnTo>
                    <a:pt x="1" y="14"/>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5" name="Google Shape;4985;p52">
              <a:extLst>
                <a:ext uri="{FF2B5EF4-FFF2-40B4-BE49-F238E27FC236}">
                  <a16:creationId xmlns:a16="http://schemas.microsoft.com/office/drawing/2014/main" id="{913AABC0-2FDF-D442-1F0D-4AF2B9848DDA}"/>
                </a:ext>
              </a:extLst>
            </p:cNvPr>
            <p:cNvSpPr/>
            <p:nvPr/>
          </p:nvSpPr>
          <p:spPr>
            <a:xfrm>
              <a:off x="3893112" y="4295218"/>
              <a:ext cx="457" cy="1405"/>
            </a:xfrm>
            <a:custGeom>
              <a:avLst/>
              <a:gdLst/>
              <a:ahLst/>
              <a:cxnLst/>
              <a:rect l="l" t="t" r="r" b="b"/>
              <a:pathLst>
                <a:path w="14" h="43" extrusionOk="0">
                  <a:moveTo>
                    <a:pt x="1" y="1"/>
                  </a:moveTo>
                  <a:lnTo>
                    <a:pt x="1" y="14"/>
                  </a:lnTo>
                  <a:lnTo>
                    <a:pt x="14" y="43"/>
                  </a:lnTo>
                  <a:lnTo>
                    <a:pt x="14" y="14"/>
                  </a:lnTo>
                  <a:lnTo>
                    <a:pt x="1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6" name="Google Shape;4986;p52">
              <a:extLst>
                <a:ext uri="{FF2B5EF4-FFF2-40B4-BE49-F238E27FC236}">
                  <a16:creationId xmlns:a16="http://schemas.microsoft.com/office/drawing/2014/main" id="{760E679A-2AF4-307D-76F1-31C93F0CBBB4}"/>
                </a:ext>
              </a:extLst>
            </p:cNvPr>
            <p:cNvSpPr/>
            <p:nvPr/>
          </p:nvSpPr>
          <p:spPr>
            <a:xfrm>
              <a:off x="3893537" y="4297439"/>
              <a:ext cx="33" cy="457"/>
            </a:xfrm>
            <a:custGeom>
              <a:avLst/>
              <a:gdLst/>
              <a:ahLst/>
              <a:cxnLst/>
              <a:rect l="l" t="t" r="r" b="b"/>
              <a:pathLst>
                <a:path w="1" h="14" extrusionOk="0">
                  <a:moveTo>
                    <a:pt x="1" y="14"/>
                  </a:moveTo>
                  <a:lnTo>
                    <a:pt x="1" y="1"/>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7" name="Google Shape;4987;p52">
              <a:extLst>
                <a:ext uri="{FF2B5EF4-FFF2-40B4-BE49-F238E27FC236}">
                  <a16:creationId xmlns:a16="http://schemas.microsoft.com/office/drawing/2014/main" id="{75B02DA0-181F-D6A4-F447-10671D8F7FCC}"/>
                </a:ext>
              </a:extLst>
            </p:cNvPr>
            <p:cNvSpPr/>
            <p:nvPr/>
          </p:nvSpPr>
          <p:spPr>
            <a:xfrm>
              <a:off x="3893112" y="4295643"/>
              <a:ext cx="457" cy="1829"/>
            </a:xfrm>
            <a:custGeom>
              <a:avLst/>
              <a:gdLst/>
              <a:ahLst/>
              <a:cxnLst/>
              <a:rect l="l" t="t" r="r" b="b"/>
              <a:pathLst>
                <a:path w="14" h="56" extrusionOk="0">
                  <a:moveTo>
                    <a:pt x="1" y="1"/>
                  </a:moveTo>
                  <a:lnTo>
                    <a:pt x="14" y="56"/>
                  </a:lnTo>
                  <a:lnTo>
                    <a:pt x="14" y="30"/>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8" name="Google Shape;4988;p52">
              <a:extLst>
                <a:ext uri="{FF2B5EF4-FFF2-40B4-BE49-F238E27FC236}">
                  <a16:creationId xmlns:a16="http://schemas.microsoft.com/office/drawing/2014/main" id="{84A317B3-FA0B-B43B-7954-BC2B8A94D2BE}"/>
                </a:ext>
              </a:extLst>
            </p:cNvPr>
            <p:cNvSpPr/>
            <p:nvPr/>
          </p:nvSpPr>
          <p:spPr>
            <a:xfrm>
              <a:off x="3893112" y="4295218"/>
              <a:ext cx="33" cy="457"/>
            </a:xfrm>
            <a:custGeom>
              <a:avLst/>
              <a:gdLst/>
              <a:ahLst/>
              <a:cxnLst/>
              <a:rect l="l" t="t" r="r" b="b"/>
              <a:pathLst>
                <a:path w="1" h="14" extrusionOk="0">
                  <a:moveTo>
                    <a:pt x="1" y="1"/>
                  </a:moveTo>
                  <a:lnTo>
                    <a:pt x="1" y="14"/>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9" name="Google Shape;4989;p52">
              <a:extLst>
                <a:ext uri="{FF2B5EF4-FFF2-40B4-BE49-F238E27FC236}">
                  <a16:creationId xmlns:a16="http://schemas.microsoft.com/office/drawing/2014/main" id="{7B7B46DB-1DA2-A481-2A38-416F5187C11D}"/>
                </a:ext>
              </a:extLst>
            </p:cNvPr>
            <p:cNvSpPr/>
            <p:nvPr/>
          </p:nvSpPr>
          <p:spPr>
            <a:xfrm>
              <a:off x="3893112" y="4297439"/>
              <a:ext cx="457" cy="457"/>
            </a:xfrm>
            <a:custGeom>
              <a:avLst/>
              <a:gdLst/>
              <a:ahLst/>
              <a:cxnLst/>
              <a:rect l="l" t="t" r="r" b="b"/>
              <a:pathLst>
                <a:path w="14" h="14" extrusionOk="0">
                  <a:moveTo>
                    <a:pt x="1" y="1"/>
                  </a:moveTo>
                  <a:lnTo>
                    <a:pt x="1" y="14"/>
                  </a:lnTo>
                  <a:lnTo>
                    <a:pt x="14" y="14"/>
                  </a:lnTo>
                  <a:lnTo>
                    <a:pt x="1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0" name="Google Shape;4990;p52">
              <a:extLst>
                <a:ext uri="{FF2B5EF4-FFF2-40B4-BE49-F238E27FC236}">
                  <a16:creationId xmlns:a16="http://schemas.microsoft.com/office/drawing/2014/main" id="{FE26F65A-3233-CAE4-50F5-85D912716695}"/>
                </a:ext>
              </a:extLst>
            </p:cNvPr>
            <p:cNvSpPr/>
            <p:nvPr/>
          </p:nvSpPr>
          <p:spPr>
            <a:xfrm>
              <a:off x="3893112" y="4295643"/>
              <a:ext cx="457" cy="1829"/>
            </a:xfrm>
            <a:custGeom>
              <a:avLst/>
              <a:gdLst/>
              <a:ahLst/>
              <a:cxnLst/>
              <a:rect l="l" t="t" r="r" b="b"/>
              <a:pathLst>
                <a:path w="14" h="56" extrusionOk="0">
                  <a:moveTo>
                    <a:pt x="1" y="1"/>
                  </a:moveTo>
                  <a:lnTo>
                    <a:pt x="1" y="56"/>
                  </a:lnTo>
                  <a:lnTo>
                    <a:pt x="14" y="56"/>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1" name="Google Shape;4991;p52">
              <a:extLst>
                <a:ext uri="{FF2B5EF4-FFF2-40B4-BE49-F238E27FC236}">
                  <a16:creationId xmlns:a16="http://schemas.microsoft.com/office/drawing/2014/main" id="{3E22CD0F-5285-80A9-B46F-922011C60DB8}"/>
                </a:ext>
              </a:extLst>
            </p:cNvPr>
            <p:cNvSpPr/>
            <p:nvPr/>
          </p:nvSpPr>
          <p:spPr>
            <a:xfrm>
              <a:off x="3890891" y="4297439"/>
              <a:ext cx="2254" cy="457"/>
            </a:xfrm>
            <a:custGeom>
              <a:avLst/>
              <a:gdLst/>
              <a:ahLst/>
              <a:cxnLst/>
              <a:rect l="l" t="t" r="r" b="b"/>
              <a:pathLst>
                <a:path w="69" h="14" extrusionOk="0">
                  <a:moveTo>
                    <a:pt x="1" y="1"/>
                  </a:moveTo>
                  <a:lnTo>
                    <a:pt x="1" y="14"/>
                  </a:lnTo>
                  <a:lnTo>
                    <a:pt x="69" y="14"/>
                  </a:lnTo>
                  <a:lnTo>
                    <a:pt x="69"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2" name="Google Shape;4992;p52">
              <a:extLst>
                <a:ext uri="{FF2B5EF4-FFF2-40B4-BE49-F238E27FC236}">
                  <a16:creationId xmlns:a16="http://schemas.microsoft.com/office/drawing/2014/main" id="{99244BD8-3296-17E8-650D-38CB08F2EC5E}"/>
                </a:ext>
              </a:extLst>
            </p:cNvPr>
            <p:cNvSpPr/>
            <p:nvPr/>
          </p:nvSpPr>
          <p:spPr>
            <a:xfrm>
              <a:off x="3890891" y="4295218"/>
              <a:ext cx="2254" cy="2254"/>
            </a:xfrm>
            <a:custGeom>
              <a:avLst/>
              <a:gdLst/>
              <a:ahLst/>
              <a:cxnLst/>
              <a:rect l="l" t="t" r="r" b="b"/>
              <a:pathLst>
                <a:path w="69" h="69" extrusionOk="0">
                  <a:moveTo>
                    <a:pt x="1" y="1"/>
                  </a:moveTo>
                  <a:lnTo>
                    <a:pt x="1" y="69"/>
                  </a:lnTo>
                  <a:lnTo>
                    <a:pt x="69" y="69"/>
                  </a:lnTo>
                  <a:lnTo>
                    <a:pt x="69"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3" name="Google Shape;4993;p52">
              <a:extLst>
                <a:ext uri="{FF2B5EF4-FFF2-40B4-BE49-F238E27FC236}">
                  <a16:creationId xmlns:a16="http://schemas.microsoft.com/office/drawing/2014/main" id="{B8C83FA3-CC89-8F8F-9619-B19893338D91}"/>
                </a:ext>
              </a:extLst>
            </p:cNvPr>
            <p:cNvSpPr/>
            <p:nvPr/>
          </p:nvSpPr>
          <p:spPr>
            <a:xfrm>
              <a:off x="3852473" y="4221126"/>
              <a:ext cx="79415" cy="113389"/>
            </a:xfrm>
            <a:custGeom>
              <a:avLst/>
              <a:gdLst/>
              <a:ahLst/>
              <a:cxnLst/>
              <a:rect l="l" t="t" r="r" b="b"/>
              <a:pathLst>
                <a:path w="2431" h="3471" extrusionOk="0">
                  <a:moveTo>
                    <a:pt x="1216" y="111"/>
                  </a:moveTo>
                  <a:cubicBezTo>
                    <a:pt x="1825" y="111"/>
                    <a:pt x="2324" y="610"/>
                    <a:pt x="2324" y="1216"/>
                  </a:cubicBezTo>
                  <a:lnTo>
                    <a:pt x="2324" y="3364"/>
                  </a:lnTo>
                  <a:lnTo>
                    <a:pt x="111" y="3364"/>
                  </a:lnTo>
                  <a:lnTo>
                    <a:pt x="111" y="1216"/>
                  </a:lnTo>
                  <a:cubicBezTo>
                    <a:pt x="111" y="610"/>
                    <a:pt x="597" y="111"/>
                    <a:pt x="1216" y="111"/>
                  </a:cubicBezTo>
                  <a:close/>
                  <a:moveTo>
                    <a:pt x="1216" y="1"/>
                  </a:moveTo>
                  <a:cubicBezTo>
                    <a:pt x="542" y="1"/>
                    <a:pt x="1" y="542"/>
                    <a:pt x="1" y="1216"/>
                  </a:cubicBezTo>
                  <a:lnTo>
                    <a:pt x="1" y="3471"/>
                  </a:lnTo>
                  <a:lnTo>
                    <a:pt x="2431" y="3471"/>
                  </a:lnTo>
                  <a:lnTo>
                    <a:pt x="2431" y="1216"/>
                  </a:lnTo>
                  <a:cubicBezTo>
                    <a:pt x="2431" y="542"/>
                    <a:pt x="1880" y="1"/>
                    <a:pt x="1216" y="1"/>
                  </a:cubicBez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4" name="Google Shape;4994;p52">
              <a:extLst>
                <a:ext uri="{FF2B5EF4-FFF2-40B4-BE49-F238E27FC236}">
                  <a16:creationId xmlns:a16="http://schemas.microsoft.com/office/drawing/2014/main" id="{B4C29AC1-1C0A-64BA-B22D-685612665B33}"/>
                </a:ext>
              </a:extLst>
            </p:cNvPr>
            <p:cNvSpPr/>
            <p:nvPr/>
          </p:nvSpPr>
          <p:spPr>
            <a:xfrm>
              <a:off x="3720689" y="4003718"/>
              <a:ext cx="343074" cy="144717"/>
            </a:xfrm>
            <a:custGeom>
              <a:avLst/>
              <a:gdLst/>
              <a:ahLst/>
              <a:cxnLst/>
              <a:rect l="l" t="t" r="r" b="b"/>
              <a:pathLst>
                <a:path w="10502" h="4430" extrusionOk="0">
                  <a:moveTo>
                    <a:pt x="5224" y="1"/>
                  </a:moveTo>
                  <a:lnTo>
                    <a:pt x="4589" y="542"/>
                  </a:lnTo>
                  <a:lnTo>
                    <a:pt x="1" y="4401"/>
                  </a:lnTo>
                  <a:lnTo>
                    <a:pt x="1187" y="4430"/>
                  </a:lnTo>
                  <a:lnTo>
                    <a:pt x="5250" y="1080"/>
                  </a:lnTo>
                  <a:lnTo>
                    <a:pt x="9316" y="4430"/>
                  </a:lnTo>
                  <a:lnTo>
                    <a:pt x="10502" y="4401"/>
                  </a:lnTo>
                  <a:lnTo>
                    <a:pt x="5914" y="542"/>
                  </a:lnTo>
                  <a:lnTo>
                    <a:pt x="5266"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5" name="Google Shape;4995;p52">
              <a:extLst>
                <a:ext uri="{FF2B5EF4-FFF2-40B4-BE49-F238E27FC236}">
                  <a16:creationId xmlns:a16="http://schemas.microsoft.com/office/drawing/2014/main" id="{224B31EF-49B4-9626-857A-DFCC1EC96B52}"/>
                </a:ext>
              </a:extLst>
            </p:cNvPr>
            <p:cNvSpPr/>
            <p:nvPr/>
          </p:nvSpPr>
          <p:spPr>
            <a:xfrm>
              <a:off x="3546468" y="3808328"/>
              <a:ext cx="274276" cy="470608"/>
            </a:xfrm>
            <a:custGeom>
              <a:avLst/>
              <a:gdLst/>
              <a:ahLst/>
              <a:cxnLst/>
              <a:rect l="l" t="t" r="r" b="b"/>
              <a:pathLst>
                <a:path w="8396" h="14406" extrusionOk="0">
                  <a:moveTo>
                    <a:pt x="4145" y="150"/>
                  </a:moveTo>
                  <a:cubicBezTo>
                    <a:pt x="2431" y="1"/>
                    <a:pt x="1511" y="4498"/>
                    <a:pt x="879" y="7158"/>
                  </a:cubicBezTo>
                  <a:cubicBezTo>
                    <a:pt x="1" y="10910"/>
                    <a:pt x="27" y="14406"/>
                    <a:pt x="3429" y="14312"/>
                  </a:cubicBezTo>
                  <a:cubicBezTo>
                    <a:pt x="5522" y="14244"/>
                    <a:pt x="8396" y="14299"/>
                    <a:pt x="6912" y="7385"/>
                  </a:cubicBezTo>
                  <a:cubicBezTo>
                    <a:pt x="6290" y="4456"/>
                    <a:pt x="5927" y="312"/>
                    <a:pt x="4145" y="150"/>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6" name="Google Shape;4996;p52">
              <a:extLst>
                <a:ext uri="{FF2B5EF4-FFF2-40B4-BE49-F238E27FC236}">
                  <a16:creationId xmlns:a16="http://schemas.microsoft.com/office/drawing/2014/main" id="{8E63528D-141B-D159-9531-493F203036FC}"/>
                </a:ext>
              </a:extLst>
            </p:cNvPr>
            <p:cNvSpPr/>
            <p:nvPr/>
          </p:nvSpPr>
          <p:spPr>
            <a:xfrm>
              <a:off x="3669040" y="4171797"/>
              <a:ext cx="6174" cy="25971"/>
            </a:xfrm>
            <a:custGeom>
              <a:avLst/>
              <a:gdLst/>
              <a:ahLst/>
              <a:cxnLst/>
              <a:rect l="l" t="t" r="r" b="b"/>
              <a:pathLst>
                <a:path w="189" h="795" extrusionOk="0">
                  <a:moveTo>
                    <a:pt x="124" y="108"/>
                  </a:moveTo>
                  <a:lnTo>
                    <a:pt x="176" y="202"/>
                  </a:lnTo>
                  <a:cubicBezTo>
                    <a:pt x="189" y="688"/>
                    <a:pt x="189" y="539"/>
                    <a:pt x="163" y="688"/>
                  </a:cubicBezTo>
                  <a:lnTo>
                    <a:pt x="82" y="795"/>
                  </a:lnTo>
                  <a:lnTo>
                    <a:pt x="1" y="581"/>
                  </a:lnTo>
                  <a:cubicBezTo>
                    <a:pt x="14" y="1"/>
                    <a:pt x="95" y="82"/>
                    <a:pt x="124" y="10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7" name="Google Shape;4997;p52">
              <a:extLst>
                <a:ext uri="{FF2B5EF4-FFF2-40B4-BE49-F238E27FC236}">
                  <a16:creationId xmlns:a16="http://schemas.microsoft.com/office/drawing/2014/main" id="{F98B00FA-62BD-FCC3-5580-A21DC6B383E6}"/>
                </a:ext>
              </a:extLst>
            </p:cNvPr>
            <p:cNvSpPr/>
            <p:nvPr/>
          </p:nvSpPr>
          <p:spPr>
            <a:xfrm>
              <a:off x="3708732" y="4167778"/>
              <a:ext cx="8396" cy="27865"/>
            </a:xfrm>
            <a:custGeom>
              <a:avLst/>
              <a:gdLst/>
              <a:ahLst/>
              <a:cxnLst/>
              <a:rect l="l" t="t" r="r" b="b"/>
              <a:pathLst>
                <a:path w="257" h="853" extrusionOk="0">
                  <a:moveTo>
                    <a:pt x="189" y="1"/>
                  </a:moveTo>
                  <a:lnTo>
                    <a:pt x="257" y="82"/>
                  </a:lnTo>
                  <a:cubicBezTo>
                    <a:pt x="244" y="205"/>
                    <a:pt x="244" y="351"/>
                    <a:pt x="244" y="351"/>
                  </a:cubicBezTo>
                  <a:cubicBezTo>
                    <a:pt x="231" y="500"/>
                    <a:pt x="205" y="675"/>
                    <a:pt x="205" y="675"/>
                  </a:cubicBezTo>
                  <a:cubicBezTo>
                    <a:pt x="189" y="730"/>
                    <a:pt x="150" y="798"/>
                    <a:pt x="150" y="798"/>
                  </a:cubicBezTo>
                  <a:lnTo>
                    <a:pt x="82" y="853"/>
                  </a:lnTo>
                  <a:lnTo>
                    <a:pt x="43" y="756"/>
                  </a:lnTo>
                  <a:cubicBezTo>
                    <a:pt x="1" y="542"/>
                    <a:pt x="56" y="351"/>
                    <a:pt x="82" y="95"/>
                  </a:cubicBezTo>
                  <a:lnTo>
                    <a:pt x="1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8" name="Google Shape;4998;p52">
              <a:extLst>
                <a:ext uri="{FF2B5EF4-FFF2-40B4-BE49-F238E27FC236}">
                  <a16:creationId xmlns:a16="http://schemas.microsoft.com/office/drawing/2014/main" id="{734E1E41-7C12-B050-93B9-321B817F43A2}"/>
                </a:ext>
              </a:extLst>
            </p:cNvPr>
            <p:cNvSpPr/>
            <p:nvPr/>
          </p:nvSpPr>
          <p:spPr>
            <a:xfrm>
              <a:off x="3614843" y="4165132"/>
              <a:ext cx="3953" cy="19927"/>
            </a:xfrm>
            <a:custGeom>
              <a:avLst/>
              <a:gdLst/>
              <a:ahLst/>
              <a:cxnLst/>
              <a:rect l="l" t="t" r="r" b="b"/>
              <a:pathLst>
                <a:path w="121" h="610" extrusionOk="0">
                  <a:moveTo>
                    <a:pt x="95" y="43"/>
                  </a:moveTo>
                  <a:lnTo>
                    <a:pt x="121" y="176"/>
                  </a:lnTo>
                  <a:lnTo>
                    <a:pt x="121" y="393"/>
                  </a:lnTo>
                  <a:cubicBezTo>
                    <a:pt x="121" y="461"/>
                    <a:pt x="108" y="555"/>
                    <a:pt x="108" y="555"/>
                  </a:cubicBezTo>
                  <a:lnTo>
                    <a:pt x="53" y="610"/>
                  </a:lnTo>
                  <a:lnTo>
                    <a:pt x="1" y="555"/>
                  </a:lnTo>
                  <a:cubicBezTo>
                    <a:pt x="14" y="69"/>
                    <a:pt x="1" y="189"/>
                    <a:pt x="53" y="69"/>
                  </a:cubicBezTo>
                  <a:cubicBezTo>
                    <a:pt x="53" y="69"/>
                    <a:pt x="66" y="1"/>
                    <a:pt x="95" y="4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9" name="Google Shape;4999;p52">
              <a:extLst>
                <a:ext uri="{FF2B5EF4-FFF2-40B4-BE49-F238E27FC236}">
                  <a16:creationId xmlns:a16="http://schemas.microsoft.com/office/drawing/2014/main" id="{D9D02D21-FC2C-D2E2-FAB6-6FD4C8CD5193}"/>
                </a:ext>
              </a:extLst>
            </p:cNvPr>
            <p:cNvSpPr/>
            <p:nvPr/>
          </p:nvSpPr>
          <p:spPr>
            <a:xfrm>
              <a:off x="3570284" y="4159840"/>
              <a:ext cx="6174" cy="24697"/>
            </a:xfrm>
            <a:custGeom>
              <a:avLst/>
              <a:gdLst/>
              <a:ahLst/>
              <a:cxnLst/>
              <a:rect l="l" t="t" r="r" b="b"/>
              <a:pathLst>
                <a:path w="189" h="756" extrusionOk="0">
                  <a:moveTo>
                    <a:pt x="95" y="43"/>
                  </a:moveTo>
                  <a:lnTo>
                    <a:pt x="150" y="150"/>
                  </a:lnTo>
                  <a:cubicBezTo>
                    <a:pt x="150" y="325"/>
                    <a:pt x="163" y="500"/>
                    <a:pt x="189" y="675"/>
                  </a:cubicBezTo>
                  <a:lnTo>
                    <a:pt x="150" y="756"/>
                  </a:lnTo>
                  <a:cubicBezTo>
                    <a:pt x="150" y="756"/>
                    <a:pt x="95" y="717"/>
                    <a:pt x="82" y="704"/>
                  </a:cubicBezTo>
                  <a:cubicBezTo>
                    <a:pt x="1" y="432"/>
                    <a:pt x="1" y="176"/>
                    <a:pt x="1" y="150"/>
                  </a:cubicBezTo>
                  <a:cubicBezTo>
                    <a:pt x="14" y="108"/>
                    <a:pt x="1" y="137"/>
                    <a:pt x="40" y="82"/>
                  </a:cubicBezTo>
                  <a:cubicBezTo>
                    <a:pt x="40" y="82"/>
                    <a:pt x="53" y="1"/>
                    <a:pt x="95" y="4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0" name="Google Shape;5000;p52">
              <a:extLst>
                <a:ext uri="{FF2B5EF4-FFF2-40B4-BE49-F238E27FC236}">
                  <a16:creationId xmlns:a16="http://schemas.microsoft.com/office/drawing/2014/main" id="{038EA874-9DE3-2233-B76A-DA77516B8E15}"/>
                </a:ext>
              </a:extLst>
            </p:cNvPr>
            <p:cNvSpPr/>
            <p:nvPr/>
          </p:nvSpPr>
          <p:spPr>
            <a:xfrm>
              <a:off x="3643951" y="4139096"/>
              <a:ext cx="6174" cy="19927"/>
            </a:xfrm>
            <a:custGeom>
              <a:avLst/>
              <a:gdLst/>
              <a:ahLst/>
              <a:cxnLst/>
              <a:rect l="l" t="t" r="r" b="b"/>
              <a:pathLst>
                <a:path w="189" h="610" extrusionOk="0">
                  <a:moveTo>
                    <a:pt x="82" y="14"/>
                  </a:moveTo>
                  <a:lnTo>
                    <a:pt x="163" y="14"/>
                  </a:lnTo>
                  <a:lnTo>
                    <a:pt x="189" y="205"/>
                  </a:lnTo>
                  <a:cubicBezTo>
                    <a:pt x="163" y="448"/>
                    <a:pt x="134" y="487"/>
                    <a:pt x="134" y="487"/>
                  </a:cubicBezTo>
                  <a:lnTo>
                    <a:pt x="66" y="610"/>
                  </a:lnTo>
                  <a:lnTo>
                    <a:pt x="1" y="367"/>
                  </a:lnTo>
                  <a:cubicBezTo>
                    <a:pt x="14" y="231"/>
                    <a:pt x="27" y="30"/>
                    <a:pt x="27" y="30"/>
                  </a:cubicBezTo>
                  <a:cubicBezTo>
                    <a:pt x="27" y="30"/>
                    <a:pt x="53" y="1"/>
                    <a:pt x="82" y="14"/>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1" name="Google Shape;5001;p52">
              <a:extLst>
                <a:ext uri="{FF2B5EF4-FFF2-40B4-BE49-F238E27FC236}">
                  <a16:creationId xmlns:a16="http://schemas.microsoft.com/office/drawing/2014/main" id="{5A2E6999-1D0E-1784-AF85-E16617775C45}"/>
                </a:ext>
              </a:extLst>
            </p:cNvPr>
            <p:cNvSpPr/>
            <p:nvPr/>
          </p:nvSpPr>
          <p:spPr>
            <a:xfrm>
              <a:off x="3685766" y="4134228"/>
              <a:ext cx="6272" cy="19502"/>
            </a:xfrm>
            <a:custGeom>
              <a:avLst/>
              <a:gdLst/>
              <a:ahLst/>
              <a:cxnLst/>
              <a:rect l="l" t="t" r="r" b="b"/>
              <a:pathLst>
                <a:path w="192" h="597" extrusionOk="0">
                  <a:moveTo>
                    <a:pt x="124" y="1"/>
                  </a:moveTo>
                  <a:lnTo>
                    <a:pt x="192" y="69"/>
                  </a:lnTo>
                  <a:cubicBezTo>
                    <a:pt x="192" y="286"/>
                    <a:pt x="150" y="542"/>
                    <a:pt x="150" y="542"/>
                  </a:cubicBezTo>
                  <a:lnTo>
                    <a:pt x="82" y="597"/>
                  </a:lnTo>
                  <a:lnTo>
                    <a:pt x="30" y="529"/>
                  </a:lnTo>
                  <a:cubicBezTo>
                    <a:pt x="1" y="487"/>
                    <a:pt x="1" y="474"/>
                    <a:pt x="1" y="474"/>
                  </a:cubicBezTo>
                  <a:cubicBezTo>
                    <a:pt x="30" y="273"/>
                    <a:pt x="69" y="30"/>
                    <a:pt x="69" y="30"/>
                  </a:cubicBezTo>
                  <a:cubicBezTo>
                    <a:pt x="69" y="30"/>
                    <a:pt x="98" y="1"/>
                    <a:pt x="12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2" name="Google Shape;5002;p52">
              <a:extLst>
                <a:ext uri="{FF2B5EF4-FFF2-40B4-BE49-F238E27FC236}">
                  <a16:creationId xmlns:a16="http://schemas.microsoft.com/office/drawing/2014/main" id="{69D71EAE-8115-2D83-F6B5-226C9AEC9C78}"/>
                </a:ext>
              </a:extLst>
            </p:cNvPr>
            <p:cNvSpPr/>
            <p:nvPr/>
          </p:nvSpPr>
          <p:spPr>
            <a:xfrm>
              <a:off x="3585736" y="4132529"/>
              <a:ext cx="5325" cy="21201"/>
            </a:xfrm>
            <a:custGeom>
              <a:avLst/>
              <a:gdLst/>
              <a:ahLst/>
              <a:cxnLst/>
              <a:rect l="l" t="t" r="r" b="b"/>
              <a:pathLst>
                <a:path w="163" h="649" extrusionOk="0">
                  <a:moveTo>
                    <a:pt x="121" y="1"/>
                  </a:moveTo>
                  <a:lnTo>
                    <a:pt x="163" y="95"/>
                  </a:lnTo>
                  <a:lnTo>
                    <a:pt x="163" y="189"/>
                  </a:lnTo>
                  <a:cubicBezTo>
                    <a:pt x="163" y="244"/>
                    <a:pt x="163" y="296"/>
                    <a:pt x="147" y="338"/>
                  </a:cubicBezTo>
                  <a:cubicBezTo>
                    <a:pt x="147" y="445"/>
                    <a:pt x="121" y="526"/>
                    <a:pt x="108" y="607"/>
                  </a:cubicBezTo>
                  <a:lnTo>
                    <a:pt x="53" y="649"/>
                  </a:lnTo>
                  <a:lnTo>
                    <a:pt x="1" y="458"/>
                  </a:lnTo>
                  <a:cubicBezTo>
                    <a:pt x="14" y="364"/>
                    <a:pt x="27" y="244"/>
                    <a:pt x="27" y="244"/>
                  </a:cubicBezTo>
                  <a:lnTo>
                    <a:pt x="27" y="150"/>
                  </a:lnTo>
                  <a:cubicBezTo>
                    <a:pt x="40" y="27"/>
                    <a:pt x="53" y="27"/>
                    <a:pt x="53" y="27"/>
                  </a:cubicBezTo>
                  <a:cubicBezTo>
                    <a:pt x="53" y="27"/>
                    <a:pt x="82" y="1"/>
                    <a:pt x="1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3" name="Google Shape;5003;p52">
              <a:extLst>
                <a:ext uri="{FF2B5EF4-FFF2-40B4-BE49-F238E27FC236}">
                  <a16:creationId xmlns:a16="http://schemas.microsoft.com/office/drawing/2014/main" id="{9AB6ABCC-5C6C-CCDD-4960-03F6F8FFFA1B}"/>
                </a:ext>
              </a:extLst>
            </p:cNvPr>
            <p:cNvSpPr/>
            <p:nvPr/>
          </p:nvSpPr>
          <p:spPr>
            <a:xfrm>
              <a:off x="3711803" y="4118874"/>
              <a:ext cx="6697" cy="25121"/>
            </a:xfrm>
            <a:custGeom>
              <a:avLst/>
              <a:gdLst/>
              <a:ahLst/>
              <a:cxnLst/>
              <a:rect l="l" t="t" r="r" b="b"/>
              <a:pathLst>
                <a:path w="205" h="769" extrusionOk="0">
                  <a:moveTo>
                    <a:pt x="137" y="40"/>
                  </a:moveTo>
                  <a:cubicBezTo>
                    <a:pt x="137" y="40"/>
                    <a:pt x="205" y="163"/>
                    <a:pt x="205" y="338"/>
                  </a:cubicBezTo>
                  <a:lnTo>
                    <a:pt x="192" y="487"/>
                  </a:lnTo>
                  <a:cubicBezTo>
                    <a:pt x="192" y="581"/>
                    <a:pt x="163" y="675"/>
                    <a:pt x="82" y="769"/>
                  </a:cubicBezTo>
                  <a:lnTo>
                    <a:pt x="43" y="701"/>
                  </a:lnTo>
                  <a:cubicBezTo>
                    <a:pt x="1" y="552"/>
                    <a:pt x="1" y="688"/>
                    <a:pt x="14" y="487"/>
                  </a:cubicBezTo>
                  <a:cubicBezTo>
                    <a:pt x="14" y="487"/>
                    <a:pt x="30" y="257"/>
                    <a:pt x="56" y="95"/>
                  </a:cubicBezTo>
                  <a:cubicBezTo>
                    <a:pt x="56" y="95"/>
                    <a:pt x="111" y="1"/>
                    <a:pt x="137" y="4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4" name="Google Shape;5004;p52">
              <a:extLst>
                <a:ext uri="{FF2B5EF4-FFF2-40B4-BE49-F238E27FC236}">
                  <a16:creationId xmlns:a16="http://schemas.microsoft.com/office/drawing/2014/main" id="{344A5502-062F-6596-0E6F-A97A3EE566A1}"/>
                </a:ext>
              </a:extLst>
            </p:cNvPr>
            <p:cNvSpPr/>
            <p:nvPr/>
          </p:nvSpPr>
          <p:spPr>
            <a:xfrm>
              <a:off x="3614321" y="4108714"/>
              <a:ext cx="7971" cy="28715"/>
            </a:xfrm>
            <a:custGeom>
              <a:avLst/>
              <a:gdLst/>
              <a:ahLst/>
              <a:cxnLst/>
              <a:rect l="l" t="t" r="r" b="b"/>
              <a:pathLst>
                <a:path w="244" h="879" extrusionOk="0">
                  <a:moveTo>
                    <a:pt x="179" y="53"/>
                  </a:moveTo>
                  <a:cubicBezTo>
                    <a:pt x="244" y="82"/>
                    <a:pt x="218" y="121"/>
                    <a:pt x="218" y="121"/>
                  </a:cubicBezTo>
                  <a:cubicBezTo>
                    <a:pt x="218" y="150"/>
                    <a:pt x="205" y="189"/>
                    <a:pt x="205" y="215"/>
                  </a:cubicBezTo>
                  <a:cubicBezTo>
                    <a:pt x="192" y="377"/>
                    <a:pt x="163" y="620"/>
                    <a:pt x="163" y="620"/>
                  </a:cubicBezTo>
                  <a:cubicBezTo>
                    <a:pt x="69" y="879"/>
                    <a:pt x="1" y="688"/>
                    <a:pt x="1" y="688"/>
                  </a:cubicBezTo>
                  <a:cubicBezTo>
                    <a:pt x="1" y="568"/>
                    <a:pt x="43" y="364"/>
                    <a:pt x="43" y="364"/>
                  </a:cubicBezTo>
                  <a:cubicBezTo>
                    <a:pt x="69" y="257"/>
                    <a:pt x="98" y="95"/>
                    <a:pt x="98" y="95"/>
                  </a:cubicBezTo>
                  <a:cubicBezTo>
                    <a:pt x="150" y="1"/>
                    <a:pt x="111" y="40"/>
                    <a:pt x="179" y="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5" name="Google Shape;5005;p52">
              <a:extLst>
                <a:ext uri="{FF2B5EF4-FFF2-40B4-BE49-F238E27FC236}">
                  <a16:creationId xmlns:a16="http://schemas.microsoft.com/office/drawing/2014/main" id="{46A7C6FD-3409-BD83-6EF6-D43717B26114}"/>
                </a:ext>
              </a:extLst>
            </p:cNvPr>
            <p:cNvSpPr/>
            <p:nvPr/>
          </p:nvSpPr>
          <p:spPr>
            <a:xfrm>
              <a:off x="3661526" y="4102050"/>
              <a:ext cx="5749" cy="20777"/>
            </a:xfrm>
            <a:custGeom>
              <a:avLst/>
              <a:gdLst/>
              <a:ahLst/>
              <a:cxnLst/>
              <a:rect l="l" t="t" r="r" b="b"/>
              <a:pathLst>
                <a:path w="176" h="636" extrusionOk="0">
                  <a:moveTo>
                    <a:pt x="137" y="1"/>
                  </a:moveTo>
                  <a:lnTo>
                    <a:pt x="176" y="69"/>
                  </a:lnTo>
                  <a:lnTo>
                    <a:pt x="176" y="500"/>
                  </a:lnTo>
                  <a:cubicBezTo>
                    <a:pt x="150" y="581"/>
                    <a:pt x="124" y="581"/>
                    <a:pt x="124" y="581"/>
                  </a:cubicBezTo>
                  <a:lnTo>
                    <a:pt x="69" y="636"/>
                  </a:lnTo>
                  <a:lnTo>
                    <a:pt x="14" y="542"/>
                  </a:lnTo>
                  <a:cubicBezTo>
                    <a:pt x="1" y="393"/>
                    <a:pt x="43" y="231"/>
                    <a:pt x="56" y="69"/>
                  </a:cubicBezTo>
                  <a:cubicBezTo>
                    <a:pt x="56" y="69"/>
                    <a:pt x="82" y="1"/>
                    <a:pt x="1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6" name="Google Shape;5006;p52">
              <a:extLst>
                <a:ext uri="{FF2B5EF4-FFF2-40B4-BE49-F238E27FC236}">
                  <a16:creationId xmlns:a16="http://schemas.microsoft.com/office/drawing/2014/main" id="{7D0A4D8E-D676-E083-234F-C95536F26ACD}"/>
                </a:ext>
              </a:extLst>
            </p:cNvPr>
            <p:cNvSpPr/>
            <p:nvPr/>
          </p:nvSpPr>
          <p:spPr>
            <a:xfrm>
              <a:off x="3571558" y="4094111"/>
              <a:ext cx="4475" cy="20777"/>
            </a:xfrm>
            <a:custGeom>
              <a:avLst/>
              <a:gdLst/>
              <a:ahLst/>
              <a:cxnLst/>
              <a:rect l="l" t="t" r="r" b="b"/>
              <a:pathLst>
                <a:path w="137" h="636" extrusionOk="0">
                  <a:moveTo>
                    <a:pt x="137" y="30"/>
                  </a:moveTo>
                  <a:lnTo>
                    <a:pt x="111" y="529"/>
                  </a:lnTo>
                  <a:cubicBezTo>
                    <a:pt x="95" y="568"/>
                    <a:pt x="95" y="597"/>
                    <a:pt x="95" y="597"/>
                  </a:cubicBezTo>
                  <a:lnTo>
                    <a:pt x="43" y="636"/>
                  </a:lnTo>
                  <a:lnTo>
                    <a:pt x="1" y="500"/>
                  </a:lnTo>
                  <a:cubicBezTo>
                    <a:pt x="14" y="354"/>
                    <a:pt x="56" y="124"/>
                    <a:pt x="56" y="124"/>
                  </a:cubicBezTo>
                  <a:cubicBezTo>
                    <a:pt x="82" y="56"/>
                    <a:pt x="82" y="69"/>
                    <a:pt x="82" y="69"/>
                  </a:cubicBezTo>
                  <a:cubicBezTo>
                    <a:pt x="82" y="69"/>
                    <a:pt x="111" y="1"/>
                    <a:pt x="137" y="3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7" name="Google Shape;5007;p52">
              <a:extLst>
                <a:ext uri="{FF2B5EF4-FFF2-40B4-BE49-F238E27FC236}">
                  <a16:creationId xmlns:a16="http://schemas.microsoft.com/office/drawing/2014/main" id="{E56977F0-DCFC-1ED9-9165-09C6A3A03BB0}"/>
                </a:ext>
              </a:extLst>
            </p:cNvPr>
            <p:cNvSpPr/>
            <p:nvPr/>
          </p:nvSpPr>
          <p:spPr>
            <a:xfrm>
              <a:off x="3730326" y="4091890"/>
              <a:ext cx="7546" cy="19502"/>
            </a:xfrm>
            <a:custGeom>
              <a:avLst/>
              <a:gdLst/>
              <a:ahLst/>
              <a:cxnLst/>
              <a:rect l="l" t="t" r="r" b="b"/>
              <a:pathLst>
                <a:path w="231" h="597" extrusionOk="0">
                  <a:moveTo>
                    <a:pt x="124" y="43"/>
                  </a:moveTo>
                  <a:cubicBezTo>
                    <a:pt x="231" y="179"/>
                    <a:pt x="218" y="1"/>
                    <a:pt x="218" y="273"/>
                  </a:cubicBezTo>
                  <a:lnTo>
                    <a:pt x="176" y="516"/>
                  </a:lnTo>
                  <a:lnTo>
                    <a:pt x="124" y="597"/>
                  </a:lnTo>
                  <a:lnTo>
                    <a:pt x="56" y="516"/>
                  </a:lnTo>
                  <a:lnTo>
                    <a:pt x="30" y="448"/>
                  </a:lnTo>
                  <a:cubicBezTo>
                    <a:pt x="1" y="163"/>
                    <a:pt x="1" y="218"/>
                    <a:pt x="1" y="163"/>
                  </a:cubicBezTo>
                  <a:cubicBezTo>
                    <a:pt x="1" y="163"/>
                    <a:pt x="69" y="1"/>
                    <a:pt x="124" y="4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8" name="Google Shape;5008;p52">
              <a:extLst>
                <a:ext uri="{FF2B5EF4-FFF2-40B4-BE49-F238E27FC236}">
                  <a16:creationId xmlns:a16="http://schemas.microsoft.com/office/drawing/2014/main" id="{885D00F5-8D9A-B7AD-D5D4-A278C8BE4176}"/>
                </a:ext>
              </a:extLst>
            </p:cNvPr>
            <p:cNvSpPr/>
            <p:nvPr/>
          </p:nvSpPr>
          <p:spPr>
            <a:xfrm>
              <a:off x="3695077" y="4087120"/>
              <a:ext cx="6599" cy="25971"/>
            </a:xfrm>
            <a:custGeom>
              <a:avLst/>
              <a:gdLst/>
              <a:ahLst/>
              <a:cxnLst/>
              <a:rect l="l" t="t" r="r" b="b"/>
              <a:pathLst>
                <a:path w="202" h="795" extrusionOk="0">
                  <a:moveTo>
                    <a:pt x="137" y="121"/>
                  </a:moveTo>
                  <a:cubicBezTo>
                    <a:pt x="189" y="134"/>
                    <a:pt x="202" y="176"/>
                    <a:pt x="202" y="176"/>
                  </a:cubicBezTo>
                  <a:cubicBezTo>
                    <a:pt x="189" y="270"/>
                    <a:pt x="137" y="662"/>
                    <a:pt x="137" y="662"/>
                  </a:cubicBezTo>
                  <a:cubicBezTo>
                    <a:pt x="40" y="795"/>
                    <a:pt x="27" y="675"/>
                    <a:pt x="27" y="675"/>
                  </a:cubicBezTo>
                  <a:cubicBezTo>
                    <a:pt x="1" y="607"/>
                    <a:pt x="1" y="675"/>
                    <a:pt x="1" y="568"/>
                  </a:cubicBezTo>
                  <a:cubicBezTo>
                    <a:pt x="1" y="526"/>
                    <a:pt x="14" y="325"/>
                    <a:pt x="14" y="325"/>
                  </a:cubicBezTo>
                  <a:cubicBezTo>
                    <a:pt x="40" y="1"/>
                    <a:pt x="82" y="108"/>
                    <a:pt x="137" y="12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9" name="Google Shape;5009;p52">
              <a:extLst>
                <a:ext uri="{FF2B5EF4-FFF2-40B4-BE49-F238E27FC236}">
                  <a16:creationId xmlns:a16="http://schemas.microsoft.com/office/drawing/2014/main" id="{A62DC97E-F1FB-AE56-E095-03462C065A24}"/>
                </a:ext>
              </a:extLst>
            </p:cNvPr>
            <p:cNvSpPr/>
            <p:nvPr/>
          </p:nvSpPr>
          <p:spPr>
            <a:xfrm>
              <a:off x="3594948" y="4079606"/>
              <a:ext cx="6174" cy="26069"/>
            </a:xfrm>
            <a:custGeom>
              <a:avLst/>
              <a:gdLst/>
              <a:ahLst/>
              <a:cxnLst/>
              <a:rect l="l" t="t" r="r" b="b"/>
              <a:pathLst>
                <a:path w="189" h="798" extrusionOk="0">
                  <a:moveTo>
                    <a:pt x="163" y="108"/>
                  </a:moveTo>
                  <a:lnTo>
                    <a:pt x="189" y="377"/>
                  </a:lnTo>
                  <a:cubicBezTo>
                    <a:pt x="189" y="445"/>
                    <a:pt x="163" y="555"/>
                    <a:pt x="163" y="555"/>
                  </a:cubicBezTo>
                  <a:cubicBezTo>
                    <a:pt x="1" y="798"/>
                    <a:pt x="27" y="539"/>
                    <a:pt x="27" y="539"/>
                  </a:cubicBezTo>
                  <a:cubicBezTo>
                    <a:pt x="27" y="487"/>
                    <a:pt x="43" y="445"/>
                    <a:pt x="43" y="393"/>
                  </a:cubicBezTo>
                  <a:cubicBezTo>
                    <a:pt x="95" y="1"/>
                    <a:pt x="108" y="121"/>
                    <a:pt x="137" y="95"/>
                  </a:cubicBezTo>
                  <a:cubicBezTo>
                    <a:pt x="137" y="95"/>
                    <a:pt x="137" y="69"/>
                    <a:pt x="163" y="10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0" name="Google Shape;5010;p52">
              <a:extLst>
                <a:ext uri="{FF2B5EF4-FFF2-40B4-BE49-F238E27FC236}">
                  <a16:creationId xmlns:a16="http://schemas.microsoft.com/office/drawing/2014/main" id="{0FC85D85-34C0-9917-7B73-5F73E8CB2CAD}"/>
                </a:ext>
              </a:extLst>
            </p:cNvPr>
            <p:cNvSpPr/>
            <p:nvPr/>
          </p:nvSpPr>
          <p:spPr>
            <a:xfrm>
              <a:off x="3627551" y="4069022"/>
              <a:ext cx="5847" cy="21626"/>
            </a:xfrm>
            <a:custGeom>
              <a:avLst/>
              <a:gdLst/>
              <a:ahLst/>
              <a:cxnLst/>
              <a:rect l="l" t="t" r="r" b="b"/>
              <a:pathLst>
                <a:path w="179" h="662" extrusionOk="0">
                  <a:moveTo>
                    <a:pt x="124" y="40"/>
                  </a:moveTo>
                  <a:cubicBezTo>
                    <a:pt x="124" y="40"/>
                    <a:pt x="179" y="163"/>
                    <a:pt x="179" y="176"/>
                  </a:cubicBezTo>
                  <a:cubicBezTo>
                    <a:pt x="179" y="325"/>
                    <a:pt x="150" y="539"/>
                    <a:pt x="150" y="539"/>
                  </a:cubicBezTo>
                  <a:cubicBezTo>
                    <a:pt x="137" y="607"/>
                    <a:pt x="137" y="620"/>
                    <a:pt x="137" y="620"/>
                  </a:cubicBezTo>
                  <a:lnTo>
                    <a:pt x="98" y="662"/>
                  </a:lnTo>
                  <a:lnTo>
                    <a:pt x="17" y="649"/>
                  </a:lnTo>
                  <a:lnTo>
                    <a:pt x="1" y="513"/>
                  </a:lnTo>
                  <a:cubicBezTo>
                    <a:pt x="30" y="325"/>
                    <a:pt x="56" y="82"/>
                    <a:pt x="56" y="82"/>
                  </a:cubicBezTo>
                  <a:cubicBezTo>
                    <a:pt x="56" y="82"/>
                    <a:pt x="98" y="1"/>
                    <a:pt x="124" y="4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1" name="Google Shape;5011;p52">
              <a:extLst>
                <a:ext uri="{FF2B5EF4-FFF2-40B4-BE49-F238E27FC236}">
                  <a16:creationId xmlns:a16="http://schemas.microsoft.com/office/drawing/2014/main" id="{3116D544-2F3F-07AD-1103-6B3FAEA21790}"/>
                </a:ext>
              </a:extLst>
            </p:cNvPr>
            <p:cNvSpPr/>
            <p:nvPr/>
          </p:nvSpPr>
          <p:spPr>
            <a:xfrm>
              <a:off x="3711378" y="4060659"/>
              <a:ext cx="7122" cy="22475"/>
            </a:xfrm>
            <a:custGeom>
              <a:avLst/>
              <a:gdLst/>
              <a:ahLst/>
              <a:cxnLst/>
              <a:rect l="l" t="t" r="r" b="b"/>
              <a:pathLst>
                <a:path w="218" h="688" extrusionOk="0">
                  <a:moveTo>
                    <a:pt x="137" y="14"/>
                  </a:moveTo>
                  <a:lnTo>
                    <a:pt x="205" y="40"/>
                  </a:lnTo>
                  <a:lnTo>
                    <a:pt x="218" y="526"/>
                  </a:lnTo>
                  <a:lnTo>
                    <a:pt x="124" y="688"/>
                  </a:lnTo>
                  <a:cubicBezTo>
                    <a:pt x="14" y="539"/>
                    <a:pt x="27" y="568"/>
                    <a:pt x="27" y="568"/>
                  </a:cubicBezTo>
                  <a:lnTo>
                    <a:pt x="14" y="445"/>
                  </a:lnTo>
                  <a:cubicBezTo>
                    <a:pt x="1" y="283"/>
                    <a:pt x="14" y="53"/>
                    <a:pt x="14" y="53"/>
                  </a:cubicBezTo>
                  <a:cubicBezTo>
                    <a:pt x="82" y="1"/>
                    <a:pt x="108" y="14"/>
                    <a:pt x="137" y="14"/>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2" name="Google Shape;5012;p52">
              <a:extLst>
                <a:ext uri="{FF2B5EF4-FFF2-40B4-BE49-F238E27FC236}">
                  <a16:creationId xmlns:a16="http://schemas.microsoft.com/office/drawing/2014/main" id="{DB16E929-0509-9F08-D31A-891619A99C04}"/>
                </a:ext>
              </a:extLst>
            </p:cNvPr>
            <p:cNvSpPr/>
            <p:nvPr/>
          </p:nvSpPr>
          <p:spPr>
            <a:xfrm>
              <a:off x="3655385" y="4053994"/>
              <a:ext cx="7122" cy="22573"/>
            </a:xfrm>
            <a:custGeom>
              <a:avLst/>
              <a:gdLst/>
              <a:ahLst/>
              <a:cxnLst/>
              <a:rect l="l" t="t" r="r" b="b"/>
              <a:pathLst>
                <a:path w="218" h="691" extrusionOk="0">
                  <a:moveTo>
                    <a:pt x="163" y="56"/>
                  </a:moveTo>
                  <a:lnTo>
                    <a:pt x="218" y="244"/>
                  </a:lnTo>
                  <a:cubicBezTo>
                    <a:pt x="176" y="636"/>
                    <a:pt x="189" y="529"/>
                    <a:pt x="150" y="594"/>
                  </a:cubicBezTo>
                  <a:lnTo>
                    <a:pt x="69" y="691"/>
                  </a:lnTo>
                  <a:lnTo>
                    <a:pt x="27" y="623"/>
                  </a:lnTo>
                  <a:cubicBezTo>
                    <a:pt x="1" y="542"/>
                    <a:pt x="1" y="529"/>
                    <a:pt x="1" y="529"/>
                  </a:cubicBezTo>
                  <a:cubicBezTo>
                    <a:pt x="14" y="406"/>
                    <a:pt x="1" y="338"/>
                    <a:pt x="56" y="150"/>
                  </a:cubicBezTo>
                  <a:cubicBezTo>
                    <a:pt x="56" y="150"/>
                    <a:pt x="121" y="1"/>
                    <a:pt x="163" y="5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3" name="Google Shape;5013;p52">
              <a:extLst>
                <a:ext uri="{FF2B5EF4-FFF2-40B4-BE49-F238E27FC236}">
                  <a16:creationId xmlns:a16="http://schemas.microsoft.com/office/drawing/2014/main" id="{8416F32F-0C4D-CD30-D28E-6A4AB7F4BBF3}"/>
                </a:ext>
              </a:extLst>
            </p:cNvPr>
            <p:cNvSpPr/>
            <p:nvPr/>
          </p:nvSpPr>
          <p:spPr>
            <a:xfrm>
              <a:off x="3591877" y="4037693"/>
              <a:ext cx="6174" cy="19829"/>
            </a:xfrm>
            <a:custGeom>
              <a:avLst/>
              <a:gdLst/>
              <a:ahLst/>
              <a:cxnLst/>
              <a:rect l="l" t="t" r="r" b="b"/>
              <a:pathLst>
                <a:path w="189" h="607" extrusionOk="0">
                  <a:moveTo>
                    <a:pt x="163" y="40"/>
                  </a:moveTo>
                  <a:lnTo>
                    <a:pt x="189" y="163"/>
                  </a:lnTo>
                  <a:cubicBezTo>
                    <a:pt x="163" y="338"/>
                    <a:pt x="108" y="555"/>
                    <a:pt x="108" y="555"/>
                  </a:cubicBezTo>
                  <a:lnTo>
                    <a:pt x="40" y="607"/>
                  </a:lnTo>
                  <a:cubicBezTo>
                    <a:pt x="40" y="607"/>
                    <a:pt x="1" y="445"/>
                    <a:pt x="1" y="419"/>
                  </a:cubicBezTo>
                  <a:cubicBezTo>
                    <a:pt x="1" y="393"/>
                    <a:pt x="1" y="364"/>
                    <a:pt x="14" y="338"/>
                  </a:cubicBezTo>
                  <a:cubicBezTo>
                    <a:pt x="40" y="218"/>
                    <a:pt x="82" y="95"/>
                    <a:pt x="82" y="95"/>
                  </a:cubicBezTo>
                  <a:cubicBezTo>
                    <a:pt x="82" y="95"/>
                    <a:pt x="137" y="1"/>
                    <a:pt x="163" y="4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4" name="Google Shape;5014;p52">
              <a:extLst>
                <a:ext uri="{FF2B5EF4-FFF2-40B4-BE49-F238E27FC236}">
                  <a16:creationId xmlns:a16="http://schemas.microsoft.com/office/drawing/2014/main" id="{D796D0CA-2486-02D3-95A5-826F292895BD}"/>
                </a:ext>
              </a:extLst>
            </p:cNvPr>
            <p:cNvSpPr/>
            <p:nvPr/>
          </p:nvSpPr>
          <p:spPr>
            <a:xfrm>
              <a:off x="3687563" y="4031029"/>
              <a:ext cx="6697" cy="21724"/>
            </a:xfrm>
            <a:custGeom>
              <a:avLst/>
              <a:gdLst/>
              <a:ahLst/>
              <a:cxnLst/>
              <a:rect l="l" t="t" r="r" b="b"/>
              <a:pathLst>
                <a:path w="205" h="665" extrusionOk="0">
                  <a:moveTo>
                    <a:pt x="124" y="30"/>
                  </a:moveTo>
                  <a:cubicBezTo>
                    <a:pt x="124" y="30"/>
                    <a:pt x="205" y="163"/>
                    <a:pt x="205" y="299"/>
                  </a:cubicBezTo>
                  <a:cubicBezTo>
                    <a:pt x="189" y="354"/>
                    <a:pt x="176" y="516"/>
                    <a:pt x="150" y="610"/>
                  </a:cubicBezTo>
                  <a:lnTo>
                    <a:pt x="108" y="665"/>
                  </a:lnTo>
                  <a:lnTo>
                    <a:pt x="43" y="555"/>
                  </a:lnTo>
                  <a:cubicBezTo>
                    <a:pt x="1" y="393"/>
                    <a:pt x="14" y="111"/>
                    <a:pt x="56" y="69"/>
                  </a:cubicBezTo>
                  <a:cubicBezTo>
                    <a:pt x="56" y="69"/>
                    <a:pt x="82" y="1"/>
                    <a:pt x="124" y="3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5" name="Google Shape;5015;p52">
              <a:extLst>
                <a:ext uri="{FF2B5EF4-FFF2-40B4-BE49-F238E27FC236}">
                  <a16:creationId xmlns:a16="http://schemas.microsoft.com/office/drawing/2014/main" id="{F967D0F7-F1C4-35E7-D189-FD22560F3171}"/>
                </a:ext>
              </a:extLst>
            </p:cNvPr>
            <p:cNvSpPr/>
            <p:nvPr/>
          </p:nvSpPr>
          <p:spPr>
            <a:xfrm>
              <a:off x="3729052" y="4025736"/>
              <a:ext cx="7546" cy="22998"/>
            </a:xfrm>
            <a:custGeom>
              <a:avLst/>
              <a:gdLst/>
              <a:ahLst/>
              <a:cxnLst/>
              <a:rect l="l" t="t" r="r" b="b"/>
              <a:pathLst>
                <a:path w="231" h="704" extrusionOk="0">
                  <a:moveTo>
                    <a:pt x="150" y="17"/>
                  </a:moveTo>
                  <a:lnTo>
                    <a:pt x="202" y="56"/>
                  </a:lnTo>
                  <a:cubicBezTo>
                    <a:pt x="215" y="273"/>
                    <a:pt x="231" y="529"/>
                    <a:pt x="231" y="529"/>
                  </a:cubicBezTo>
                  <a:cubicBezTo>
                    <a:pt x="215" y="584"/>
                    <a:pt x="202" y="610"/>
                    <a:pt x="202" y="610"/>
                  </a:cubicBezTo>
                  <a:lnTo>
                    <a:pt x="150" y="704"/>
                  </a:lnTo>
                  <a:lnTo>
                    <a:pt x="82" y="623"/>
                  </a:lnTo>
                  <a:cubicBezTo>
                    <a:pt x="40" y="555"/>
                    <a:pt x="27" y="516"/>
                    <a:pt x="27" y="516"/>
                  </a:cubicBezTo>
                  <a:cubicBezTo>
                    <a:pt x="14" y="367"/>
                    <a:pt x="1" y="150"/>
                    <a:pt x="1" y="150"/>
                  </a:cubicBezTo>
                  <a:cubicBezTo>
                    <a:pt x="1" y="56"/>
                    <a:pt x="14" y="1"/>
                    <a:pt x="150" y="1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6" name="Google Shape;5016;p52">
              <a:extLst>
                <a:ext uri="{FF2B5EF4-FFF2-40B4-BE49-F238E27FC236}">
                  <a16:creationId xmlns:a16="http://schemas.microsoft.com/office/drawing/2014/main" id="{B9490DCE-2F4E-43F1-89EC-FC4B7966EEF8}"/>
                </a:ext>
              </a:extLst>
            </p:cNvPr>
            <p:cNvSpPr/>
            <p:nvPr/>
          </p:nvSpPr>
          <p:spPr>
            <a:xfrm>
              <a:off x="3621834" y="4025736"/>
              <a:ext cx="7546" cy="16432"/>
            </a:xfrm>
            <a:custGeom>
              <a:avLst/>
              <a:gdLst/>
              <a:ahLst/>
              <a:cxnLst/>
              <a:rect l="l" t="t" r="r" b="b"/>
              <a:pathLst>
                <a:path w="231" h="503" extrusionOk="0">
                  <a:moveTo>
                    <a:pt x="192" y="1"/>
                  </a:moveTo>
                  <a:cubicBezTo>
                    <a:pt x="192" y="1"/>
                    <a:pt x="231" y="163"/>
                    <a:pt x="192" y="380"/>
                  </a:cubicBezTo>
                  <a:lnTo>
                    <a:pt x="124" y="503"/>
                  </a:lnTo>
                  <a:lnTo>
                    <a:pt x="30" y="448"/>
                  </a:lnTo>
                  <a:cubicBezTo>
                    <a:pt x="1" y="273"/>
                    <a:pt x="56" y="192"/>
                    <a:pt x="95" y="56"/>
                  </a:cubicBezTo>
                  <a:cubicBezTo>
                    <a:pt x="95" y="56"/>
                    <a:pt x="150" y="1"/>
                    <a:pt x="19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7" name="Google Shape;5017;p52">
              <a:extLst>
                <a:ext uri="{FF2B5EF4-FFF2-40B4-BE49-F238E27FC236}">
                  <a16:creationId xmlns:a16="http://schemas.microsoft.com/office/drawing/2014/main" id="{5CC11FE5-88DC-B7F2-2E00-BFA34EB4D8AD}"/>
                </a:ext>
              </a:extLst>
            </p:cNvPr>
            <p:cNvSpPr/>
            <p:nvPr/>
          </p:nvSpPr>
          <p:spPr>
            <a:xfrm>
              <a:off x="3651889" y="4010807"/>
              <a:ext cx="10617" cy="15484"/>
            </a:xfrm>
            <a:custGeom>
              <a:avLst/>
              <a:gdLst/>
              <a:ahLst/>
              <a:cxnLst/>
              <a:rect l="l" t="t" r="r" b="b"/>
              <a:pathLst>
                <a:path w="325" h="474" extrusionOk="0">
                  <a:moveTo>
                    <a:pt x="257" y="27"/>
                  </a:moveTo>
                  <a:cubicBezTo>
                    <a:pt x="296" y="108"/>
                    <a:pt x="283" y="53"/>
                    <a:pt x="325" y="134"/>
                  </a:cubicBezTo>
                  <a:lnTo>
                    <a:pt x="296" y="377"/>
                  </a:lnTo>
                  <a:lnTo>
                    <a:pt x="270" y="406"/>
                  </a:lnTo>
                  <a:lnTo>
                    <a:pt x="228" y="474"/>
                  </a:lnTo>
                  <a:cubicBezTo>
                    <a:pt x="1" y="283"/>
                    <a:pt x="66" y="445"/>
                    <a:pt x="121" y="163"/>
                  </a:cubicBezTo>
                  <a:lnTo>
                    <a:pt x="176" y="82"/>
                  </a:lnTo>
                  <a:lnTo>
                    <a:pt x="228" y="27"/>
                  </a:lnTo>
                  <a:cubicBezTo>
                    <a:pt x="228" y="27"/>
                    <a:pt x="228" y="1"/>
                    <a:pt x="257" y="2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8" name="Google Shape;5018;p52">
              <a:extLst>
                <a:ext uri="{FF2B5EF4-FFF2-40B4-BE49-F238E27FC236}">
                  <a16:creationId xmlns:a16="http://schemas.microsoft.com/office/drawing/2014/main" id="{B1D0CAA0-EE36-D3A8-88CB-2338744AFEA4}"/>
                </a:ext>
              </a:extLst>
            </p:cNvPr>
            <p:cNvSpPr/>
            <p:nvPr/>
          </p:nvSpPr>
          <p:spPr>
            <a:xfrm>
              <a:off x="3594524" y="4003718"/>
              <a:ext cx="5749" cy="18980"/>
            </a:xfrm>
            <a:custGeom>
              <a:avLst/>
              <a:gdLst/>
              <a:ahLst/>
              <a:cxnLst/>
              <a:rect l="l" t="t" r="r" b="b"/>
              <a:pathLst>
                <a:path w="176" h="581" extrusionOk="0">
                  <a:moveTo>
                    <a:pt x="95" y="27"/>
                  </a:moveTo>
                  <a:lnTo>
                    <a:pt x="163" y="150"/>
                  </a:lnTo>
                  <a:cubicBezTo>
                    <a:pt x="176" y="299"/>
                    <a:pt x="163" y="351"/>
                    <a:pt x="163" y="351"/>
                  </a:cubicBezTo>
                  <a:cubicBezTo>
                    <a:pt x="163" y="419"/>
                    <a:pt x="150" y="513"/>
                    <a:pt x="150" y="513"/>
                  </a:cubicBezTo>
                  <a:lnTo>
                    <a:pt x="82" y="581"/>
                  </a:lnTo>
                  <a:cubicBezTo>
                    <a:pt x="82" y="581"/>
                    <a:pt x="40" y="529"/>
                    <a:pt x="14" y="231"/>
                  </a:cubicBezTo>
                  <a:cubicBezTo>
                    <a:pt x="1" y="82"/>
                    <a:pt x="27" y="95"/>
                    <a:pt x="27" y="95"/>
                  </a:cubicBezTo>
                  <a:cubicBezTo>
                    <a:pt x="27" y="95"/>
                    <a:pt x="56" y="1"/>
                    <a:pt x="95" y="2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9" name="Google Shape;5019;p52">
              <a:extLst>
                <a:ext uri="{FF2B5EF4-FFF2-40B4-BE49-F238E27FC236}">
                  <a16:creationId xmlns:a16="http://schemas.microsoft.com/office/drawing/2014/main" id="{D9F0A64A-41B9-732B-87BC-ADE58C325BE6}"/>
                </a:ext>
              </a:extLst>
            </p:cNvPr>
            <p:cNvSpPr/>
            <p:nvPr/>
          </p:nvSpPr>
          <p:spPr>
            <a:xfrm>
              <a:off x="3707458" y="4001496"/>
              <a:ext cx="6599" cy="19502"/>
            </a:xfrm>
            <a:custGeom>
              <a:avLst/>
              <a:gdLst/>
              <a:ahLst/>
              <a:cxnLst/>
              <a:rect l="l" t="t" r="r" b="b"/>
              <a:pathLst>
                <a:path w="202" h="597" extrusionOk="0">
                  <a:moveTo>
                    <a:pt x="108" y="30"/>
                  </a:moveTo>
                  <a:cubicBezTo>
                    <a:pt x="176" y="111"/>
                    <a:pt x="189" y="111"/>
                    <a:pt x="189" y="111"/>
                  </a:cubicBezTo>
                  <a:cubicBezTo>
                    <a:pt x="189" y="124"/>
                    <a:pt x="202" y="435"/>
                    <a:pt x="202" y="435"/>
                  </a:cubicBezTo>
                  <a:cubicBezTo>
                    <a:pt x="189" y="487"/>
                    <a:pt x="176" y="529"/>
                    <a:pt x="176" y="529"/>
                  </a:cubicBezTo>
                  <a:lnTo>
                    <a:pt x="121" y="597"/>
                  </a:lnTo>
                  <a:lnTo>
                    <a:pt x="14" y="448"/>
                  </a:lnTo>
                  <a:cubicBezTo>
                    <a:pt x="14" y="354"/>
                    <a:pt x="1" y="325"/>
                    <a:pt x="14" y="150"/>
                  </a:cubicBezTo>
                  <a:lnTo>
                    <a:pt x="53" y="56"/>
                  </a:lnTo>
                  <a:cubicBezTo>
                    <a:pt x="95" y="30"/>
                    <a:pt x="82" y="1"/>
                    <a:pt x="108" y="3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0" name="Google Shape;5020;p52">
              <a:extLst>
                <a:ext uri="{FF2B5EF4-FFF2-40B4-BE49-F238E27FC236}">
                  <a16:creationId xmlns:a16="http://schemas.microsoft.com/office/drawing/2014/main" id="{0A7C99F3-2700-274D-F608-21134694BFEE}"/>
                </a:ext>
              </a:extLst>
            </p:cNvPr>
            <p:cNvSpPr/>
            <p:nvPr/>
          </p:nvSpPr>
          <p:spPr>
            <a:xfrm>
              <a:off x="3616117" y="3982124"/>
              <a:ext cx="6697" cy="23847"/>
            </a:xfrm>
            <a:custGeom>
              <a:avLst/>
              <a:gdLst/>
              <a:ahLst/>
              <a:cxnLst/>
              <a:rect l="l" t="t" r="r" b="b"/>
              <a:pathLst>
                <a:path w="205" h="730" extrusionOk="0">
                  <a:moveTo>
                    <a:pt x="137" y="27"/>
                  </a:moveTo>
                  <a:cubicBezTo>
                    <a:pt x="137" y="27"/>
                    <a:pt x="205" y="176"/>
                    <a:pt x="176" y="406"/>
                  </a:cubicBezTo>
                  <a:lnTo>
                    <a:pt x="124" y="607"/>
                  </a:lnTo>
                  <a:lnTo>
                    <a:pt x="43" y="730"/>
                  </a:lnTo>
                  <a:lnTo>
                    <a:pt x="1" y="474"/>
                  </a:lnTo>
                  <a:cubicBezTo>
                    <a:pt x="56" y="14"/>
                    <a:pt x="108" y="1"/>
                    <a:pt x="137" y="2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1" name="Google Shape;5021;p52">
              <a:extLst>
                <a:ext uri="{FF2B5EF4-FFF2-40B4-BE49-F238E27FC236}">
                  <a16:creationId xmlns:a16="http://schemas.microsoft.com/office/drawing/2014/main" id="{6AEF1BC9-00AC-C378-F429-5368D45F60FC}"/>
                </a:ext>
              </a:extLst>
            </p:cNvPr>
            <p:cNvSpPr/>
            <p:nvPr/>
          </p:nvSpPr>
          <p:spPr>
            <a:xfrm>
              <a:off x="3678351" y="3975982"/>
              <a:ext cx="9670" cy="19829"/>
            </a:xfrm>
            <a:custGeom>
              <a:avLst/>
              <a:gdLst/>
              <a:ahLst/>
              <a:cxnLst/>
              <a:rect l="l" t="t" r="r" b="b"/>
              <a:pathLst>
                <a:path w="296" h="607" extrusionOk="0">
                  <a:moveTo>
                    <a:pt x="134" y="95"/>
                  </a:moveTo>
                  <a:cubicBezTo>
                    <a:pt x="296" y="147"/>
                    <a:pt x="215" y="53"/>
                    <a:pt x="215" y="419"/>
                  </a:cubicBezTo>
                  <a:lnTo>
                    <a:pt x="215" y="526"/>
                  </a:lnTo>
                  <a:cubicBezTo>
                    <a:pt x="202" y="581"/>
                    <a:pt x="176" y="607"/>
                    <a:pt x="176" y="607"/>
                  </a:cubicBezTo>
                  <a:lnTo>
                    <a:pt x="82" y="607"/>
                  </a:lnTo>
                  <a:lnTo>
                    <a:pt x="27" y="471"/>
                  </a:lnTo>
                  <a:cubicBezTo>
                    <a:pt x="14" y="1"/>
                    <a:pt x="1" y="176"/>
                    <a:pt x="53" y="108"/>
                  </a:cubicBezTo>
                  <a:cubicBezTo>
                    <a:pt x="53" y="108"/>
                    <a:pt x="108" y="95"/>
                    <a:pt x="134" y="9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2" name="Google Shape;5022;p52">
              <a:extLst>
                <a:ext uri="{FF2B5EF4-FFF2-40B4-BE49-F238E27FC236}">
                  <a16:creationId xmlns:a16="http://schemas.microsoft.com/office/drawing/2014/main" id="{08854819-B3A7-F8FC-A293-651A867EC2E0}"/>
                </a:ext>
              </a:extLst>
            </p:cNvPr>
            <p:cNvSpPr/>
            <p:nvPr/>
          </p:nvSpPr>
          <p:spPr>
            <a:xfrm>
              <a:off x="3713600" y="3965822"/>
              <a:ext cx="11466" cy="20254"/>
            </a:xfrm>
            <a:custGeom>
              <a:avLst/>
              <a:gdLst/>
              <a:ahLst/>
              <a:cxnLst/>
              <a:rect l="l" t="t" r="r" b="b"/>
              <a:pathLst>
                <a:path w="351" h="620" extrusionOk="0">
                  <a:moveTo>
                    <a:pt x="312" y="40"/>
                  </a:moveTo>
                  <a:cubicBezTo>
                    <a:pt x="351" y="296"/>
                    <a:pt x="338" y="325"/>
                    <a:pt x="338" y="393"/>
                  </a:cubicBezTo>
                  <a:cubicBezTo>
                    <a:pt x="351" y="594"/>
                    <a:pt x="338" y="581"/>
                    <a:pt x="338" y="581"/>
                  </a:cubicBezTo>
                  <a:lnTo>
                    <a:pt x="312" y="620"/>
                  </a:lnTo>
                  <a:lnTo>
                    <a:pt x="176" y="594"/>
                  </a:lnTo>
                  <a:cubicBezTo>
                    <a:pt x="176" y="594"/>
                    <a:pt x="150" y="296"/>
                    <a:pt x="121" y="82"/>
                  </a:cubicBezTo>
                  <a:cubicBezTo>
                    <a:pt x="121" y="82"/>
                    <a:pt x="1" y="1"/>
                    <a:pt x="312" y="4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3" name="Google Shape;5023;p52">
              <a:extLst>
                <a:ext uri="{FF2B5EF4-FFF2-40B4-BE49-F238E27FC236}">
                  <a16:creationId xmlns:a16="http://schemas.microsoft.com/office/drawing/2014/main" id="{E4A25D18-A62B-CAEC-3946-BE30473094C3}"/>
                </a:ext>
              </a:extLst>
            </p:cNvPr>
            <p:cNvSpPr/>
            <p:nvPr/>
          </p:nvSpPr>
          <p:spPr>
            <a:xfrm>
              <a:off x="3646597" y="3955663"/>
              <a:ext cx="7024" cy="21626"/>
            </a:xfrm>
            <a:custGeom>
              <a:avLst/>
              <a:gdLst/>
              <a:ahLst/>
              <a:cxnLst/>
              <a:rect l="l" t="t" r="r" b="b"/>
              <a:pathLst>
                <a:path w="215" h="662" extrusionOk="0">
                  <a:moveTo>
                    <a:pt x="163" y="40"/>
                  </a:moveTo>
                  <a:lnTo>
                    <a:pt x="215" y="202"/>
                  </a:lnTo>
                  <a:cubicBezTo>
                    <a:pt x="215" y="283"/>
                    <a:pt x="215" y="218"/>
                    <a:pt x="202" y="338"/>
                  </a:cubicBezTo>
                  <a:lnTo>
                    <a:pt x="189" y="487"/>
                  </a:lnTo>
                  <a:cubicBezTo>
                    <a:pt x="176" y="542"/>
                    <a:pt x="147" y="607"/>
                    <a:pt x="147" y="607"/>
                  </a:cubicBezTo>
                  <a:lnTo>
                    <a:pt x="95" y="662"/>
                  </a:lnTo>
                  <a:lnTo>
                    <a:pt x="27" y="500"/>
                  </a:lnTo>
                  <a:cubicBezTo>
                    <a:pt x="14" y="406"/>
                    <a:pt x="1" y="500"/>
                    <a:pt x="27" y="283"/>
                  </a:cubicBezTo>
                  <a:cubicBezTo>
                    <a:pt x="40" y="121"/>
                    <a:pt x="121" y="1"/>
                    <a:pt x="163" y="4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4" name="Google Shape;5024;p52">
              <a:extLst>
                <a:ext uri="{FF2B5EF4-FFF2-40B4-BE49-F238E27FC236}">
                  <a16:creationId xmlns:a16="http://schemas.microsoft.com/office/drawing/2014/main" id="{FD5E19F1-938B-1015-5B54-CE2BD1DDFB76}"/>
                </a:ext>
              </a:extLst>
            </p:cNvPr>
            <p:cNvSpPr/>
            <p:nvPr/>
          </p:nvSpPr>
          <p:spPr>
            <a:xfrm>
              <a:off x="3693705" y="3941060"/>
              <a:ext cx="7122" cy="22998"/>
            </a:xfrm>
            <a:custGeom>
              <a:avLst/>
              <a:gdLst/>
              <a:ahLst/>
              <a:cxnLst/>
              <a:rect l="l" t="t" r="r" b="b"/>
              <a:pathLst>
                <a:path w="218" h="704" extrusionOk="0">
                  <a:moveTo>
                    <a:pt x="137" y="1"/>
                  </a:moveTo>
                  <a:cubicBezTo>
                    <a:pt x="218" y="43"/>
                    <a:pt x="192" y="69"/>
                    <a:pt x="192" y="69"/>
                  </a:cubicBezTo>
                  <a:lnTo>
                    <a:pt x="192" y="367"/>
                  </a:lnTo>
                  <a:cubicBezTo>
                    <a:pt x="192" y="542"/>
                    <a:pt x="137" y="649"/>
                    <a:pt x="137" y="649"/>
                  </a:cubicBezTo>
                  <a:lnTo>
                    <a:pt x="82" y="704"/>
                  </a:lnTo>
                  <a:lnTo>
                    <a:pt x="30" y="636"/>
                  </a:lnTo>
                  <a:cubicBezTo>
                    <a:pt x="1" y="422"/>
                    <a:pt x="1" y="623"/>
                    <a:pt x="1" y="354"/>
                  </a:cubicBezTo>
                  <a:lnTo>
                    <a:pt x="30" y="69"/>
                  </a:lnTo>
                  <a:lnTo>
                    <a:pt x="43" y="30"/>
                  </a:lnTo>
                  <a:cubicBezTo>
                    <a:pt x="43" y="30"/>
                    <a:pt x="82" y="1"/>
                    <a:pt x="1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5" name="Google Shape;5025;p52">
              <a:extLst>
                <a:ext uri="{FF2B5EF4-FFF2-40B4-BE49-F238E27FC236}">
                  <a16:creationId xmlns:a16="http://schemas.microsoft.com/office/drawing/2014/main" id="{485226D6-9C71-E1F1-3C3D-887C5508AA51}"/>
                </a:ext>
              </a:extLst>
            </p:cNvPr>
            <p:cNvSpPr/>
            <p:nvPr/>
          </p:nvSpPr>
          <p:spPr>
            <a:xfrm>
              <a:off x="3607330" y="3933644"/>
              <a:ext cx="6599" cy="27343"/>
            </a:xfrm>
            <a:custGeom>
              <a:avLst/>
              <a:gdLst/>
              <a:ahLst/>
              <a:cxnLst/>
              <a:rect l="l" t="t" r="r" b="b"/>
              <a:pathLst>
                <a:path w="202" h="837" extrusionOk="0">
                  <a:moveTo>
                    <a:pt x="202" y="108"/>
                  </a:moveTo>
                  <a:cubicBezTo>
                    <a:pt x="202" y="108"/>
                    <a:pt x="202" y="364"/>
                    <a:pt x="150" y="620"/>
                  </a:cubicBezTo>
                  <a:lnTo>
                    <a:pt x="108" y="782"/>
                  </a:lnTo>
                  <a:lnTo>
                    <a:pt x="53" y="837"/>
                  </a:lnTo>
                  <a:lnTo>
                    <a:pt x="1" y="769"/>
                  </a:lnTo>
                  <a:cubicBezTo>
                    <a:pt x="14" y="552"/>
                    <a:pt x="53" y="338"/>
                    <a:pt x="82" y="121"/>
                  </a:cubicBezTo>
                  <a:cubicBezTo>
                    <a:pt x="82" y="121"/>
                    <a:pt x="121" y="1"/>
                    <a:pt x="202" y="10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6" name="Google Shape;5026;p52">
              <a:extLst>
                <a:ext uri="{FF2B5EF4-FFF2-40B4-BE49-F238E27FC236}">
                  <a16:creationId xmlns:a16="http://schemas.microsoft.com/office/drawing/2014/main" id="{653F995F-376F-4DC1-DC1F-0C6A1FC199B0}"/>
                </a:ext>
              </a:extLst>
            </p:cNvPr>
            <p:cNvSpPr/>
            <p:nvPr/>
          </p:nvSpPr>
          <p:spPr>
            <a:xfrm>
              <a:off x="3637711" y="3928352"/>
              <a:ext cx="6697" cy="14112"/>
            </a:xfrm>
            <a:custGeom>
              <a:avLst/>
              <a:gdLst/>
              <a:ahLst/>
              <a:cxnLst/>
              <a:rect l="l" t="t" r="r" b="b"/>
              <a:pathLst>
                <a:path w="205" h="432" extrusionOk="0">
                  <a:moveTo>
                    <a:pt x="124" y="1"/>
                  </a:moveTo>
                  <a:lnTo>
                    <a:pt x="205" y="53"/>
                  </a:lnTo>
                  <a:cubicBezTo>
                    <a:pt x="192" y="189"/>
                    <a:pt x="163" y="338"/>
                    <a:pt x="163" y="338"/>
                  </a:cubicBezTo>
                  <a:cubicBezTo>
                    <a:pt x="137" y="351"/>
                    <a:pt x="124" y="377"/>
                    <a:pt x="124" y="377"/>
                  </a:cubicBezTo>
                  <a:lnTo>
                    <a:pt x="82" y="432"/>
                  </a:lnTo>
                  <a:lnTo>
                    <a:pt x="1" y="309"/>
                  </a:lnTo>
                  <a:cubicBezTo>
                    <a:pt x="14" y="176"/>
                    <a:pt x="1" y="228"/>
                    <a:pt x="30" y="82"/>
                  </a:cubicBezTo>
                  <a:lnTo>
                    <a:pt x="9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7" name="Google Shape;5027;p52">
              <a:extLst>
                <a:ext uri="{FF2B5EF4-FFF2-40B4-BE49-F238E27FC236}">
                  <a16:creationId xmlns:a16="http://schemas.microsoft.com/office/drawing/2014/main" id="{0278F59F-4020-A970-0683-1E7869774D68}"/>
                </a:ext>
              </a:extLst>
            </p:cNvPr>
            <p:cNvSpPr/>
            <p:nvPr/>
          </p:nvSpPr>
          <p:spPr>
            <a:xfrm>
              <a:off x="3668615" y="3923059"/>
              <a:ext cx="5749" cy="25121"/>
            </a:xfrm>
            <a:custGeom>
              <a:avLst/>
              <a:gdLst/>
              <a:ahLst/>
              <a:cxnLst/>
              <a:rect l="l" t="t" r="r" b="b"/>
              <a:pathLst>
                <a:path w="176" h="769" extrusionOk="0">
                  <a:moveTo>
                    <a:pt x="121" y="1"/>
                  </a:moveTo>
                  <a:lnTo>
                    <a:pt x="163" y="95"/>
                  </a:lnTo>
                  <a:cubicBezTo>
                    <a:pt x="163" y="176"/>
                    <a:pt x="176" y="215"/>
                    <a:pt x="176" y="338"/>
                  </a:cubicBezTo>
                  <a:lnTo>
                    <a:pt x="163" y="445"/>
                  </a:lnTo>
                  <a:cubicBezTo>
                    <a:pt x="1" y="769"/>
                    <a:pt x="14" y="419"/>
                    <a:pt x="14" y="419"/>
                  </a:cubicBezTo>
                  <a:cubicBezTo>
                    <a:pt x="14" y="176"/>
                    <a:pt x="27" y="14"/>
                    <a:pt x="27" y="14"/>
                  </a:cubicBezTo>
                  <a:cubicBezTo>
                    <a:pt x="27" y="14"/>
                    <a:pt x="56" y="1"/>
                    <a:pt x="1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8" name="Google Shape;5028;p52">
              <a:extLst>
                <a:ext uri="{FF2B5EF4-FFF2-40B4-BE49-F238E27FC236}">
                  <a16:creationId xmlns:a16="http://schemas.microsoft.com/office/drawing/2014/main" id="{4C36A7BD-EBC5-720E-073F-3405FB1CDD2E}"/>
                </a:ext>
              </a:extLst>
            </p:cNvPr>
            <p:cNvSpPr/>
            <p:nvPr/>
          </p:nvSpPr>
          <p:spPr>
            <a:xfrm>
              <a:off x="3714024" y="3909829"/>
              <a:ext cx="5749" cy="23325"/>
            </a:xfrm>
            <a:custGeom>
              <a:avLst/>
              <a:gdLst/>
              <a:ahLst/>
              <a:cxnLst/>
              <a:rect l="l" t="t" r="r" b="b"/>
              <a:pathLst>
                <a:path w="176" h="714" extrusionOk="0">
                  <a:moveTo>
                    <a:pt x="137" y="40"/>
                  </a:moveTo>
                  <a:lnTo>
                    <a:pt x="176" y="568"/>
                  </a:lnTo>
                  <a:cubicBezTo>
                    <a:pt x="163" y="620"/>
                    <a:pt x="137" y="675"/>
                    <a:pt x="108" y="714"/>
                  </a:cubicBezTo>
                  <a:lnTo>
                    <a:pt x="27" y="552"/>
                  </a:lnTo>
                  <a:cubicBezTo>
                    <a:pt x="14" y="325"/>
                    <a:pt x="1" y="228"/>
                    <a:pt x="1" y="95"/>
                  </a:cubicBezTo>
                  <a:lnTo>
                    <a:pt x="82" y="1"/>
                  </a:lnTo>
                  <a:cubicBezTo>
                    <a:pt x="95" y="14"/>
                    <a:pt x="124" y="27"/>
                    <a:pt x="137" y="4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9" name="Google Shape;5029;p52">
              <a:extLst>
                <a:ext uri="{FF2B5EF4-FFF2-40B4-BE49-F238E27FC236}">
                  <a16:creationId xmlns:a16="http://schemas.microsoft.com/office/drawing/2014/main" id="{27F7BC62-8881-FBE5-B8DD-23306AC13F96}"/>
                </a:ext>
              </a:extLst>
            </p:cNvPr>
            <p:cNvSpPr/>
            <p:nvPr/>
          </p:nvSpPr>
          <p:spPr>
            <a:xfrm>
              <a:off x="3691059" y="3895651"/>
              <a:ext cx="6697" cy="22998"/>
            </a:xfrm>
            <a:custGeom>
              <a:avLst/>
              <a:gdLst/>
              <a:ahLst/>
              <a:cxnLst/>
              <a:rect l="l" t="t" r="r" b="b"/>
              <a:pathLst>
                <a:path w="205" h="704" extrusionOk="0">
                  <a:moveTo>
                    <a:pt x="111" y="56"/>
                  </a:moveTo>
                  <a:lnTo>
                    <a:pt x="179" y="192"/>
                  </a:lnTo>
                  <a:cubicBezTo>
                    <a:pt x="192" y="325"/>
                    <a:pt x="205" y="419"/>
                    <a:pt x="150" y="581"/>
                  </a:cubicBezTo>
                  <a:cubicBezTo>
                    <a:pt x="150" y="581"/>
                    <a:pt x="124" y="649"/>
                    <a:pt x="69" y="704"/>
                  </a:cubicBezTo>
                  <a:lnTo>
                    <a:pt x="1" y="555"/>
                  </a:lnTo>
                  <a:cubicBezTo>
                    <a:pt x="1" y="393"/>
                    <a:pt x="17" y="192"/>
                    <a:pt x="17" y="192"/>
                  </a:cubicBezTo>
                  <a:lnTo>
                    <a:pt x="30" y="150"/>
                  </a:lnTo>
                  <a:cubicBezTo>
                    <a:pt x="30" y="150"/>
                    <a:pt x="69" y="1"/>
                    <a:pt x="111" y="5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0" name="Google Shape;5030;p52">
              <a:extLst>
                <a:ext uri="{FF2B5EF4-FFF2-40B4-BE49-F238E27FC236}">
                  <a16:creationId xmlns:a16="http://schemas.microsoft.com/office/drawing/2014/main" id="{992DCD40-A7C9-490A-F61C-60799DCAEA37}"/>
                </a:ext>
              </a:extLst>
            </p:cNvPr>
            <p:cNvSpPr/>
            <p:nvPr/>
          </p:nvSpPr>
          <p:spPr>
            <a:xfrm>
              <a:off x="3627551" y="3890783"/>
              <a:ext cx="6697" cy="21201"/>
            </a:xfrm>
            <a:custGeom>
              <a:avLst/>
              <a:gdLst/>
              <a:ahLst/>
              <a:cxnLst/>
              <a:rect l="l" t="t" r="r" b="b"/>
              <a:pathLst>
                <a:path w="205" h="649" extrusionOk="0">
                  <a:moveTo>
                    <a:pt x="163" y="30"/>
                  </a:moveTo>
                  <a:cubicBezTo>
                    <a:pt x="163" y="30"/>
                    <a:pt x="205" y="111"/>
                    <a:pt x="192" y="244"/>
                  </a:cubicBezTo>
                  <a:lnTo>
                    <a:pt x="163" y="380"/>
                  </a:lnTo>
                  <a:cubicBezTo>
                    <a:pt x="124" y="529"/>
                    <a:pt x="82" y="610"/>
                    <a:pt x="82" y="610"/>
                  </a:cubicBezTo>
                  <a:lnTo>
                    <a:pt x="30" y="649"/>
                  </a:lnTo>
                  <a:cubicBezTo>
                    <a:pt x="30" y="649"/>
                    <a:pt x="1" y="435"/>
                    <a:pt x="1" y="422"/>
                  </a:cubicBezTo>
                  <a:cubicBezTo>
                    <a:pt x="17" y="286"/>
                    <a:pt x="69" y="111"/>
                    <a:pt x="69" y="111"/>
                  </a:cubicBezTo>
                  <a:cubicBezTo>
                    <a:pt x="98" y="17"/>
                    <a:pt x="82" y="82"/>
                    <a:pt x="137" y="30"/>
                  </a:cubicBezTo>
                  <a:cubicBezTo>
                    <a:pt x="137" y="30"/>
                    <a:pt x="137" y="1"/>
                    <a:pt x="163" y="3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1" name="Google Shape;5031;p52">
              <a:extLst>
                <a:ext uri="{FF2B5EF4-FFF2-40B4-BE49-F238E27FC236}">
                  <a16:creationId xmlns:a16="http://schemas.microsoft.com/office/drawing/2014/main" id="{60D8CA1C-50FA-8E70-0A4B-6993AE02E3A7}"/>
                </a:ext>
              </a:extLst>
            </p:cNvPr>
            <p:cNvSpPr/>
            <p:nvPr/>
          </p:nvSpPr>
          <p:spPr>
            <a:xfrm>
              <a:off x="3661102" y="3877552"/>
              <a:ext cx="10192" cy="25219"/>
            </a:xfrm>
            <a:custGeom>
              <a:avLst/>
              <a:gdLst/>
              <a:ahLst/>
              <a:cxnLst/>
              <a:rect l="l" t="t" r="r" b="b"/>
              <a:pathLst>
                <a:path w="312" h="772" extrusionOk="0">
                  <a:moveTo>
                    <a:pt x="150" y="137"/>
                  </a:moveTo>
                  <a:cubicBezTo>
                    <a:pt x="257" y="299"/>
                    <a:pt x="312" y="1"/>
                    <a:pt x="189" y="568"/>
                  </a:cubicBezTo>
                  <a:cubicBezTo>
                    <a:pt x="176" y="623"/>
                    <a:pt x="137" y="704"/>
                    <a:pt x="137" y="704"/>
                  </a:cubicBezTo>
                  <a:lnTo>
                    <a:pt x="69" y="772"/>
                  </a:lnTo>
                  <a:lnTo>
                    <a:pt x="1" y="542"/>
                  </a:lnTo>
                  <a:cubicBezTo>
                    <a:pt x="1" y="218"/>
                    <a:pt x="56" y="192"/>
                    <a:pt x="56" y="192"/>
                  </a:cubicBezTo>
                  <a:cubicBezTo>
                    <a:pt x="56" y="192"/>
                    <a:pt x="124" y="111"/>
                    <a:pt x="150" y="13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2" name="Google Shape;5032;p52">
              <a:extLst>
                <a:ext uri="{FF2B5EF4-FFF2-40B4-BE49-F238E27FC236}">
                  <a16:creationId xmlns:a16="http://schemas.microsoft.com/office/drawing/2014/main" id="{33B711BA-54D8-6EDE-5210-3FEB4A48459C}"/>
                </a:ext>
              </a:extLst>
            </p:cNvPr>
            <p:cNvSpPr/>
            <p:nvPr/>
          </p:nvSpPr>
          <p:spPr>
            <a:xfrm>
              <a:off x="3692431" y="3851614"/>
              <a:ext cx="7122" cy="22475"/>
            </a:xfrm>
            <a:custGeom>
              <a:avLst/>
              <a:gdLst/>
              <a:ahLst/>
              <a:cxnLst/>
              <a:rect l="l" t="t" r="r" b="b"/>
              <a:pathLst>
                <a:path w="218" h="688" extrusionOk="0">
                  <a:moveTo>
                    <a:pt x="150" y="53"/>
                  </a:moveTo>
                  <a:lnTo>
                    <a:pt x="202" y="163"/>
                  </a:lnTo>
                  <a:cubicBezTo>
                    <a:pt x="218" y="215"/>
                    <a:pt x="202" y="228"/>
                    <a:pt x="202" y="228"/>
                  </a:cubicBezTo>
                  <a:cubicBezTo>
                    <a:pt x="202" y="228"/>
                    <a:pt x="189" y="445"/>
                    <a:pt x="189" y="633"/>
                  </a:cubicBezTo>
                  <a:lnTo>
                    <a:pt x="163" y="688"/>
                  </a:lnTo>
                  <a:lnTo>
                    <a:pt x="40" y="662"/>
                  </a:lnTo>
                  <a:cubicBezTo>
                    <a:pt x="1" y="487"/>
                    <a:pt x="27" y="432"/>
                    <a:pt x="40" y="283"/>
                  </a:cubicBezTo>
                  <a:cubicBezTo>
                    <a:pt x="40" y="283"/>
                    <a:pt x="108" y="1"/>
                    <a:pt x="150" y="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3" name="Google Shape;5033;p52">
              <a:extLst>
                <a:ext uri="{FF2B5EF4-FFF2-40B4-BE49-F238E27FC236}">
                  <a16:creationId xmlns:a16="http://schemas.microsoft.com/office/drawing/2014/main" id="{70B95F36-514C-2DC1-DADE-D2B42EAF36D9}"/>
                </a:ext>
              </a:extLst>
            </p:cNvPr>
            <p:cNvSpPr/>
            <p:nvPr/>
          </p:nvSpPr>
          <p:spPr>
            <a:xfrm>
              <a:off x="3637711" y="3850666"/>
              <a:ext cx="8918" cy="19927"/>
            </a:xfrm>
            <a:custGeom>
              <a:avLst/>
              <a:gdLst/>
              <a:ahLst/>
              <a:cxnLst/>
              <a:rect l="l" t="t" r="r" b="b"/>
              <a:pathLst>
                <a:path w="273" h="610" extrusionOk="0">
                  <a:moveTo>
                    <a:pt x="257" y="30"/>
                  </a:moveTo>
                  <a:lnTo>
                    <a:pt x="273" y="163"/>
                  </a:lnTo>
                  <a:cubicBezTo>
                    <a:pt x="218" y="325"/>
                    <a:pt x="205" y="393"/>
                    <a:pt x="124" y="542"/>
                  </a:cubicBezTo>
                  <a:lnTo>
                    <a:pt x="43" y="610"/>
                  </a:lnTo>
                  <a:cubicBezTo>
                    <a:pt x="43" y="610"/>
                    <a:pt x="1" y="529"/>
                    <a:pt x="30" y="393"/>
                  </a:cubicBezTo>
                  <a:lnTo>
                    <a:pt x="137" y="111"/>
                  </a:lnTo>
                  <a:cubicBezTo>
                    <a:pt x="176" y="30"/>
                    <a:pt x="192" y="43"/>
                    <a:pt x="192" y="43"/>
                  </a:cubicBezTo>
                  <a:cubicBezTo>
                    <a:pt x="192" y="43"/>
                    <a:pt x="244" y="1"/>
                    <a:pt x="257" y="3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4" name="Google Shape;5034;p52">
              <a:extLst>
                <a:ext uri="{FF2B5EF4-FFF2-40B4-BE49-F238E27FC236}">
                  <a16:creationId xmlns:a16="http://schemas.microsoft.com/office/drawing/2014/main" id="{63A82B2A-01E7-30C5-C62D-A11F4C35CDB1}"/>
                </a:ext>
              </a:extLst>
            </p:cNvPr>
            <p:cNvSpPr/>
            <p:nvPr/>
          </p:nvSpPr>
          <p:spPr>
            <a:xfrm>
              <a:off x="3661951" y="3836162"/>
              <a:ext cx="7546" cy="19404"/>
            </a:xfrm>
            <a:custGeom>
              <a:avLst/>
              <a:gdLst/>
              <a:ahLst/>
              <a:cxnLst/>
              <a:rect l="l" t="t" r="r" b="b"/>
              <a:pathLst>
                <a:path w="231" h="594" extrusionOk="0">
                  <a:moveTo>
                    <a:pt x="231" y="40"/>
                  </a:moveTo>
                  <a:cubicBezTo>
                    <a:pt x="231" y="40"/>
                    <a:pt x="218" y="312"/>
                    <a:pt x="163" y="500"/>
                  </a:cubicBezTo>
                  <a:lnTo>
                    <a:pt x="69" y="594"/>
                  </a:lnTo>
                  <a:lnTo>
                    <a:pt x="30" y="500"/>
                  </a:lnTo>
                  <a:cubicBezTo>
                    <a:pt x="1" y="432"/>
                    <a:pt x="17" y="445"/>
                    <a:pt x="43" y="393"/>
                  </a:cubicBezTo>
                  <a:cubicBezTo>
                    <a:pt x="82" y="231"/>
                    <a:pt x="137" y="69"/>
                    <a:pt x="137" y="69"/>
                  </a:cubicBezTo>
                  <a:cubicBezTo>
                    <a:pt x="137" y="69"/>
                    <a:pt x="218" y="1"/>
                    <a:pt x="231" y="4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5" name="Google Shape;5035;p52">
              <a:extLst>
                <a:ext uri="{FF2B5EF4-FFF2-40B4-BE49-F238E27FC236}">
                  <a16:creationId xmlns:a16="http://schemas.microsoft.com/office/drawing/2014/main" id="{D914909D-B4A1-65EE-A3DC-822A6CF70304}"/>
                </a:ext>
              </a:extLst>
            </p:cNvPr>
            <p:cNvSpPr/>
            <p:nvPr/>
          </p:nvSpPr>
          <p:spPr>
            <a:xfrm>
              <a:off x="3680474" y="3821134"/>
              <a:ext cx="4900" cy="19927"/>
            </a:xfrm>
            <a:custGeom>
              <a:avLst/>
              <a:gdLst/>
              <a:ahLst/>
              <a:cxnLst/>
              <a:rect l="l" t="t" r="r" b="b"/>
              <a:pathLst>
                <a:path w="150" h="610" extrusionOk="0">
                  <a:moveTo>
                    <a:pt x="124" y="27"/>
                  </a:moveTo>
                  <a:lnTo>
                    <a:pt x="150" y="137"/>
                  </a:lnTo>
                  <a:cubicBezTo>
                    <a:pt x="137" y="380"/>
                    <a:pt x="124" y="367"/>
                    <a:pt x="124" y="406"/>
                  </a:cubicBezTo>
                  <a:lnTo>
                    <a:pt x="82" y="568"/>
                  </a:lnTo>
                  <a:lnTo>
                    <a:pt x="56" y="610"/>
                  </a:lnTo>
                  <a:lnTo>
                    <a:pt x="17" y="419"/>
                  </a:lnTo>
                  <a:cubicBezTo>
                    <a:pt x="1" y="218"/>
                    <a:pt x="1" y="312"/>
                    <a:pt x="30" y="124"/>
                  </a:cubicBezTo>
                  <a:cubicBezTo>
                    <a:pt x="43" y="27"/>
                    <a:pt x="69" y="43"/>
                    <a:pt x="69" y="43"/>
                  </a:cubicBezTo>
                  <a:cubicBezTo>
                    <a:pt x="69" y="43"/>
                    <a:pt x="98" y="1"/>
                    <a:pt x="124" y="2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6" name="Google Shape;5036;p52">
              <a:extLst>
                <a:ext uri="{FF2B5EF4-FFF2-40B4-BE49-F238E27FC236}">
                  <a16:creationId xmlns:a16="http://schemas.microsoft.com/office/drawing/2014/main" id="{E50DF604-B47D-AE80-B133-463C3810F2DE}"/>
                </a:ext>
              </a:extLst>
            </p:cNvPr>
            <p:cNvSpPr/>
            <p:nvPr/>
          </p:nvSpPr>
          <p:spPr>
            <a:xfrm>
              <a:off x="3664173" y="4253304"/>
              <a:ext cx="37078" cy="89999"/>
            </a:xfrm>
            <a:custGeom>
              <a:avLst/>
              <a:gdLst/>
              <a:ahLst/>
              <a:cxnLst/>
              <a:rect l="l" t="t" r="r" b="b"/>
              <a:pathLst>
                <a:path w="1135" h="2755" extrusionOk="0">
                  <a:moveTo>
                    <a:pt x="1" y="2755"/>
                  </a:moveTo>
                  <a:lnTo>
                    <a:pt x="1" y="568"/>
                  </a:lnTo>
                  <a:cubicBezTo>
                    <a:pt x="1" y="260"/>
                    <a:pt x="257" y="1"/>
                    <a:pt x="568" y="1"/>
                  </a:cubicBezTo>
                  <a:cubicBezTo>
                    <a:pt x="879" y="1"/>
                    <a:pt x="1135" y="260"/>
                    <a:pt x="1135" y="568"/>
                  </a:cubicBezTo>
                  <a:lnTo>
                    <a:pt x="1135" y="2674"/>
                  </a:lnTo>
                  <a:lnTo>
                    <a:pt x="1041" y="2674"/>
                  </a:lnTo>
                  <a:cubicBezTo>
                    <a:pt x="743" y="2674"/>
                    <a:pt x="435" y="2703"/>
                    <a:pt x="137" y="2742"/>
                  </a:cubicBezTo>
                  <a:cubicBezTo>
                    <a:pt x="95" y="2742"/>
                    <a:pt x="43" y="2755"/>
                    <a:pt x="1" y="2755"/>
                  </a:cubicBezTo>
                  <a:close/>
                </a:path>
              </a:pathLst>
            </a:custGeom>
            <a:solidFill>
              <a:srgbClr val="FFD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7" name="Google Shape;5037;p52">
              <a:extLst>
                <a:ext uri="{FF2B5EF4-FFF2-40B4-BE49-F238E27FC236}">
                  <a16:creationId xmlns:a16="http://schemas.microsoft.com/office/drawing/2014/main" id="{1834774A-31F7-59A5-0244-044E2874EA8F}"/>
                </a:ext>
              </a:extLst>
            </p:cNvPr>
            <p:cNvSpPr/>
            <p:nvPr/>
          </p:nvSpPr>
          <p:spPr>
            <a:xfrm>
              <a:off x="3650517" y="4248959"/>
              <a:ext cx="51680" cy="27343"/>
            </a:xfrm>
            <a:custGeom>
              <a:avLst/>
              <a:gdLst/>
              <a:ahLst/>
              <a:cxnLst/>
              <a:rect l="l" t="t" r="r" b="b"/>
              <a:pathLst>
                <a:path w="1582" h="837" extrusionOk="0">
                  <a:moveTo>
                    <a:pt x="176" y="432"/>
                  </a:moveTo>
                  <a:cubicBezTo>
                    <a:pt x="124" y="500"/>
                    <a:pt x="69" y="568"/>
                    <a:pt x="27" y="636"/>
                  </a:cubicBezTo>
                  <a:cubicBezTo>
                    <a:pt x="27" y="649"/>
                    <a:pt x="1" y="701"/>
                    <a:pt x="1" y="701"/>
                  </a:cubicBezTo>
                  <a:cubicBezTo>
                    <a:pt x="108" y="756"/>
                    <a:pt x="286" y="636"/>
                    <a:pt x="351" y="581"/>
                  </a:cubicBezTo>
                  <a:cubicBezTo>
                    <a:pt x="380" y="555"/>
                    <a:pt x="406" y="526"/>
                    <a:pt x="432" y="513"/>
                  </a:cubicBezTo>
                  <a:lnTo>
                    <a:pt x="474" y="474"/>
                  </a:lnTo>
                  <a:cubicBezTo>
                    <a:pt x="448" y="513"/>
                    <a:pt x="419" y="555"/>
                    <a:pt x="406" y="594"/>
                  </a:cubicBezTo>
                  <a:cubicBezTo>
                    <a:pt x="380" y="636"/>
                    <a:pt x="299" y="798"/>
                    <a:pt x="406" y="782"/>
                  </a:cubicBezTo>
                  <a:cubicBezTo>
                    <a:pt x="487" y="782"/>
                    <a:pt x="581" y="717"/>
                    <a:pt x="636" y="662"/>
                  </a:cubicBezTo>
                  <a:cubicBezTo>
                    <a:pt x="649" y="636"/>
                    <a:pt x="675" y="607"/>
                    <a:pt x="691" y="594"/>
                  </a:cubicBezTo>
                  <a:cubicBezTo>
                    <a:pt x="704" y="581"/>
                    <a:pt x="704" y="555"/>
                    <a:pt x="730" y="555"/>
                  </a:cubicBezTo>
                  <a:cubicBezTo>
                    <a:pt x="798" y="594"/>
                    <a:pt x="934" y="837"/>
                    <a:pt x="1015" y="688"/>
                  </a:cubicBezTo>
                  <a:cubicBezTo>
                    <a:pt x="1028" y="662"/>
                    <a:pt x="1028" y="649"/>
                    <a:pt x="1028" y="620"/>
                  </a:cubicBezTo>
                  <a:cubicBezTo>
                    <a:pt x="1041" y="594"/>
                    <a:pt x="1041" y="568"/>
                    <a:pt x="1028" y="539"/>
                  </a:cubicBezTo>
                  <a:cubicBezTo>
                    <a:pt x="1028" y="526"/>
                    <a:pt x="1041" y="555"/>
                    <a:pt x="1054" y="555"/>
                  </a:cubicBezTo>
                  <a:cubicBezTo>
                    <a:pt x="1067" y="568"/>
                    <a:pt x="1067" y="581"/>
                    <a:pt x="1080" y="594"/>
                  </a:cubicBezTo>
                  <a:cubicBezTo>
                    <a:pt x="1122" y="620"/>
                    <a:pt x="1148" y="662"/>
                    <a:pt x="1190" y="675"/>
                  </a:cubicBezTo>
                  <a:cubicBezTo>
                    <a:pt x="1310" y="756"/>
                    <a:pt x="1446" y="756"/>
                    <a:pt x="1540" y="649"/>
                  </a:cubicBezTo>
                  <a:cubicBezTo>
                    <a:pt x="1582" y="581"/>
                    <a:pt x="1553" y="500"/>
                    <a:pt x="1527" y="432"/>
                  </a:cubicBezTo>
                  <a:cubicBezTo>
                    <a:pt x="1446" y="270"/>
                    <a:pt x="1258" y="163"/>
                    <a:pt x="1054" y="108"/>
                  </a:cubicBezTo>
                  <a:cubicBezTo>
                    <a:pt x="675" y="1"/>
                    <a:pt x="325" y="176"/>
                    <a:pt x="108" y="432"/>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8" name="Google Shape;5038;p52">
              <a:extLst>
                <a:ext uri="{FF2B5EF4-FFF2-40B4-BE49-F238E27FC236}">
                  <a16:creationId xmlns:a16="http://schemas.microsoft.com/office/drawing/2014/main" id="{C3D33E79-1076-BF0E-6B13-DFCCCEBAE901}"/>
                </a:ext>
              </a:extLst>
            </p:cNvPr>
            <p:cNvSpPr/>
            <p:nvPr/>
          </p:nvSpPr>
          <p:spPr>
            <a:xfrm>
              <a:off x="3667243" y="4233932"/>
              <a:ext cx="7546" cy="17706"/>
            </a:xfrm>
            <a:custGeom>
              <a:avLst/>
              <a:gdLst/>
              <a:ahLst/>
              <a:cxnLst/>
              <a:rect l="l" t="t" r="r" b="b"/>
              <a:pathLst>
                <a:path w="231" h="542" extrusionOk="0">
                  <a:moveTo>
                    <a:pt x="137" y="27"/>
                  </a:moveTo>
                  <a:lnTo>
                    <a:pt x="205" y="124"/>
                  </a:lnTo>
                  <a:cubicBezTo>
                    <a:pt x="231" y="163"/>
                    <a:pt x="231" y="108"/>
                    <a:pt x="218" y="257"/>
                  </a:cubicBezTo>
                  <a:cubicBezTo>
                    <a:pt x="218" y="257"/>
                    <a:pt x="192" y="448"/>
                    <a:pt x="192" y="474"/>
                  </a:cubicBezTo>
                  <a:lnTo>
                    <a:pt x="137" y="542"/>
                  </a:lnTo>
                  <a:lnTo>
                    <a:pt x="69" y="432"/>
                  </a:lnTo>
                  <a:cubicBezTo>
                    <a:pt x="17" y="231"/>
                    <a:pt x="1" y="286"/>
                    <a:pt x="30" y="150"/>
                  </a:cubicBezTo>
                  <a:cubicBezTo>
                    <a:pt x="30" y="150"/>
                    <a:pt x="98" y="1"/>
                    <a:pt x="137" y="27"/>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9" name="Google Shape;5039;p52">
              <a:extLst>
                <a:ext uri="{FF2B5EF4-FFF2-40B4-BE49-F238E27FC236}">
                  <a16:creationId xmlns:a16="http://schemas.microsoft.com/office/drawing/2014/main" id="{F69FCEBD-7EDD-AFF0-DC03-8807A78E48A3}"/>
                </a:ext>
              </a:extLst>
            </p:cNvPr>
            <p:cNvSpPr/>
            <p:nvPr/>
          </p:nvSpPr>
          <p:spPr>
            <a:xfrm>
              <a:off x="3713175" y="4234781"/>
              <a:ext cx="6599" cy="15909"/>
            </a:xfrm>
            <a:custGeom>
              <a:avLst/>
              <a:gdLst/>
              <a:ahLst/>
              <a:cxnLst/>
              <a:rect l="l" t="t" r="r" b="b"/>
              <a:pathLst>
                <a:path w="202" h="487" extrusionOk="0">
                  <a:moveTo>
                    <a:pt x="163" y="69"/>
                  </a:moveTo>
                  <a:lnTo>
                    <a:pt x="202" y="163"/>
                  </a:lnTo>
                  <a:cubicBezTo>
                    <a:pt x="176" y="273"/>
                    <a:pt x="121" y="448"/>
                    <a:pt x="121" y="448"/>
                  </a:cubicBezTo>
                  <a:lnTo>
                    <a:pt x="40" y="487"/>
                  </a:lnTo>
                  <a:cubicBezTo>
                    <a:pt x="40" y="487"/>
                    <a:pt x="14" y="448"/>
                    <a:pt x="1" y="422"/>
                  </a:cubicBezTo>
                  <a:cubicBezTo>
                    <a:pt x="95" y="1"/>
                    <a:pt x="134" y="69"/>
                    <a:pt x="163" y="69"/>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0" name="Google Shape;5040;p52">
              <a:extLst>
                <a:ext uri="{FF2B5EF4-FFF2-40B4-BE49-F238E27FC236}">
                  <a16:creationId xmlns:a16="http://schemas.microsoft.com/office/drawing/2014/main" id="{794A4592-30FD-EEAD-3140-E42051BD4B84}"/>
                </a:ext>
              </a:extLst>
            </p:cNvPr>
            <p:cNvSpPr/>
            <p:nvPr/>
          </p:nvSpPr>
          <p:spPr>
            <a:xfrm>
              <a:off x="3622782" y="4223772"/>
              <a:ext cx="12316" cy="23423"/>
            </a:xfrm>
            <a:custGeom>
              <a:avLst/>
              <a:gdLst/>
              <a:ahLst/>
              <a:cxnLst/>
              <a:rect l="l" t="t" r="r" b="b"/>
              <a:pathLst>
                <a:path w="377" h="717" extrusionOk="0">
                  <a:moveTo>
                    <a:pt x="163" y="30"/>
                  </a:moveTo>
                  <a:cubicBezTo>
                    <a:pt x="163" y="30"/>
                    <a:pt x="189" y="111"/>
                    <a:pt x="283" y="354"/>
                  </a:cubicBezTo>
                  <a:lnTo>
                    <a:pt x="351" y="568"/>
                  </a:lnTo>
                  <a:cubicBezTo>
                    <a:pt x="351" y="581"/>
                    <a:pt x="364" y="610"/>
                    <a:pt x="377" y="623"/>
                  </a:cubicBezTo>
                  <a:lnTo>
                    <a:pt x="351" y="717"/>
                  </a:lnTo>
                  <a:cubicBezTo>
                    <a:pt x="351" y="717"/>
                    <a:pt x="270" y="717"/>
                    <a:pt x="134" y="529"/>
                  </a:cubicBezTo>
                  <a:lnTo>
                    <a:pt x="95" y="448"/>
                  </a:lnTo>
                  <a:cubicBezTo>
                    <a:pt x="40" y="312"/>
                    <a:pt x="27" y="231"/>
                    <a:pt x="1" y="82"/>
                  </a:cubicBezTo>
                  <a:lnTo>
                    <a:pt x="40" y="43"/>
                  </a:lnTo>
                  <a:cubicBezTo>
                    <a:pt x="40" y="43"/>
                    <a:pt x="121" y="1"/>
                    <a:pt x="163" y="30"/>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1" name="Google Shape;5041;p52">
              <a:extLst>
                <a:ext uri="{FF2B5EF4-FFF2-40B4-BE49-F238E27FC236}">
                  <a16:creationId xmlns:a16="http://schemas.microsoft.com/office/drawing/2014/main" id="{8146F113-69D3-4126-39BA-702EEFB81061}"/>
                </a:ext>
              </a:extLst>
            </p:cNvPr>
            <p:cNvSpPr/>
            <p:nvPr/>
          </p:nvSpPr>
          <p:spPr>
            <a:xfrm>
              <a:off x="3732547" y="4216781"/>
              <a:ext cx="10617" cy="28617"/>
            </a:xfrm>
            <a:custGeom>
              <a:avLst/>
              <a:gdLst/>
              <a:ahLst/>
              <a:cxnLst/>
              <a:rect l="l" t="t" r="r" b="b"/>
              <a:pathLst>
                <a:path w="325" h="876" extrusionOk="0">
                  <a:moveTo>
                    <a:pt x="286" y="27"/>
                  </a:moveTo>
                  <a:cubicBezTo>
                    <a:pt x="312" y="121"/>
                    <a:pt x="325" y="66"/>
                    <a:pt x="312" y="147"/>
                  </a:cubicBezTo>
                  <a:lnTo>
                    <a:pt x="257" y="364"/>
                  </a:lnTo>
                  <a:cubicBezTo>
                    <a:pt x="231" y="513"/>
                    <a:pt x="189" y="633"/>
                    <a:pt x="176" y="649"/>
                  </a:cubicBezTo>
                  <a:cubicBezTo>
                    <a:pt x="163" y="688"/>
                    <a:pt x="124" y="756"/>
                    <a:pt x="124" y="756"/>
                  </a:cubicBezTo>
                  <a:lnTo>
                    <a:pt x="27" y="876"/>
                  </a:lnTo>
                  <a:cubicBezTo>
                    <a:pt x="27" y="876"/>
                    <a:pt x="1" y="743"/>
                    <a:pt x="27" y="594"/>
                  </a:cubicBezTo>
                  <a:lnTo>
                    <a:pt x="205" y="53"/>
                  </a:lnTo>
                  <a:cubicBezTo>
                    <a:pt x="205" y="53"/>
                    <a:pt x="257" y="1"/>
                    <a:pt x="286" y="27"/>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2" name="Google Shape;5042;p52">
              <a:extLst>
                <a:ext uri="{FF2B5EF4-FFF2-40B4-BE49-F238E27FC236}">
                  <a16:creationId xmlns:a16="http://schemas.microsoft.com/office/drawing/2014/main" id="{7BE70B37-E7C8-1B65-71AC-8931C7DA690F}"/>
                </a:ext>
              </a:extLst>
            </p:cNvPr>
            <p:cNvSpPr/>
            <p:nvPr/>
          </p:nvSpPr>
          <p:spPr>
            <a:xfrm>
              <a:off x="3584788" y="4216781"/>
              <a:ext cx="15909" cy="25971"/>
            </a:xfrm>
            <a:custGeom>
              <a:avLst/>
              <a:gdLst/>
              <a:ahLst/>
              <a:cxnLst/>
              <a:rect l="l" t="t" r="r" b="b"/>
              <a:pathLst>
                <a:path w="487" h="795" extrusionOk="0">
                  <a:moveTo>
                    <a:pt x="406" y="782"/>
                  </a:moveTo>
                  <a:cubicBezTo>
                    <a:pt x="312" y="688"/>
                    <a:pt x="192" y="526"/>
                    <a:pt x="176" y="500"/>
                  </a:cubicBezTo>
                  <a:cubicBezTo>
                    <a:pt x="163" y="471"/>
                    <a:pt x="150" y="445"/>
                    <a:pt x="137" y="432"/>
                  </a:cubicBezTo>
                  <a:cubicBezTo>
                    <a:pt x="124" y="390"/>
                    <a:pt x="111" y="364"/>
                    <a:pt x="95" y="338"/>
                  </a:cubicBezTo>
                  <a:cubicBezTo>
                    <a:pt x="43" y="228"/>
                    <a:pt x="1" y="53"/>
                    <a:pt x="1" y="53"/>
                  </a:cubicBezTo>
                  <a:lnTo>
                    <a:pt x="43" y="1"/>
                  </a:lnTo>
                  <a:cubicBezTo>
                    <a:pt x="43" y="1"/>
                    <a:pt x="124" y="1"/>
                    <a:pt x="299" y="351"/>
                  </a:cubicBezTo>
                  <a:cubicBezTo>
                    <a:pt x="461" y="662"/>
                    <a:pt x="312" y="390"/>
                    <a:pt x="487" y="743"/>
                  </a:cubicBezTo>
                  <a:lnTo>
                    <a:pt x="474" y="795"/>
                  </a:lnTo>
                  <a:cubicBezTo>
                    <a:pt x="474" y="795"/>
                    <a:pt x="435" y="795"/>
                    <a:pt x="406" y="782"/>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3" name="Google Shape;5043;p52">
              <a:extLst>
                <a:ext uri="{FF2B5EF4-FFF2-40B4-BE49-F238E27FC236}">
                  <a16:creationId xmlns:a16="http://schemas.microsoft.com/office/drawing/2014/main" id="{40310E0A-8A2F-718C-180E-8AD404933014}"/>
                </a:ext>
              </a:extLst>
            </p:cNvPr>
            <p:cNvSpPr/>
            <p:nvPr/>
          </p:nvSpPr>
          <p:spPr>
            <a:xfrm>
              <a:off x="3696351" y="4202178"/>
              <a:ext cx="7122" cy="23423"/>
            </a:xfrm>
            <a:custGeom>
              <a:avLst/>
              <a:gdLst/>
              <a:ahLst/>
              <a:cxnLst/>
              <a:rect l="l" t="t" r="r" b="b"/>
              <a:pathLst>
                <a:path w="218" h="717" extrusionOk="0">
                  <a:moveTo>
                    <a:pt x="150" y="27"/>
                  </a:moveTo>
                  <a:lnTo>
                    <a:pt x="218" y="189"/>
                  </a:lnTo>
                  <a:lnTo>
                    <a:pt x="218" y="312"/>
                  </a:lnTo>
                  <a:cubicBezTo>
                    <a:pt x="192" y="649"/>
                    <a:pt x="192" y="581"/>
                    <a:pt x="179" y="610"/>
                  </a:cubicBezTo>
                  <a:lnTo>
                    <a:pt x="98" y="717"/>
                  </a:lnTo>
                  <a:lnTo>
                    <a:pt x="30" y="636"/>
                  </a:lnTo>
                  <a:cubicBezTo>
                    <a:pt x="1" y="419"/>
                    <a:pt x="17" y="529"/>
                    <a:pt x="30" y="325"/>
                  </a:cubicBezTo>
                  <a:lnTo>
                    <a:pt x="30" y="205"/>
                  </a:lnTo>
                  <a:cubicBezTo>
                    <a:pt x="56" y="95"/>
                    <a:pt x="98" y="69"/>
                    <a:pt x="98" y="69"/>
                  </a:cubicBezTo>
                  <a:cubicBezTo>
                    <a:pt x="98" y="69"/>
                    <a:pt x="124" y="1"/>
                    <a:pt x="150" y="27"/>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4" name="Google Shape;5044;p52">
              <a:extLst>
                <a:ext uri="{FF2B5EF4-FFF2-40B4-BE49-F238E27FC236}">
                  <a16:creationId xmlns:a16="http://schemas.microsoft.com/office/drawing/2014/main" id="{19313FA2-AF0E-B580-5FAB-B10C4C546AB3}"/>
                </a:ext>
              </a:extLst>
            </p:cNvPr>
            <p:cNvSpPr/>
            <p:nvPr/>
          </p:nvSpPr>
          <p:spPr>
            <a:xfrm>
              <a:off x="3642579" y="4191594"/>
              <a:ext cx="9768" cy="35804"/>
            </a:xfrm>
            <a:custGeom>
              <a:avLst/>
              <a:gdLst/>
              <a:ahLst/>
              <a:cxnLst/>
              <a:rect l="l" t="t" r="r" b="b"/>
              <a:pathLst>
                <a:path w="299" h="1096" extrusionOk="0">
                  <a:moveTo>
                    <a:pt x="95" y="27"/>
                  </a:moveTo>
                  <a:lnTo>
                    <a:pt x="163" y="137"/>
                  </a:lnTo>
                  <a:cubicBezTo>
                    <a:pt x="189" y="286"/>
                    <a:pt x="124" y="43"/>
                    <a:pt x="244" y="594"/>
                  </a:cubicBezTo>
                  <a:cubicBezTo>
                    <a:pt x="286" y="743"/>
                    <a:pt x="299" y="905"/>
                    <a:pt x="299" y="905"/>
                  </a:cubicBezTo>
                  <a:cubicBezTo>
                    <a:pt x="257" y="1096"/>
                    <a:pt x="218" y="973"/>
                    <a:pt x="218" y="973"/>
                  </a:cubicBezTo>
                  <a:cubicBezTo>
                    <a:pt x="1" y="772"/>
                    <a:pt x="82" y="918"/>
                    <a:pt x="14" y="286"/>
                  </a:cubicBezTo>
                  <a:cubicBezTo>
                    <a:pt x="1" y="69"/>
                    <a:pt x="43" y="82"/>
                    <a:pt x="43" y="82"/>
                  </a:cubicBezTo>
                  <a:cubicBezTo>
                    <a:pt x="43" y="82"/>
                    <a:pt x="56" y="1"/>
                    <a:pt x="95" y="27"/>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5" name="Google Shape;5045;p52">
              <a:extLst>
                <a:ext uri="{FF2B5EF4-FFF2-40B4-BE49-F238E27FC236}">
                  <a16:creationId xmlns:a16="http://schemas.microsoft.com/office/drawing/2014/main" id="{E06E581C-095F-208C-C3E6-67126899190B}"/>
                </a:ext>
              </a:extLst>
            </p:cNvPr>
            <p:cNvSpPr/>
            <p:nvPr/>
          </p:nvSpPr>
          <p:spPr>
            <a:xfrm>
              <a:off x="3593674" y="4188523"/>
              <a:ext cx="8396" cy="23847"/>
            </a:xfrm>
            <a:custGeom>
              <a:avLst/>
              <a:gdLst/>
              <a:ahLst/>
              <a:cxnLst/>
              <a:rect l="l" t="t" r="r" b="b"/>
              <a:pathLst>
                <a:path w="257" h="730" extrusionOk="0">
                  <a:moveTo>
                    <a:pt x="134" y="27"/>
                  </a:moveTo>
                  <a:cubicBezTo>
                    <a:pt x="134" y="27"/>
                    <a:pt x="228" y="351"/>
                    <a:pt x="257" y="581"/>
                  </a:cubicBezTo>
                  <a:lnTo>
                    <a:pt x="202" y="730"/>
                  </a:lnTo>
                  <a:lnTo>
                    <a:pt x="134" y="662"/>
                  </a:lnTo>
                  <a:cubicBezTo>
                    <a:pt x="27" y="568"/>
                    <a:pt x="82" y="607"/>
                    <a:pt x="53" y="513"/>
                  </a:cubicBezTo>
                  <a:cubicBezTo>
                    <a:pt x="1" y="283"/>
                    <a:pt x="27" y="27"/>
                    <a:pt x="27" y="27"/>
                  </a:cubicBezTo>
                  <a:cubicBezTo>
                    <a:pt x="27" y="27"/>
                    <a:pt x="82" y="1"/>
                    <a:pt x="134" y="27"/>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6" name="Google Shape;5046;p52">
              <a:extLst>
                <a:ext uri="{FF2B5EF4-FFF2-40B4-BE49-F238E27FC236}">
                  <a16:creationId xmlns:a16="http://schemas.microsoft.com/office/drawing/2014/main" id="{EED6645F-853C-50C7-2C44-D8A1D256FCB4}"/>
                </a:ext>
              </a:extLst>
            </p:cNvPr>
            <p:cNvSpPr/>
            <p:nvPr/>
          </p:nvSpPr>
          <p:spPr>
            <a:xfrm>
              <a:off x="3725034" y="4179212"/>
              <a:ext cx="7971" cy="30936"/>
            </a:xfrm>
            <a:custGeom>
              <a:avLst/>
              <a:gdLst/>
              <a:ahLst/>
              <a:cxnLst/>
              <a:rect l="l" t="t" r="r" b="b"/>
              <a:pathLst>
                <a:path w="244" h="947" extrusionOk="0">
                  <a:moveTo>
                    <a:pt x="163" y="17"/>
                  </a:moveTo>
                  <a:cubicBezTo>
                    <a:pt x="244" y="43"/>
                    <a:pt x="205" y="69"/>
                    <a:pt x="205" y="124"/>
                  </a:cubicBezTo>
                  <a:cubicBezTo>
                    <a:pt x="205" y="312"/>
                    <a:pt x="205" y="516"/>
                    <a:pt x="192" y="704"/>
                  </a:cubicBezTo>
                  <a:lnTo>
                    <a:pt x="150" y="879"/>
                  </a:lnTo>
                  <a:lnTo>
                    <a:pt x="82" y="947"/>
                  </a:lnTo>
                  <a:lnTo>
                    <a:pt x="30" y="866"/>
                  </a:lnTo>
                  <a:cubicBezTo>
                    <a:pt x="1" y="584"/>
                    <a:pt x="56" y="367"/>
                    <a:pt x="95" y="56"/>
                  </a:cubicBezTo>
                  <a:cubicBezTo>
                    <a:pt x="95" y="56"/>
                    <a:pt x="124" y="1"/>
                    <a:pt x="163" y="17"/>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7" name="Google Shape;5047;p52">
              <a:extLst>
                <a:ext uri="{FF2B5EF4-FFF2-40B4-BE49-F238E27FC236}">
                  <a16:creationId xmlns:a16="http://schemas.microsoft.com/office/drawing/2014/main" id="{D0D77CAF-D895-C978-6DBA-EC2B4A449D40}"/>
                </a:ext>
              </a:extLst>
            </p:cNvPr>
            <p:cNvSpPr/>
            <p:nvPr/>
          </p:nvSpPr>
          <p:spPr>
            <a:xfrm>
              <a:off x="3739212" y="3931423"/>
              <a:ext cx="5325" cy="19404"/>
            </a:xfrm>
            <a:custGeom>
              <a:avLst/>
              <a:gdLst/>
              <a:ahLst/>
              <a:cxnLst/>
              <a:rect l="l" t="t" r="r" b="b"/>
              <a:pathLst>
                <a:path w="163" h="594" extrusionOk="0">
                  <a:moveTo>
                    <a:pt x="108" y="69"/>
                  </a:moveTo>
                  <a:cubicBezTo>
                    <a:pt x="108" y="69"/>
                    <a:pt x="147" y="312"/>
                    <a:pt x="163" y="526"/>
                  </a:cubicBezTo>
                  <a:lnTo>
                    <a:pt x="108" y="594"/>
                  </a:lnTo>
                  <a:cubicBezTo>
                    <a:pt x="108" y="594"/>
                    <a:pt x="14" y="296"/>
                    <a:pt x="14" y="108"/>
                  </a:cubicBezTo>
                  <a:cubicBezTo>
                    <a:pt x="1" y="27"/>
                    <a:pt x="40" y="1"/>
                    <a:pt x="108" y="69"/>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8" name="Google Shape;5048;p52">
              <a:extLst>
                <a:ext uri="{FF2B5EF4-FFF2-40B4-BE49-F238E27FC236}">
                  <a16:creationId xmlns:a16="http://schemas.microsoft.com/office/drawing/2014/main" id="{E1B0DA2B-CDF1-0E1D-A927-E0AB98B74E49}"/>
                </a:ext>
              </a:extLst>
            </p:cNvPr>
            <p:cNvSpPr/>
            <p:nvPr/>
          </p:nvSpPr>
          <p:spPr>
            <a:xfrm>
              <a:off x="3727255" y="3881146"/>
              <a:ext cx="9343" cy="22475"/>
            </a:xfrm>
            <a:custGeom>
              <a:avLst/>
              <a:gdLst/>
              <a:ahLst/>
              <a:cxnLst/>
              <a:rect l="l" t="t" r="r" b="b"/>
              <a:pathLst>
                <a:path w="286" h="688" extrusionOk="0">
                  <a:moveTo>
                    <a:pt x="56" y="40"/>
                  </a:moveTo>
                  <a:lnTo>
                    <a:pt x="163" y="150"/>
                  </a:lnTo>
                  <a:cubicBezTo>
                    <a:pt x="218" y="283"/>
                    <a:pt x="270" y="474"/>
                    <a:pt x="270" y="474"/>
                  </a:cubicBezTo>
                  <a:cubicBezTo>
                    <a:pt x="286" y="513"/>
                    <a:pt x="270" y="539"/>
                    <a:pt x="270" y="539"/>
                  </a:cubicBezTo>
                  <a:cubicBezTo>
                    <a:pt x="270" y="539"/>
                    <a:pt x="270" y="688"/>
                    <a:pt x="150" y="526"/>
                  </a:cubicBezTo>
                  <a:lnTo>
                    <a:pt x="1" y="121"/>
                  </a:lnTo>
                  <a:cubicBezTo>
                    <a:pt x="14" y="1"/>
                    <a:pt x="27" y="27"/>
                    <a:pt x="56" y="40"/>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9" name="Google Shape;5049;p52">
              <a:extLst>
                <a:ext uri="{FF2B5EF4-FFF2-40B4-BE49-F238E27FC236}">
                  <a16:creationId xmlns:a16="http://schemas.microsoft.com/office/drawing/2014/main" id="{404571D6-4357-8121-AA02-F81DD750D26A}"/>
                </a:ext>
              </a:extLst>
            </p:cNvPr>
            <p:cNvSpPr/>
            <p:nvPr/>
          </p:nvSpPr>
          <p:spPr>
            <a:xfrm>
              <a:off x="3427817" y="3948574"/>
              <a:ext cx="202408" cy="347615"/>
            </a:xfrm>
            <a:custGeom>
              <a:avLst/>
              <a:gdLst/>
              <a:ahLst/>
              <a:cxnLst/>
              <a:rect l="l" t="t" r="r" b="b"/>
              <a:pathLst>
                <a:path w="6196" h="10641" extrusionOk="0">
                  <a:moveTo>
                    <a:pt x="3066" y="111"/>
                  </a:moveTo>
                  <a:cubicBezTo>
                    <a:pt x="1796" y="1"/>
                    <a:pt x="1122" y="3322"/>
                    <a:pt x="662" y="5279"/>
                  </a:cubicBezTo>
                  <a:cubicBezTo>
                    <a:pt x="1" y="8049"/>
                    <a:pt x="27" y="10641"/>
                    <a:pt x="2538" y="10560"/>
                  </a:cubicBezTo>
                  <a:cubicBezTo>
                    <a:pt x="4077" y="10505"/>
                    <a:pt x="6196" y="10544"/>
                    <a:pt x="5104" y="5457"/>
                  </a:cubicBezTo>
                  <a:cubicBezTo>
                    <a:pt x="4644" y="3283"/>
                    <a:pt x="4375" y="231"/>
                    <a:pt x="3066" y="111"/>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0" name="Google Shape;5050;p52">
              <a:extLst>
                <a:ext uri="{FF2B5EF4-FFF2-40B4-BE49-F238E27FC236}">
                  <a16:creationId xmlns:a16="http://schemas.microsoft.com/office/drawing/2014/main" id="{AD4F3B60-93DC-BC84-EE9B-6C7B11AF3121}"/>
                </a:ext>
              </a:extLst>
            </p:cNvPr>
            <p:cNvSpPr/>
            <p:nvPr/>
          </p:nvSpPr>
          <p:spPr>
            <a:xfrm>
              <a:off x="3518210" y="4216781"/>
              <a:ext cx="4900" cy="18980"/>
            </a:xfrm>
            <a:custGeom>
              <a:avLst/>
              <a:gdLst/>
              <a:ahLst/>
              <a:cxnLst/>
              <a:rect l="l" t="t" r="r" b="b"/>
              <a:pathLst>
                <a:path w="150" h="581" extrusionOk="0">
                  <a:moveTo>
                    <a:pt x="95" y="82"/>
                  </a:moveTo>
                  <a:lnTo>
                    <a:pt x="150" y="147"/>
                  </a:lnTo>
                  <a:cubicBezTo>
                    <a:pt x="150" y="513"/>
                    <a:pt x="150" y="390"/>
                    <a:pt x="124" y="500"/>
                  </a:cubicBezTo>
                  <a:lnTo>
                    <a:pt x="69" y="581"/>
                  </a:lnTo>
                  <a:lnTo>
                    <a:pt x="1" y="419"/>
                  </a:lnTo>
                  <a:cubicBezTo>
                    <a:pt x="14" y="1"/>
                    <a:pt x="82" y="53"/>
                    <a:pt x="95" y="8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1" name="Google Shape;5051;p52">
              <a:extLst>
                <a:ext uri="{FF2B5EF4-FFF2-40B4-BE49-F238E27FC236}">
                  <a16:creationId xmlns:a16="http://schemas.microsoft.com/office/drawing/2014/main" id="{47A7BD14-A167-3356-1525-4ABC9B971C39}"/>
                </a:ext>
              </a:extLst>
            </p:cNvPr>
            <p:cNvSpPr/>
            <p:nvPr/>
          </p:nvSpPr>
          <p:spPr>
            <a:xfrm>
              <a:off x="3547742" y="4213612"/>
              <a:ext cx="6272" cy="20777"/>
            </a:xfrm>
            <a:custGeom>
              <a:avLst/>
              <a:gdLst/>
              <a:ahLst/>
              <a:cxnLst/>
              <a:rect l="l" t="t" r="r" b="b"/>
              <a:pathLst>
                <a:path w="192" h="636" extrusionOk="0">
                  <a:moveTo>
                    <a:pt x="137" y="1"/>
                  </a:moveTo>
                  <a:lnTo>
                    <a:pt x="192" y="69"/>
                  </a:lnTo>
                  <a:cubicBezTo>
                    <a:pt x="176" y="150"/>
                    <a:pt x="176" y="273"/>
                    <a:pt x="176" y="273"/>
                  </a:cubicBezTo>
                  <a:cubicBezTo>
                    <a:pt x="163" y="380"/>
                    <a:pt x="150" y="503"/>
                    <a:pt x="150" y="503"/>
                  </a:cubicBezTo>
                  <a:cubicBezTo>
                    <a:pt x="137" y="542"/>
                    <a:pt x="111" y="597"/>
                    <a:pt x="111" y="597"/>
                  </a:cubicBezTo>
                  <a:lnTo>
                    <a:pt x="69" y="636"/>
                  </a:lnTo>
                  <a:lnTo>
                    <a:pt x="30" y="568"/>
                  </a:lnTo>
                  <a:cubicBezTo>
                    <a:pt x="1" y="406"/>
                    <a:pt x="43" y="273"/>
                    <a:pt x="69" y="69"/>
                  </a:cubicBezTo>
                  <a:lnTo>
                    <a:pt x="1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2" name="Google Shape;5052;p52">
              <a:extLst>
                <a:ext uri="{FF2B5EF4-FFF2-40B4-BE49-F238E27FC236}">
                  <a16:creationId xmlns:a16="http://schemas.microsoft.com/office/drawing/2014/main" id="{3877E831-9C0F-9B9C-D433-C9695B318B57}"/>
                </a:ext>
              </a:extLst>
            </p:cNvPr>
            <p:cNvSpPr/>
            <p:nvPr/>
          </p:nvSpPr>
          <p:spPr>
            <a:xfrm>
              <a:off x="3478518" y="4211913"/>
              <a:ext cx="3103" cy="14537"/>
            </a:xfrm>
            <a:custGeom>
              <a:avLst/>
              <a:gdLst/>
              <a:ahLst/>
              <a:cxnLst/>
              <a:rect l="l" t="t" r="r" b="b"/>
              <a:pathLst>
                <a:path w="95" h="445" extrusionOk="0">
                  <a:moveTo>
                    <a:pt x="69" y="27"/>
                  </a:moveTo>
                  <a:lnTo>
                    <a:pt x="95" y="134"/>
                  </a:lnTo>
                  <a:cubicBezTo>
                    <a:pt x="95" y="189"/>
                    <a:pt x="95" y="244"/>
                    <a:pt x="82" y="296"/>
                  </a:cubicBezTo>
                  <a:lnTo>
                    <a:pt x="82" y="406"/>
                  </a:lnTo>
                  <a:lnTo>
                    <a:pt x="43" y="445"/>
                  </a:lnTo>
                  <a:lnTo>
                    <a:pt x="1" y="406"/>
                  </a:lnTo>
                  <a:cubicBezTo>
                    <a:pt x="14" y="40"/>
                    <a:pt x="1" y="134"/>
                    <a:pt x="43" y="40"/>
                  </a:cubicBezTo>
                  <a:cubicBezTo>
                    <a:pt x="43" y="40"/>
                    <a:pt x="43" y="1"/>
                    <a:pt x="69" y="2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3" name="Google Shape;5053;p52">
              <a:extLst>
                <a:ext uri="{FF2B5EF4-FFF2-40B4-BE49-F238E27FC236}">
                  <a16:creationId xmlns:a16="http://schemas.microsoft.com/office/drawing/2014/main" id="{0552BD4A-AB2D-2469-3885-E06DFADB7F74}"/>
                </a:ext>
              </a:extLst>
            </p:cNvPr>
            <p:cNvSpPr/>
            <p:nvPr/>
          </p:nvSpPr>
          <p:spPr>
            <a:xfrm>
              <a:off x="3445490" y="4207895"/>
              <a:ext cx="4802" cy="18130"/>
            </a:xfrm>
            <a:custGeom>
              <a:avLst/>
              <a:gdLst/>
              <a:ahLst/>
              <a:cxnLst/>
              <a:rect l="l" t="t" r="r" b="b"/>
              <a:pathLst>
                <a:path w="147" h="555" extrusionOk="0">
                  <a:moveTo>
                    <a:pt x="66" y="30"/>
                  </a:moveTo>
                  <a:lnTo>
                    <a:pt x="108" y="111"/>
                  </a:lnTo>
                  <a:cubicBezTo>
                    <a:pt x="121" y="244"/>
                    <a:pt x="121" y="367"/>
                    <a:pt x="147" y="500"/>
                  </a:cubicBezTo>
                  <a:lnTo>
                    <a:pt x="108" y="555"/>
                  </a:lnTo>
                  <a:cubicBezTo>
                    <a:pt x="108" y="555"/>
                    <a:pt x="82" y="529"/>
                    <a:pt x="53" y="529"/>
                  </a:cubicBezTo>
                  <a:cubicBezTo>
                    <a:pt x="1" y="325"/>
                    <a:pt x="1" y="137"/>
                    <a:pt x="14" y="111"/>
                  </a:cubicBezTo>
                  <a:cubicBezTo>
                    <a:pt x="14" y="82"/>
                    <a:pt x="1" y="95"/>
                    <a:pt x="27" y="56"/>
                  </a:cubicBezTo>
                  <a:cubicBezTo>
                    <a:pt x="27" y="56"/>
                    <a:pt x="40" y="1"/>
                    <a:pt x="66" y="3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4" name="Google Shape;5054;p52">
              <a:extLst>
                <a:ext uri="{FF2B5EF4-FFF2-40B4-BE49-F238E27FC236}">
                  <a16:creationId xmlns:a16="http://schemas.microsoft.com/office/drawing/2014/main" id="{DCB56A8E-2EDC-D186-4A63-86CA122B8016}"/>
                </a:ext>
              </a:extLst>
            </p:cNvPr>
            <p:cNvSpPr/>
            <p:nvPr/>
          </p:nvSpPr>
          <p:spPr>
            <a:xfrm>
              <a:off x="3500112" y="4192966"/>
              <a:ext cx="4051" cy="14112"/>
            </a:xfrm>
            <a:custGeom>
              <a:avLst/>
              <a:gdLst/>
              <a:ahLst/>
              <a:cxnLst/>
              <a:rect l="l" t="t" r="r" b="b"/>
              <a:pathLst>
                <a:path w="124" h="432" extrusionOk="0">
                  <a:moveTo>
                    <a:pt x="56" y="1"/>
                  </a:moveTo>
                  <a:lnTo>
                    <a:pt x="124" y="1"/>
                  </a:lnTo>
                  <a:lnTo>
                    <a:pt x="124" y="134"/>
                  </a:lnTo>
                  <a:cubicBezTo>
                    <a:pt x="124" y="325"/>
                    <a:pt x="95" y="351"/>
                    <a:pt x="95" y="351"/>
                  </a:cubicBezTo>
                  <a:lnTo>
                    <a:pt x="43" y="432"/>
                  </a:lnTo>
                  <a:lnTo>
                    <a:pt x="1" y="257"/>
                  </a:lnTo>
                  <a:cubicBezTo>
                    <a:pt x="1" y="163"/>
                    <a:pt x="14" y="14"/>
                    <a:pt x="14" y="14"/>
                  </a:cubicBezTo>
                  <a:cubicBezTo>
                    <a:pt x="14" y="14"/>
                    <a:pt x="30" y="1"/>
                    <a:pt x="5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5" name="Google Shape;5055;p52">
              <a:extLst>
                <a:ext uri="{FF2B5EF4-FFF2-40B4-BE49-F238E27FC236}">
                  <a16:creationId xmlns:a16="http://schemas.microsoft.com/office/drawing/2014/main" id="{D823D4FB-ADE9-5027-59BF-905F7248E068}"/>
                </a:ext>
              </a:extLst>
            </p:cNvPr>
            <p:cNvSpPr/>
            <p:nvPr/>
          </p:nvSpPr>
          <p:spPr>
            <a:xfrm>
              <a:off x="3531016" y="4188948"/>
              <a:ext cx="4475" cy="14635"/>
            </a:xfrm>
            <a:custGeom>
              <a:avLst/>
              <a:gdLst/>
              <a:ahLst/>
              <a:cxnLst/>
              <a:rect l="l" t="t" r="r" b="b"/>
              <a:pathLst>
                <a:path w="137" h="448" extrusionOk="0">
                  <a:moveTo>
                    <a:pt x="82" y="1"/>
                  </a:moveTo>
                  <a:lnTo>
                    <a:pt x="137" y="56"/>
                  </a:lnTo>
                  <a:cubicBezTo>
                    <a:pt x="137" y="218"/>
                    <a:pt x="95" y="406"/>
                    <a:pt x="95" y="406"/>
                  </a:cubicBezTo>
                  <a:lnTo>
                    <a:pt x="56" y="448"/>
                  </a:lnTo>
                  <a:lnTo>
                    <a:pt x="14" y="393"/>
                  </a:lnTo>
                  <a:cubicBezTo>
                    <a:pt x="1" y="367"/>
                    <a:pt x="1" y="351"/>
                    <a:pt x="1" y="351"/>
                  </a:cubicBezTo>
                  <a:cubicBezTo>
                    <a:pt x="14" y="205"/>
                    <a:pt x="40" y="27"/>
                    <a:pt x="40" y="27"/>
                  </a:cubicBezTo>
                  <a:cubicBezTo>
                    <a:pt x="40" y="27"/>
                    <a:pt x="56" y="1"/>
                    <a:pt x="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6" name="Google Shape;5056;p52">
              <a:extLst>
                <a:ext uri="{FF2B5EF4-FFF2-40B4-BE49-F238E27FC236}">
                  <a16:creationId xmlns:a16="http://schemas.microsoft.com/office/drawing/2014/main" id="{B0DF8EB8-1A6B-F964-480A-BFDA46B0C509}"/>
                </a:ext>
              </a:extLst>
            </p:cNvPr>
            <p:cNvSpPr/>
            <p:nvPr/>
          </p:nvSpPr>
          <p:spPr>
            <a:xfrm>
              <a:off x="3456924" y="4187674"/>
              <a:ext cx="3953" cy="15909"/>
            </a:xfrm>
            <a:custGeom>
              <a:avLst/>
              <a:gdLst/>
              <a:ahLst/>
              <a:cxnLst/>
              <a:rect l="l" t="t" r="r" b="b"/>
              <a:pathLst>
                <a:path w="121" h="487" extrusionOk="0">
                  <a:moveTo>
                    <a:pt x="95" y="1"/>
                  </a:moveTo>
                  <a:lnTo>
                    <a:pt x="121" y="66"/>
                  </a:lnTo>
                  <a:lnTo>
                    <a:pt x="121" y="147"/>
                  </a:lnTo>
                  <a:cubicBezTo>
                    <a:pt x="121" y="176"/>
                    <a:pt x="121" y="215"/>
                    <a:pt x="108" y="257"/>
                  </a:cubicBezTo>
                  <a:cubicBezTo>
                    <a:pt x="108" y="338"/>
                    <a:pt x="95" y="390"/>
                    <a:pt x="82" y="445"/>
                  </a:cubicBezTo>
                  <a:lnTo>
                    <a:pt x="40" y="487"/>
                  </a:lnTo>
                  <a:lnTo>
                    <a:pt x="1" y="338"/>
                  </a:lnTo>
                  <a:cubicBezTo>
                    <a:pt x="14" y="270"/>
                    <a:pt x="14" y="176"/>
                    <a:pt x="14" y="176"/>
                  </a:cubicBezTo>
                  <a:cubicBezTo>
                    <a:pt x="14" y="163"/>
                    <a:pt x="27" y="134"/>
                    <a:pt x="27" y="108"/>
                  </a:cubicBezTo>
                  <a:cubicBezTo>
                    <a:pt x="27" y="14"/>
                    <a:pt x="40" y="27"/>
                    <a:pt x="40" y="27"/>
                  </a:cubicBezTo>
                  <a:cubicBezTo>
                    <a:pt x="40" y="27"/>
                    <a:pt x="69" y="1"/>
                    <a:pt x="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7" name="Google Shape;5057;p52">
              <a:extLst>
                <a:ext uri="{FF2B5EF4-FFF2-40B4-BE49-F238E27FC236}">
                  <a16:creationId xmlns:a16="http://schemas.microsoft.com/office/drawing/2014/main" id="{8F7D5035-C976-F628-E99A-33E54B729278}"/>
                </a:ext>
              </a:extLst>
            </p:cNvPr>
            <p:cNvSpPr/>
            <p:nvPr/>
          </p:nvSpPr>
          <p:spPr>
            <a:xfrm>
              <a:off x="3549964" y="4177938"/>
              <a:ext cx="4900" cy="18130"/>
            </a:xfrm>
            <a:custGeom>
              <a:avLst/>
              <a:gdLst/>
              <a:ahLst/>
              <a:cxnLst/>
              <a:rect l="l" t="t" r="r" b="b"/>
              <a:pathLst>
                <a:path w="150" h="555" extrusionOk="0">
                  <a:moveTo>
                    <a:pt x="108" y="27"/>
                  </a:moveTo>
                  <a:cubicBezTo>
                    <a:pt x="108" y="27"/>
                    <a:pt x="150" y="108"/>
                    <a:pt x="150" y="244"/>
                  </a:cubicBezTo>
                  <a:lnTo>
                    <a:pt x="150" y="351"/>
                  </a:lnTo>
                  <a:cubicBezTo>
                    <a:pt x="137" y="419"/>
                    <a:pt x="124" y="487"/>
                    <a:pt x="69" y="555"/>
                  </a:cubicBezTo>
                  <a:lnTo>
                    <a:pt x="27" y="500"/>
                  </a:lnTo>
                  <a:cubicBezTo>
                    <a:pt x="1" y="406"/>
                    <a:pt x="1" y="500"/>
                    <a:pt x="14" y="351"/>
                  </a:cubicBezTo>
                  <a:cubicBezTo>
                    <a:pt x="14" y="351"/>
                    <a:pt x="14" y="189"/>
                    <a:pt x="43" y="69"/>
                  </a:cubicBezTo>
                  <a:cubicBezTo>
                    <a:pt x="43" y="69"/>
                    <a:pt x="82" y="1"/>
                    <a:pt x="108" y="2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8" name="Google Shape;5058;p52">
              <a:extLst>
                <a:ext uri="{FF2B5EF4-FFF2-40B4-BE49-F238E27FC236}">
                  <a16:creationId xmlns:a16="http://schemas.microsoft.com/office/drawing/2014/main" id="{3EF7B380-D81A-EF0F-7469-343BE6F01F26}"/>
                </a:ext>
              </a:extLst>
            </p:cNvPr>
            <p:cNvSpPr/>
            <p:nvPr/>
          </p:nvSpPr>
          <p:spPr>
            <a:xfrm>
              <a:off x="3478093" y="4170000"/>
              <a:ext cx="5749" cy="21201"/>
            </a:xfrm>
            <a:custGeom>
              <a:avLst/>
              <a:gdLst/>
              <a:ahLst/>
              <a:cxnLst/>
              <a:rect l="l" t="t" r="r" b="b"/>
              <a:pathLst>
                <a:path w="176" h="649" extrusionOk="0">
                  <a:moveTo>
                    <a:pt x="137" y="40"/>
                  </a:moveTo>
                  <a:cubicBezTo>
                    <a:pt x="176" y="69"/>
                    <a:pt x="163" y="95"/>
                    <a:pt x="163" y="95"/>
                  </a:cubicBezTo>
                  <a:cubicBezTo>
                    <a:pt x="163" y="121"/>
                    <a:pt x="150" y="150"/>
                    <a:pt x="150" y="163"/>
                  </a:cubicBezTo>
                  <a:cubicBezTo>
                    <a:pt x="137" y="283"/>
                    <a:pt x="121" y="461"/>
                    <a:pt x="121" y="461"/>
                  </a:cubicBezTo>
                  <a:cubicBezTo>
                    <a:pt x="56" y="649"/>
                    <a:pt x="1" y="513"/>
                    <a:pt x="1" y="513"/>
                  </a:cubicBezTo>
                  <a:cubicBezTo>
                    <a:pt x="1" y="419"/>
                    <a:pt x="40" y="270"/>
                    <a:pt x="40" y="270"/>
                  </a:cubicBezTo>
                  <a:cubicBezTo>
                    <a:pt x="56" y="189"/>
                    <a:pt x="69" y="82"/>
                    <a:pt x="69" y="82"/>
                  </a:cubicBezTo>
                  <a:cubicBezTo>
                    <a:pt x="108" y="1"/>
                    <a:pt x="82" y="40"/>
                    <a:pt x="137" y="4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9" name="Google Shape;5059;p52">
              <a:extLst>
                <a:ext uri="{FF2B5EF4-FFF2-40B4-BE49-F238E27FC236}">
                  <a16:creationId xmlns:a16="http://schemas.microsoft.com/office/drawing/2014/main" id="{00D4D6D6-319C-52CE-AF8E-BE4223948CE6}"/>
                </a:ext>
              </a:extLst>
            </p:cNvPr>
            <p:cNvSpPr/>
            <p:nvPr/>
          </p:nvSpPr>
          <p:spPr>
            <a:xfrm>
              <a:off x="3512918" y="4165557"/>
              <a:ext cx="4475" cy="15060"/>
            </a:xfrm>
            <a:custGeom>
              <a:avLst/>
              <a:gdLst/>
              <a:ahLst/>
              <a:cxnLst/>
              <a:rect l="l" t="t" r="r" b="b"/>
              <a:pathLst>
                <a:path w="137" h="461" extrusionOk="0">
                  <a:moveTo>
                    <a:pt x="95" y="1"/>
                  </a:moveTo>
                  <a:lnTo>
                    <a:pt x="137" y="43"/>
                  </a:lnTo>
                  <a:cubicBezTo>
                    <a:pt x="137" y="231"/>
                    <a:pt x="124" y="367"/>
                    <a:pt x="124" y="367"/>
                  </a:cubicBezTo>
                  <a:cubicBezTo>
                    <a:pt x="108" y="419"/>
                    <a:pt x="95" y="419"/>
                    <a:pt x="95" y="419"/>
                  </a:cubicBezTo>
                  <a:lnTo>
                    <a:pt x="56" y="461"/>
                  </a:lnTo>
                  <a:lnTo>
                    <a:pt x="14" y="393"/>
                  </a:lnTo>
                  <a:cubicBezTo>
                    <a:pt x="1" y="286"/>
                    <a:pt x="27" y="163"/>
                    <a:pt x="43" y="43"/>
                  </a:cubicBezTo>
                  <a:cubicBezTo>
                    <a:pt x="43" y="43"/>
                    <a:pt x="69" y="1"/>
                    <a:pt x="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0" name="Google Shape;5060;p52">
              <a:extLst>
                <a:ext uri="{FF2B5EF4-FFF2-40B4-BE49-F238E27FC236}">
                  <a16:creationId xmlns:a16="http://schemas.microsoft.com/office/drawing/2014/main" id="{3D64B176-BB30-B00E-4F38-F61CCDD4C584}"/>
                </a:ext>
              </a:extLst>
            </p:cNvPr>
            <p:cNvSpPr/>
            <p:nvPr/>
          </p:nvSpPr>
          <p:spPr>
            <a:xfrm>
              <a:off x="3446340" y="4159415"/>
              <a:ext cx="3528" cy="15484"/>
            </a:xfrm>
            <a:custGeom>
              <a:avLst/>
              <a:gdLst/>
              <a:ahLst/>
              <a:cxnLst/>
              <a:rect l="l" t="t" r="r" b="b"/>
              <a:pathLst>
                <a:path w="108" h="474" extrusionOk="0">
                  <a:moveTo>
                    <a:pt x="108" y="27"/>
                  </a:moveTo>
                  <a:lnTo>
                    <a:pt x="95" y="393"/>
                  </a:lnTo>
                  <a:cubicBezTo>
                    <a:pt x="82" y="419"/>
                    <a:pt x="69" y="445"/>
                    <a:pt x="69" y="445"/>
                  </a:cubicBezTo>
                  <a:lnTo>
                    <a:pt x="40" y="474"/>
                  </a:lnTo>
                  <a:lnTo>
                    <a:pt x="1" y="364"/>
                  </a:lnTo>
                  <a:cubicBezTo>
                    <a:pt x="14" y="257"/>
                    <a:pt x="40" y="95"/>
                    <a:pt x="40" y="95"/>
                  </a:cubicBezTo>
                  <a:cubicBezTo>
                    <a:pt x="69" y="40"/>
                    <a:pt x="69" y="56"/>
                    <a:pt x="69" y="56"/>
                  </a:cubicBezTo>
                  <a:cubicBezTo>
                    <a:pt x="69" y="56"/>
                    <a:pt x="82" y="1"/>
                    <a:pt x="108" y="2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1" name="Google Shape;5061;p52">
              <a:extLst>
                <a:ext uri="{FF2B5EF4-FFF2-40B4-BE49-F238E27FC236}">
                  <a16:creationId xmlns:a16="http://schemas.microsoft.com/office/drawing/2014/main" id="{FF7DB2DF-4C96-CCB5-07A1-1F076DB2C169}"/>
                </a:ext>
              </a:extLst>
            </p:cNvPr>
            <p:cNvSpPr/>
            <p:nvPr/>
          </p:nvSpPr>
          <p:spPr>
            <a:xfrm>
              <a:off x="3563619" y="4157619"/>
              <a:ext cx="5749" cy="14635"/>
            </a:xfrm>
            <a:custGeom>
              <a:avLst/>
              <a:gdLst/>
              <a:ahLst/>
              <a:cxnLst/>
              <a:rect l="l" t="t" r="r" b="b"/>
              <a:pathLst>
                <a:path w="176" h="448" extrusionOk="0">
                  <a:moveTo>
                    <a:pt x="95" y="43"/>
                  </a:moveTo>
                  <a:cubicBezTo>
                    <a:pt x="176" y="137"/>
                    <a:pt x="163" y="14"/>
                    <a:pt x="163" y="205"/>
                  </a:cubicBezTo>
                  <a:lnTo>
                    <a:pt x="137" y="380"/>
                  </a:lnTo>
                  <a:lnTo>
                    <a:pt x="82" y="448"/>
                  </a:lnTo>
                  <a:lnTo>
                    <a:pt x="43" y="380"/>
                  </a:lnTo>
                  <a:lnTo>
                    <a:pt x="14" y="338"/>
                  </a:lnTo>
                  <a:cubicBezTo>
                    <a:pt x="1" y="124"/>
                    <a:pt x="1" y="176"/>
                    <a:pt x="1" y="124"/>
                  </a:cubicBezTo>
                  <a:cubicBezTo>
                    <a:pt x="1" y="124"/>
                    <a:pt x="56" y="1"/>
                    <a:pt x="95" y="4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2" name="Google Shape;5062;p52">
              <a:extLst>
                <a:ext uri="{FF2B5EF4-FFF2-40B4-BE49-F238E27FC236}">
                  <a16:creationId xmlns:a16="http://schemas.microsoft.com/office/drawing/2014/main" id="{C567E6BF-11E2-15F2-B2E9-19365D0DCA73}"/>
                </a:ext>
              </a:extLst>
            </p:cNvPr>
            <p:cNvSpPr/>
            <p:nvPr/>
          </p:nvSpPr>
          <p:spPr>
            <a:xfrm>
              <a:off x="3537583" y="4154123"/>
              <a:ext cx="4900" cy="19404"/>
            </a:xfrm>
            <a:custGeom>
              <a:avLst/>
              <a:gdLst/>
              <a:ahLst/>
              <a:cxnLst/>
              <a:rect l="l" t="t" r="r" b="b"/>
              <a:pathLst>
                <a:path w="150" h="594" extrusionOk="0">
                  <a:moveTo>
                    <a:pt x="98" y="95"/>
                  </a:moveTo>
                  <a:cubicBezTo>
                    <a:pt x="150" y="108"/>
                    <a:pt x="150" y="137"/>
                    <a:pt x="150" y="137"/>
                  </a:cubicBezTo>
                  <a:cubicBezTo>
                    <a:pt x="150" y="202"/>
                    <a:pt x="98" y="487"/>
                    <a:pt x="98" y="487"/>
                  </a:cubicBezTo>
                  <a:cubicBezTo>
                    <a:pt x="30" y="594"/>
                    <a:pt x="30" y="500"/>
                    <a:pt x="30" y="500"/>
                  </a:cubicBezTo>
                  <a:cubicBezTo>
                    <a:pt x="1" y="461"/>
                    <a:pt x="1" y="500"/>
                    <a:pt x="1" y="419"/>
                  </a:cubicBezTo>
                  <a:cubicBezTo>
                    <a:pt x="1" y="393"/>
                    <a:pt x="17" y="244"/>
                    <a:pt x="17" y="244"/>
                  </a:cubicBezTo>
                  <a:cubicBezTo>
                    <a:pt x="30" y="1"/>
                    <a:pt x="56" y="82"/>
                    <a:pt x="98" y="9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3" name="Google Shape;5063;p52">
              <a:extLst>
                <a:ext uri="{FF2B5EF4-FFF2-40B4-BE49-F238E27FC236}">
                  <a16:creationId xmlns:a16="http://schemas.microsoft.com/office/drawing/2014/main" id="{28C06B4F-1AB8-D64B-F5EA-2677DFB5F1D8}"/>
                </a:ext>
              </a:extLst>
            </p:cNvPr>
            <p:cNvSpPr/>
            <p:nvPr/>
          </p:nvSpPr>
          <p:spPr>
            <a:xfrm>
              <a:off x="3463491" y="4148831"/>
              <a:ext cx="4900" cy="18980"/>
            </a:xfrm>
            <a:custGeom>
              <a:avLst/>
              <a:gdLst/>
              <a:ahLst/>
              <a:cxnLst/>
              <a:rect l="l" t="t" r="r" b="b"/>
              <a:pathLst>
                <a:path w="150" h="581" extrusionOk="0">
                  <a:moveTo>
                    <a:pt x="137" y="69"/>
                  </a:moveTo>
                  <a:lnTo>
                    <a:pt x="150" y="270"/>
                  </a:lnTo>
                  <a:cubicBezTo>
                    <a:pt x="150" y="325"/>
                    <a:pt x="137" y="406"/>
                    <a:pt x="137" y="406"/>
                  </a:cubicBezTo>
                  <a:cubicBezTo>
                    <a:pt x="1" y="581"/>
                    <a:pt x="30" y="393"/>
                    <a:pt x="30" y="393"/>
                  </a:cubicBezTo>
                  <a:cubicBezTo>
                    <a:pt x="30" y="364"/>
                    <a:pt x="30" y="325"/>
                    <a:pt x="43" y="283"/>
                  </a:cubicBezTo>
                  <a:cubicBezTo>
                    <a:pt x="82" y="1"/>
                    <a:pt x="98" y="95"/>
                    <a:pt x="111" y="69"/>
                  </a:cubicBezTo>
                  <a:cubicBezTo>
                    <a:pt x="111" y="69"/>
                    <a:pt x="111" y="56"/>
                    <a:pt x="137" y="6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4" name="Google Shape;5064;p52">
              <a:extLst>
                <a:ext uri="{FF2B5EF4-FFF2-40B4-BE49-F238E27FC236}">
                  <a16:creationId xmlns:a16="http://schemas.microsoft.com/office/drawing/2014/main" id="{9A0E711C-B85D-9C6E-1E2D-19B4D69B1CBF}"/>
                </a:ext>
              </a:extLst>
            </p:cNvPr>
            <p:cNvSpPr/>
            <p:nvPr/>
          </p:nvSpPr>
          <p:spPr>
            <a:xfrm>
              <a:off x="3487829" y="4140892"/>
              <a:ext cx="4377" cy="15909"/>
            </a:xfrm>
            <a:custGeom>
              <a:avLst/>
              <a:gdLst/>
              <a:ahLst/>
              <a:cxnLst/>
              <a:rect l="l" t="t" r="r" b="b"/>
              <a:pathLst>
                <a:path w="134" h="487" extrusionOk="0">
                  <a:moveTo>
                    <a:pt x="95" y="27"/>
                  </a:moveTo>
                  <a:cubicBezTo>
                    <a:pt x="95" y="27"/>
                    <a:pt x="134" y="121"/>
                    <a:pt x="134" y="137"/>
                  </a:cubicBezTo>
                  <a:cubicBezTo>
                    <a:pt x="134" y="244"/>
                    <a:pt x="108" y="393"/>
                    <a:pt x="108" y="393"/>
                  </a:cubicBezTo>
                  <a:cubicBezTo>
                    <a:pt x="108" y="445"/>
                    <a:pt x="95" y="461"/>
                    <a:pt x="95" y="461"/>
                  </a:cubicBezTo>
                  <a:lnTo>
                    <a:pt x="82" y="487"/>
                  </a:lnTo>
                  <a:lnTo>
                    <a:pt x="14" y="487"/>
                  </a:lnTo>
                  <a:lnTo>
                    <a:pt x="1" y="380"/>
                  </a:lnTo>
                  <a:cubicBezTo>
                    <a:pt x="27" y="244"/>
                    <a:pt x="40" y="56"/>
                    <a:pt x="40" y="56"/>
                  </a:cubicBezTo>
                  <a:cubicBezTo>
                    <a:pt x="40" y="56"/>
                    <a:pt x="66" y="1"/>
                    <a:pt x="95" y="2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5" name="Google Shape;5065;p52">
              <a:extLst>
                <a:ext uri="{FF2B5EF4-FFF2-40B4-BE49-F238E27FC236}">
                  <a16:creationId xmlns:a16="http://schemas.microsoft.com/office/drawing/2014/main" id="{BB5DC6E5-3EF0-D029-20D6-248E0E5AB55D}"/>
                </a:ext>
              </a:extLst>
            </p:cNvPr>
            <p:cNvSpPr/>
            <p:nvPr/>
          </p:nvSpPr>
          <p:spPr>
            <a:xfrm>
              <a:off x="3549964" y="4134751"/>
              <a:ext cx="4900" cy="16758"/>
            </a:xfrm>
            <a:custGeom>
              <a:avLst/>
              <a:gdLst/>
              <a:ahLst/>
              <a:cxnLst/>
              <a:rect l="l" t="t" r="r" b="b"/>
              <a:pathLst>
                <a:path w="150" h="513" extrusionOk="0">
                  <a:moveTo>
                    <a:pt x="95" y="14"/>
                  </a:moveTo>
                  <a:lnTo>
                    <a:pt x="137" y="27"/>
                  </a:lnTo>
                  <a:lnTo>
                    <a:pt x="150" y="390"/>
                  </a:lnTo>
                  <a:lnTo>
                    <a:pt x="82" y="513"/>
                  </a:lnTo>
                  <a:cubicBezTo>
                    <a:pt x="1" y="406"/>
                    <a:pt x="14" y="419"/>
                    <a:pt x="14" y="419"/>
                  </a:cubicBezTo>
                  <a:lnTo>
                    <a:pt x="1" y="338"/>
                  </a:lnTo>
                  <a:lnTo>
                    <a:pt x="1" y="40"/>
                  </a:lnTo>
                  <a:cubicBezTo>
                    <a:pt x="56" y="1"/>
                    <a:pt x="69" y="14"/>
                    <a:pt x="95" y="14"/>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6" name="Google Shape;5066;p52">
              <a:extLst>
                <a:ext uri="{FF2B5EF4-FFF2-40B4-BE49-F238E27FC236}">
                  <a16:creationId xmlns:a16="http://schemas.microsoft.com/office/drawing/2014/main" id="{BB0CEF61-A66F-0ABD-A6BF-EE3E263D983D}"/>
                </a:ext>
              </a:extLst>
            </p:cNvPr>
            <p:cNvSpPr/>
            <p:nvPr/>
          </p:nvSpPr>
          <p:spPr>
            <a:xfrm>
              <a:off x="3508475" y="4129883"/>
              <a:ext cx="5325" cy="16758"/>
            </a:xfrm>
            <a:custGeom>
              <a:avLst/>
              <a:gdLst/>
              <a:ahLst/>
              <a:cxnLst/>
              <a:rect l="l" t="t" r="r" b="b"/>
              <a:pathLst>
                <a:path w="163" h="513" extrusionOk="0">
                  <a:moveTo>
                    <a:pt x="124" y="40"/>
                  </a:moveTo>
                  <a:lnTo>
                    <a:pt x="163" y="176"/>
                  </a:lnTo>
                  <a:cubicBezTo>
                    <a:pt x="124" y="458"/>
                    <a:pt x="137" y="393"/>
                    <a:pt x="111" y="432"/>
                  </a:cubicBezTo>
                  <a:lnTo>
                    <a:pt x="56" y="513"/>
                  </a:lnTo>
                  <a:lnTo>
                    <a:pt x="17" y="458"/>
                  </a:lnTo>
                  <a:cubicBezTo>
                    <a:pt x="1" y="406"/>
                    <a:pt x="1" y="393"/>
                    <a:pt x="1" y="393"/>
                  </a:cubicBezTo>
                  <a:cubicBezTo>
                    <a:pt x="1" y="296"/>
                    <a:pt x="1" y="244"/>
                    <a:pt x="30" y="108"/>
                  </a:cubicBezTo>
                  <a:cubicBezTo>
                    <a:pt x="30" y="108"/>
                    <a:pt x="98" y="1"/>
                    <a:pt x="124" y="4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7" name="Google Shape;5067;p52">
              <a:extLst>
                <a:ext uri="{FF2B5EF4-FFF2-40B4-BE49-F238E27FC236}">
                  <a16:creationId xmlns:a16="http://schemas.microsoft.com/office/drawing/2014/main" id="{F809DD60-85D7-7642-E017-7CDEEE695CCB}"/>
                </a:ext>
              </a:extLst>
            </p:cNvPr>
            <p:cNvSpPr/>
            <p:nvPr/>
          </p:nvSpPr>
          <p:spPr>
            <a:xfrm>
              <a:off x="3461367" y="4117927"/>
              <a:ext cx="4802" cy="14635"/>
            </a:xfrm>
            <a:custGeom>
              <a:avLst/>
              <a:gdLst/>
              <a:ahLst/>
              <a:cxnLst/>
              <a:rect l="l" t="t" r="r" b="b"/>
              <a:pathLst>
                <a:path w="147" h="448" extrusionOk="0">
                  <a:moveTo>
                    <a:pt x="121" y="30"/>
                  </a:moveTo>
                  <a:lnTo>
                    <a:pt x="147" y="111"/>
                  </a:lnTo>
                  <a:cubicBezTo>
                    <a:pt x="121" y="244"/>
                    <a:pt x="82" y="406"/>
                    <a:pt x="82" y="406"/>
                  </a:cubicBezTo>
                  <a:lnTo>
                    <a:pt x="40" y="448"/>
                  </a:lnTo>
                  <a:cubicBezTo>
                    <a:pt x="40" y="448"/>
                    <a:pt x="1" y="325"/>
                    <a:pt x="1" y="312"/>
                  </a:cubicBezTo>
                  <a:cubicBezTo>
                    <a:pt x="14" y="286"/>
                    <a:pt x="14" y="273"/>
                    <a:pt x="14" y="244"/>
                  </a:cubicBezTo>
                  <a:cubicBezTo>
                    <a:pt x="40" y="150"/>
                    <a:pt x="66" y="69"/>
                    <a:pt x="66" y="69"/>
                  </a:cubicBezTo>
                  <a:cubicBezTo>
                    <a:pt x="66" y="69"/>
                    <a:pt x="108" y="1"/>
                    <a:pt x="121" y="3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8" name="Google Shape;5068;p52">
              <a:extLst>
                <a:ext uri="{FF2B5EF4-FFF2-40B4-BE49-F238E27FC236}">
                  <a16:creationId xmlns:a16="http://schemas.microsoft.com/office/drawing/2014/main" id="{936598D3-9376-61A7-3AD3-7B1DC114FFDC}"/>
                </a:ext>
              </a:extLst>
            </p:cNvPr>
            <p:cNvSpPr/>
            <p:nvPr/>
          </p:nvSpPr>
          <p:spPr>
            <a:xfrm>
              <a:off x="3531866" y="4112634"/>
              <a:ext cx="4900" cy="16334"/>
            </a:xfrm>
            <a:custGeom>
              <a:avLst/>
              <a:gdLst/>
              <a:ahLst/>
              <a:cxnLst/>
              <a:rect l="l" t="t" r="r" b="b"/>
              <a:pathLst>
                <a:path w="150" h="500" extrusionOk="0">
                  <a:moveTo>
                    <a:pt x="95" y="30"/>
                  </a:moveTo>
                  <a:cubicBezTo>
                    <a:pt x="95" y="30"/>
                    <a:pt x="150" y="124"/>
                    <a:pt x="150" y="231"/>
                  </a:cubicBezTo>
                  <a:cubicBezTo>
                    <a:pt x="150" y="273"/>
                    <a:pt x="137" y="380"/>
                    <a:pt x="124" y="448"/>
                  </a:cubicBezTo>
                  <a:lnTo>
                    <a:pt x="82" y="500"/>
                  </a:lnTo>
                  <a:lnTo>
                    <a:pt x="43" y="419"/>
                  </a:lnTo>
                  <a:cubicBezTo>
                    <a:pt x="1" y="299"/>
                    <a:pt x="30" y="95"/>
                    <a:pt x="56" y="56"/>
                  </a:cubicBezTo>
                  <a:cubicBezTo>
                    <a:pt x="56" y="56"/>
                    <a:pt x="69" y="1"/>
                    <a:pt x="95" y="3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9" name="Google Shape;5069;p52">
              <a:extLst>
                <a:ext uri="{FF2B5EF4-FFF2-40B4-BE49-F238E27FC236}">
                  <a16:creationId xmlns:a16="http://schemas.microsoft.com/office/drawing/2014/main" id="{15ADC076-FAAA-85B7-D8C5-98C7C5B4CBFB}"/>
                </a:ext>
              </a:extLst>
            </p:cNvPr>
            <p:cNvSpPr/>
            <p:nvPr/>
          </p:nvSpPr>
          <p:spPr>
            <a:xfrm>
              <a:off x="3562770" y="4109139"/>
              <a:ext cx="5325" cy="16758"/>
            </a:xfrm>
            <a:custGeom>
              <a:avLst/>
              <a:gdLst/>
              <a:ahLst/>
              <a:cxnLst/>
              <a:rect l="l" t="t" r="r" b="b"/>
              <a:pathLst>
                <a:path w="163" h="513" extrusionOk="0">
                  <a:moveTo>
                    <a:pt x="108" y="14"/>
                  </a:moveTo>
                  <a:lnTo>
                    <a:pt x="150" y="40"/>
                  </a:lnTo>
                  <a:cubicBezTo>
                    <a:pt x="163" y="202"/>
                    <a:pt x="163" y="380"/>
                    <a:pt x="163" y="380"/>
                  </a:cubicBezTo>
                  <a:cubicBezTo>
                    <a:pt x="163" y="419"/>
                    <a:pt x="150" y="445"/>
                    <a:pt x="150" y="445"/>
                  </a:cubicBezTo>
                  <a:lnTo>
                    <a:pt x="108" y="513"/>
                  </a:lnTo>
                  <a:lnTo>
                    <a:pt x="56" y="461"/>
                  </a:lnTo>
                  <a:cubicBezTo>
                    <a:pt x="27" y="406"/>
                    <a:pt x="27" y="380"/>
                    <a:pt x="27" y="380"/>
                  </a:cubicBezTo>
                  <a:cubicBezTo>
                    <a:pt x="14" y="270"/>
                    <a:pt x="1" y="108"/>
                    <a:pt x="1" y="108"/>
                  </a:cubicBezTo>
                  <a:cubicBezTo>
                    <a:pt x="1" y="40"/>
                    <a:pt x="14" y="1"/>
                    <a:pt x="108" y="14"/>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0" name="Google Shape;5070;p52">
              <a:extLst>
                <a:ext uri="{FF2B5EF4-FFF2-40B4-BE49-F238E27FC236}">
                  <a16:creationId xmlns:a16="http://schemas.microsoft.com/office/drawing/2014/main" id="{45158839-2216-58E8-6B0A-D55F26130C35}"/>
                </a:ext>
              </a:extLst>
            </p:cNvPr>
            <p:cNvSpPr/>
            <p:nvPr/>
          </p:nvSpPr>
          <p:spPr>
            <a:xfrm>
              <a:off x="3483810" y="4109139"/>
              <a:ext cx="5325" cy="11891"/>
            </a:xfrm>
            <a:custGeom>
              <a:avLst/>
              <a:gdLst/>
              <a:ahLst/>
              <a:cxnLst/>
              <a:rect l="l" t="t" r="r" b="b"/>
              <a:pathLst>
                <a:path w="163" h="364" extrusionOk="0">
                  <a:moveTo>
                    <a:pt x="137" y="1"/>
                  </a:moveTo>
                  <a:cubicBezTo>
                    <a:pt x="137" y="1"/>
                    <a:pt x="163" y="121"/>
                    <a:pt x="137" y="283"/>
                  </a:cubicBezTo>
                  <a:lnTo>
                    <a:pt x="82" y="364"/>
                  </a:lnTo>
                  <a:lnTo>
                    <a:pt x="14" y="325"/>
                  </a:lnTo>
                  <a:cubicBezTo>
                    <a:pt x="1" y="189"/>
                    <a:pt x="43" y="137"/>
                    <a:pt x="69" y="27"/>
                  </a:cubicBezTo>
                  <a:cubicBezTo>
                    <a:pt x="69" y="27"/>
                    <a:pt x="108" y="1"/>
                    <a:pt x="1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1" name="Google Shape;5071;p52">
              <a:extLst>
                <a:ext uri="{FF2B5EF4-FFF2-40B4-BE49-F238E27FC236}">
                  <a16:creationId xmlns:a16="http://schemas.microsoft.com/office/drawing/2014/main" id="{DC60DB17-B166-8FEF-8015-28DDBE7FC738}"/>
                </a:ext>
              </a:extLst>
            </p:cNvPr>
            <p:cNvSpPr/>
            <p:nvPr/>
          </p:nvSpPr>
          <p:spPr>
            <a:xfrm>
              <a:off x="3505829" y="4098129"/>
              <a:ext cx="7971" cy="11466"/>
            </a:xfrm>
            <a:custGeom>
              <a:avLst/>
              <a:gdLst/>
              <a:ahLst/>
              <a:cxnLst/>
              <a:rect l="l" t="t" r="r" b="b"/>
              <a:pathLst>
                <a:path w="244" h="351" extrusionOk="0">
                  <a:moveTo>
                    <a:pt x="192" y="14"/>
                  </a:moveTo>
                  <a:cubicBezTo>
                    <a:pt x="218" y="69"/>
                    <a:pt x="205" y="40"/>
                    <a:pt x="244" y="95"/>
                  </a:cubicBezTo>
                  <a:lnTo>
                    <a:pt x="218" y="270"/>
                  </a:lnTo>
                  <a:cubicBezTo>
                    <a:pt x="218" y="283"/>
                    <a:pt x="205" y="296"/>
                    <a:pt x="205" y="296"/>
                  </a:cubicBezTo>
                  <a:lnTo>
                    <a:pt x="163" y="351"/>
                  </a:lnTo>
                  <a:cubicBezTo>
                    <a:pt x="1" y="202"/>
                    <a:pt x="43" y="325"/>
                    <a:pt x="98" y="108"/>
                  </a:cubicBezTo>
                  <a:lnTo>
                    <a:pt x="137" y="53"/>
                  </a:lnTo>
                  <a:lnTo>
                    <a:pt x="163" y="14"/>
                  </a:lnTo>
                  <a:cubicBezTo>
                    <a:pt x="163" y="14"/>
                    <a:pt x="163" y="1"/>
                    <a:pt x="192" y="14"/>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2" name="Google Shape;5072;p52">
              <a:extLst>
                <a:ext uri="{FF2B5EF4-FFF2-40B4-BE49-F238E27FC236}">
                  <a16:creationId xmlns:a16="http://schemas.microsoft.com/office/drawing/2014/main" id="{ABD46647-7B07-E076-C206-667C5FE4E192}"/>
                </a:ext>
              </a:extLst>
            </p:cNvPr>
            <p:cNvSpPr/>
            <p:nvPr/>
          </p:nvSpPr>
          <p:spPr>
            <a:xfrm>
              <a:off x="3463491" y="4092837"/>
              <a:ext cx="4475" cy="13688"/>
            </a:xfrm>
            <a:custGeom>
              <a:avLst/>
              <a:gdLst/>
              <a:ahLst/>
              <a:cxnLst/>
              <a:rect l="l" t="t" r="r" b="b"/>
              <a:pathLst>
                <a:path w="137" h="419" extrusionOk="0">
                  <a:moveTo>
                    <a:pt x="69" y="14"/>
                  </a:moveTo>
                  <a:lnTo>
                    <a:pt x="124" y="108"/>
                  </a:lnTo>
                  <a:cubicBezTo>
                    <a:pt x="137" y="215"/>
                    <a:pt x="124" y="257"/>
                    <a:pt x="124" y="257"/>
                  </a:cubicBezTo>
                  <a:cubicBezTo>
                    <a:pt x="111" y="312"/>
                    <a:pt x="111" y="377"/>
                    <a:pt x="111" y="377"/>
                  </a:cubicBezTo>
                  <a:lnTo>
                    <a:pt x="56" y="419"/>
                  </a:lnTo>
                  <a:cubicBezTo>
                    <a:pt x="56" y="419"/>
                    <a:pt x="30" y="393"/>
                    <a:pt x="17" y="163"/>
                  </a:cubicBezTo>
                  <a:cubicBezTo>
                    <a:pt x="1" y="53"/>
                    <a:pt x="17" y="69"/>
                    <a:pt x="17" y="69"/>
                  </a:cubicBezTo>
                  <a:cubicBezTo>
                    <a:pt x="17" y="69"/>
                    <a:pt x="43" y="1"/>
                    <a:pt x="69" y="14"/>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3" name="Google Shape;5073;p52">
              <a:extLst>
                <a:ext uri="{FF2B5EF4-FFF2-40B4-BE49-F238E27FC236}">
                  <a16:creationId xmlns:a16="http://schemas.microsoft.com/office/drawing/2014/main" id="{A52E4983-F6F6-4650-DDD6-7FE2F15C4AF8}"/>
                </a:ext>
              </a:extLst>
            </p:cNvPr>
            <p:cNvSpPr/>
            <p:nvPr/>
          </p:nvSpPr>
          <p:spPr>
            <a:xfrm>
              <a:off x="3546893" y="4091040"/>
              <a:ext cx="4900" cy="14635"/>
            </a:xfrm>
            <a:custGeom>
              <a:avLst/>
              <a:gdLst/>
              <a:ahLst/>
              <a:cxnLst/>
              <a:rect l="l" t="t" r="r" b="b"/>
              <a:pathLst>
                <a:path w="150" h="448" extrusionOk="0">
                  <a:moveTo>
                    <a:pt x="82" y="14"/>
                  </a:moveTo>
                  <a:lnTo>
                    <a:pt x="137" y="82"/>
                  </a:lnTo>
                  <a:cubicBezTo>
                    <a:pt x="137" y="95"/>
                    <a:pt x="150" y="325"/>
                    <a:pt x="150" y="325"/>
                  </a:cubicBezTo>
                  <a:cubicBezTo>
                    <a:pt x="137" y="367"/>
                    <a:pt x="121" y="393"/>
                    <a:pt x="121" y="393"/>
                  </a:cubicBezTo>
                  <a:lnTo>
                    <a:pt x="82" y="448"/>
                  </a:lnTo>
                  <a:lnTo>
                    <a:pt x="14" y="325"/>
                  </a:lnTo>
                  <a:cubicBezTo>
                    <a:pt x="1" y="257"/>
                    <a:pt x="1" y="244"/>
                    <a:pt x="1" y="108"/>
                  </a:cubicBezTo>
                  <a:lnTo>
                    <a:pt x="40" y="43"/>
                  </a:lnTo>
                  <a:cubicBezTo>
                    <a:pt x="69" y="27"/>
                    <a:pt x="56" y="1"/>
                    <a:pt x="82" y="14"/>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4" name="Google Shape;5074;p52">
              <a:extLst>
                <a:ext uri="{FF2B5EF4-FFF2-40B4-BE49-F238E27FC236}">
                  <a16:creationId xmlns:a16="http://schemas.microsoft.com/office/drawing/2014/main" id="{0DE73675-854D-B059-C14F-DB302953783F}"/>
                </a:ext>
              </a:extLst>
            </p:cNvPr>
            <p:cNvSpPr/>
            <p:nvPr/>
          </p:nvSpPr>
          <p:spPr>
            <a:xfrm>
              <a:off x="3479368" y="4076960"/>
              <a:ext cx="4900" cy="17608"/>
            </a:xfrm>
            <a:custGeom>
              <a:avLst/>
              <a:gdLst/>
              <a:ahLst/>
              <a:cxnLst/>
              <a:rect l="l" t="t" r="r" b="b"/>
              <a:pathLst>
                <a:path w="150" h="539" extrusionOk="0">
                  <a:moveTo>
                    <a:pt x="111" y="14"/>
                  </a:moveTo>
                  <a:cubicBezTo>
                    <a:pt x="111" y="14"/>
                    <a:pt x="150" y="134"/>
                    <a:pt x="137" y="296"/>
                  </a:cubicBezTo>
                  <a:lnTo>
                    <a:pt x="98" y="445"/>
                  </a:lnTo>
                  <a:lnTo>
                    <a:pt x="43" y="539"/>
                  </a:lnTo>
                  <a:lnTo>
                    <a:pt x="1" y="351"/>
                  </a:lnTo>
                  <a:cubicBezTo>
                    <a:pt x="43" y="14"/>
                    <a:pt x="82" y="1"/>
                    <a:pt x="111" y="14"/>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5" name="Google Shape;5075;p52">
              <a:extLst>
                <a:ext uri="{FF2B5EF4-FFF2-40B4-BE49-F238E27FC236}">
                  <a16:creationId xmlns:a16="http://schemas.microsoft.com/office/drawing/2014/main" id="{945AB885-1502-BC95-2FC3-09D5B040A827}"/>
                </a:ext>
              </a:extLst>
            </p:cNvPr>
            <p:cNvSpPr/>
            <p:nvPr/>
          </p:nvSpPr>
          <p:spPr>
            <a:xfrm>
              <a:off x="3525299" y="4072517"/>
              <a:ext cx="7024" cy="14112"/>
            </a:xfrm>
            <a:custGeom>
              <a:avLst/>
              <a:gdLst/>
              <a:ahLst/>
              <a:cxnLst/>
              <a:rect l="l" t="t" r="r" b="b"/>
              <a:pathLst>
                <a:path w="215" h="432" extrusionOk="0">
                  <a:moveTo>
                    <a:pt x="108" y="69"/>
                  </a:moveTo>
                  <a:cubicBezTo>
                    <a:pt x="215" y="95"/>
                    <a:pt x="163" y="27"/>
                    <a:pt x="163" y="299"/>
                  </a:cubicBezTo>
                  <a:lnTo>
                    <a:pt x="163" y="380"/>
                  </a:lnTo>
                  <a:cubicBezTo>
                    <a:pt x="150" y="419"/>
                    <a:pt x="134" y="432"/>
                    <a:pt x="134" y="432"/>
                  </a:cubicBezTo>
                  <a:lnTo>
                    <a:pt x="53" y="432"/>
                  </a:lnTo>
                  <a:lnTo>
                    <a:pt x="27" y="338"/>
                  </a:lnTo>
                  <a:cubicBezTo>
                    <a:pt x="14" y="1"/>
                    <a:pt x="1" y="124"/>
                    <a:pt x="40" y="82"/>
                  </a:cubicBezTo>
                  <a:cubicBezTo>
                    <a:pt x="40" y="82"/>
                    <a:pt x="82" y="69"/>
                    <a:pt x="108" y="6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6" name="Google Shape;5076;p52">
              <a:extLst>
                <a:ext uri="{FF2B5EF4-FFF2-40B4-BE49-F238E27FC236}">
                  <a16:creationId xmlns:a16="http://schemas.microsoft.com/office/drawing/2014/main" id="{EF7CAF71-DFED-E828-EF4B-F9D1F68D55C8}"/>
                </a:ext>
              </a:extLst>
            </p:cNvPr>
            <p:cNvSpPr/>
            <p:nvPr/>
          </p:nvSpPr>
          <p:spPr>
            <a:xfrm>
              <a:off x="3551336" y="4065004"/>
              <a:ext cx="8396" cy="14635"/>
            </a:xfrm>
            <a:custGeom>
              <a:avLst/>
              <a:gdLst/>
              <a:ahLst/>
              <a:cxnLst/>
              <a:rect l="l" t="t" r="r" b="b"/>
              <a:pathLst>
                <a:path w="257" h="448" extrusionOk="0">
                  <a:moveTo>
                    <a:pt x="228" y="14"/>
                  </a:moveTo>
                  <a:cubicBezTo>
                    <a:pt x="257" y="218"/>
                    <a:pt x="244" y="231"/>
                    <a:pt x="257" y="286"/>
                  </a:cubicBezTo>
                  <a:lnTo>
                    <a:pt x="257" y="419"/>
                  </a:lnTo>
                  <a:lnTo>
                    <a:pt x="228" y="448"/>
                  </a:lnTo>
                  <a:lnTo>
                    <a:pt x="134" y="435"/>
                  </a:lnTo>
                  <a:cubicBezTo>
                    <a:pt x="134" y="435"/>
                    <a:pt x="108" y="205"/>
                    <a:pt x="95" y="56"/>
                  </a:cubicBezTo>
                  <a:cubicBezTo>
                    <a:pt x="95" y="56"/>
                    <a:pt x="1" y="1"/>
                    <a:pt x="228" y="14"/>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7" name="Google Shape;5077;p52">
              <a:extLst>
                <a:ext uri="{FF2B5EF4-FFF2-40B4-BE49-F238E27FC236}">
                  <a16:creationId xmlns:a16="http://schemas.microsoft.com/office/drawing/2014/main" id="{7E8C36E7-CD7D-FFDA-8BDC-F61AAECEB7E7}"/>
                </a:ext>
              </a:extLst>
            </p:cNvPr>
            <p:cNvSpPr/>
            <p:nvPr/>
          </p:nvSpPr>
          <p:spPr>
            <a:xfrm>
              <a:off x="3501909" y="4057065"/>
              <a:ext cx="5325" cy="16334"/>
            </a:xfrm>
            <a:custGeom>
              <a:avLst/>
              <a:gdLst/>
              <a:ahLst/>
              <a:cxnLst/>
              <a:rect l="l" t="t" r="r" b="b"/>
              <a:pathLst>
                <a:path w="163" h="500" extrusionOk="0">
                  <a:moveTo>
                    <a:pt x="121" y="43"/>
                  </a:moveTo>
                  <a:lnTo>
                    <a:pt x="163" y="163"/>
                  </a:lnTo>
                  <a:cubicBezTo>
                    <a:pt x="163" y="218"/>
                    <a:pt x="163" y="163"/>
                    <a:pt x="150" y="257"/>
                  </a:cubicBezTo>
                  <a:lnTo>
                    <a:pt x="137" y="367"/>
                  </a:lnTo>
                  <a:cubicBezTo>
                    <a:pt x="121" y="406"/>
                    <a:pt x="108" y="448"/>
                    <a:pt x="108" y="448"/>
                  </a:cubicBezTo>
                  <a:lnTo>
                    <a:pt x="69" y="500"/>
                  </a:lnTo>
                  <a:lnTo>
                    <a:pt x="14" y="380"/>
                  </a:lnTo>
                  <a:cubicBezTo>
                    <a:pt x="1" y="299"/>
                    <a:pt x="1" y="380"/>
                    <a:pt x="14" y="218"/>
                  </a:cubicBezTo>
                  <a:cubicBezTo>
                    <a:pt x="27" y="95"/>
                    <a:pt x="95" y="1"/>
                    <a:pt x="121" y="4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8" name="Google Shape;5078;p52">
              <a:extLst>
                <a:ext uri="{FF2B5EF4-FFF2-40B4-BE49-F238E27FC236}">
                  <a16:creationId xmlns:a16="http://schemas.microsoft.com/office/drawing/2014/main" id="{DE3FE9D0-72DA-63F7-74AB-D2ED09542132}"/>
                </a:ext>
              </a:extLst>
            </p:cNvPr>
            <p:cNvSpPr/>
            <p:nvPr/>
          </p:nvSpPr>
          <p:spPr>
            <a:xfrm>
              <a:off x="3536733" y="4046481"/>
              <a:ext cx="4900" cy="17281"/>
            </a:xfrm>
            <a:custGeom>
              <a:avLst/>
              <a:gdLst/>
              <a:ahLst/>
              <a:cxnLst/>
              <a:rect l="l" t="t" r="r" b="b"/>
              <a:pathLst>
                <a:path w="150" h="529" extrusionOk="0">
                  <a:moveTo>
                    <a:pt x="95" y="1"/>
                  </a:moveTo>
                  <a:cubicBezTo>
                    <a:pt x="150" y="30"/>
                    <a:pt x="150" y="56"/>
                    <a:pt x="150" y="56"/>
                  </a:cubicBezTo>
                  <a:cubicBezTo>
                    <a:pt x="137" y="150"/>
                    <a:pt x="137" y="257"/>
                    <a:pt x="137" y="273"/>
                  </a:cubicBezTo>
                  <a:cubicBezTo>
                    <a:pt x="137" y="406"/>
                    <a:pt x="95" y="487"/>
                    <a:pt x="95" y="487"/>
                  </a:cubicBezTo>
                  <a:lnTo>
                    <a:pt x="56" y="529"/>
                  </a:lnTo>
                  <a:lnTo>
                    <a:pt x="14" y="474"/>
                  </a:lnTo>
                  <a:cubicBezTo>
                    <a:pt x="1" y="312"/>
                    <a:pt x="1" y="461"/>
                    <a:pt x="1" y="273"/>
                  </a:cubicBezTo>
                  <a:lnTo>
                    <a:pt x="14" y="56"/>
                  </a:lnTo>
                  <a:lnTo>
                    <a:pt x="27" y="14"/>
                  </a:lnTo>
                  <a:cubicBezTo>
                    <a:pt x="27" y="14"/>
                    <a:pt x="69" y="1"/>
                    <a:pt x="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9" name="Google Shape;5079;p52">
              <a:extLst>
                <a:ext uri="{FF2B5EF4-FFF2-40B4-BE49-F238E27FC236}">
                  <a16:creationId xmlns:a16="http://schemas.microsoft.com/office/drawing/2014/main" id="{183BD1F6-E4E4-70BF-1837-37CCBCCC0A39}"/>
                </a:ext>
              </a:extLst>
            </p:cNvPr>
            <p:cNvSpPr/>
            <p:nvPr/>
          </p:nvSpPr>
          <p:spPr>
            <a:xfrm>
              <a:off x="3472801" y="4041188"/>
              <a:ext cx="4900" cy="19927"/>
            </a:xfrm>
            <a:custGeom>
              <a:avLst/>
              <a:gdLst/>
              <a:ahLst/>
              <a:cxnLst/>
              <a:rect l="l" t="t" r="r" b="b"/>
              <a:pathLst>
                <a:path w="150" h="610" extrusionOk="0">
                  <a:moveTo>
                    <a:pt x="150" y="69"/>
                  </a:moveTo>
                  <a:cubicBezTo>
                    <a:pt x="150" y="69"/>
                    <a:pt x="150" y="273"/>
                    <a:pt x="108" y="448"/>
                  </a:cubicBezTo>
                  <a:lnTo>
                    <a:pt x="82" y="568"/>
                  </a:lnTo>
                  <a:lnTo>
                    <a:pt x="40" y="610"/>
                  </a:lnTo>
                  <a:lnTo>
                    <a:pt x="1" y="568"/>
                  </a:lnTo>
                  <a:cubicBezTo>
                    <a:pt x="14" y="406"/>
                    <a:pt x="40" y="244"/>
                    <a:pt x="69" y="82"/>
                  </a:cubicBezTo>
                  <a:cubicBezTo>
                    <a:pt x="69" y="82"/>
                    <a:pt x="95" y="1"/>
                    <a:pt x="150" y="6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0" name="Google Shape;5080;p52">
              <a:extLst>
                <a:ext uri="{FF2B5EF4-FFF2-40B4-BE49-F238E27FC236}">
                  <a16:creationId xmlns:a16="http://schemas.microsoft.com/office/drawing/2014/main" id="{DC368AAE-804C-5ECF-9FF8-F989EDF03800}"/>
                </a:ext>
              </a:extLst>
            </p:cNvPr>
            <p:cNvSpPr/>
            <p:nvPr/>
          </p:nvSpPr>
          <p:spPr>
            <a:xfrm>
              <a:off x="3495244" y="4037268"/>
              <a:ext cx="4900" cy="10192"/>
            </a:xfrm>
            <a:custGeom>
              <a:avLst/>
              <a:gdLst/>
              <a:ahLst/>
              <a:cxnLst/>
              <a:rect l="l" t="t" r="r" b="b"/>
              <a:pathLst>
                <a:path w="150" h="312" extrusionOk="0">
                  <a:moveTo>
                    <a:pt x="98" y="1"/>
                  </a:moveTo>
                  <a:lnTo>
                    <a:pt x="150" y="40"/>
                  </a:lnTo>
                  <a:cubicBezTo>
                    <a:pt x="137" y="134"/>
                    <a:pt x="124" y="244"/>
                    <a:pt x="124" y="244"/>
                  </a:cubicBezTo>
                  <a:lnTo>
                    <a:pt x="98" y="270"/>
                  </a:lnTo>
                  <a:lnTo>
                    <a:pt x="56" y="312"/>
                  </a:lnTo>
                  <a:lnTo>
                    <a:pt x="1" y="231"/>
                  </a:lnTo>
                  <a:cubicBezTo>
                    <a:pt x="17" y="134"/>
                    <a:pt x="17" y="176"/>
                    <a:pt x="17" y="53"/>
                  </a:cubicBez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1" name="Google Shape;5081;p52">
              <a:extLst>
                <a:ext uri="{FF2B5EF4-FFF2-40B4-BE49-F238E27FC236}">
                  <a16:creationId xmlns:a16="http://schemas.microsoft.com/office/drawing/2014/main" id="{261501AE-FD3C-8C1A-7A59-277472A2E64D}"/>
                </a:ext>
              </a:extLst>
            </p:cNvPr>
            <p:cNvSpPr/>
            <p:nvPr/>
          </p:nvSpPr>
          <p:spPr>
            <a:xfrm>
              <a:off x="3518210" y="4033250"/>
              <a:ext cx="4051" cy="18555"/>
            </a:xfrm>
            <a:custGeom>
              <a:avLst/>
              <a:gdLst/>
              <a:ahLst/>
              <a:cxnLst/>
              <a:rect l="l" t="t" r="r" b="b"/>
              <a:pathLst>
                <a:path w="124" h="568" extrusionOk="0">
                  <a:moveTo>
                    <a:pt x="95" y="1"/>
                  </a:moveTo>
                  <a:lnTo>
                    <a:pt x="124" y="69"/>
                  </a:lnTo>
                  <a:lnTo>
                    <a:pt x="124" y="244"/>
                  </a:lnTo>
                  <a:lnTo>
                    <a:pt x="124" y="325"/>
                  </a:lnTo>
                  <a:cubicBezTo>
                    <a:pt x="1" y="568"/>
                    <a:pt x="1" y="312"/>
                    <a:pt x="1" y="312"/>
                  </a:cubicBezTo>
                  <a:cubicBezTo>
                    <a:pt x="14" y="137"/>
                    <a:pt x="14" y="14"/>
                    <a:pt x="14" y="14"/>
                  </a:cubicBezTo>
                  <a:cubicBezTo>
                    <a:pt x="14" y="14"/>
                    <a:pt x="43" y="1"/>
                    <a:pt x="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2" name="Google Shape;5082;p52">
              <a:extLst>
                <a:ext uri="{FF2B5EF4-FFF2-40B4-BE49-F238E27FC236}">
                  <a16:creationId xmlns:a16="http://schemas.microsoft.com/office/drawing/2014/main" id="{BCC30885-2AA6-F1C5-1E14-8D63443F63CA}"/>
                </a:ext>
              </a:extLst>
            </p:cNvPr>
            <p:cNvSpPr/>
            <p:nvPr/>
          </p:nvSpPr>
          <p:spPr>
            <a:xfrm>
              <a:off x="3551761" y="4023613"/>
              <a:ext cx="4377" cy="17183"/>
            </a:xfrm>
            <a:custGeom>
              <a:avLst/>
              <a:gdLst/>
              <a:ahLst/>
              <a:cxnLst/>
              <a:rect l="l" t="t" r="r" b="b"/>
              <a:pathLst>
                <a:path w="134" h="526" extrusionOk="0">
                  <a:moveTo>
                    <a:pt x="95" y="27"/>
                  </a:moveTo>
                  <a:lnTo>
                    <a:pt x="134" y="419"/>
                  </a:lnTo>
                  <a:cubicBezTo>
                    <a:pt x="121" y="458"/>
                    <a:pt x="95" y="487"/>
                    <a:pt x="82" y="526"/>
                  </a:cubicBezTo>
                  <a:lnTo>
                    <a:pt x="14" y="406"/>
                  </a:lnTo>
                  <a:cubicBezTo>
                    <a:pt x="1" y="228"/>
                    <a:pt x="1" y="163"/>
                    <a:pt x="1" y="66"/>
                  </a:cubicBezTo>
                  <a:lnTo>
                    <a:pt x="53" y="1"/>
                  </a:lnTo>
                  <a:cubicBezTo>
                    <a:pt x="69" y="1"/>
                    <a:pt x="82" y="14"/>
                    <a:pt x="95" y="2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3" name="Google Shape;5083;p52">
              <a:extLst>
                <a:ext uri="{FF2B5EF4-FFF2-40B4-BE49-F238E27FC236}">
                  <a16:creationId xmlns:a16="http://schemas.microsoft.com/office/drawing/2014/main" id="{891ADD20-83D0-4C97-3994-91099BD0518B}"/>
                </a:ext>
              </a:extLst>
            </p:cNvPr>
            <p:cNvSpPr/>
            <p:nvPr/>
          </p:nvSpPr>
          <p:spPr>
            <a:xfrm>
              <a:off x="3534936" y="4013028"/>
              <a:ext cx="4475" cy="17183"/>
            </a:xfrm>
            <a:custGeom>
              <a:avLst/>
              <a:gdLst/>
              <a:ahLst/>
              <a:cxnLst/>
              <a:rect l="l" t="t" r="r" b="b"/>
              <a:pathLst>
                <a:path w="137" h="526" extrusionOk="0">
                  <a:moveTo>
                    <a:pt x="69" y="40"/>
                  </a:moveTo>
                  <a:lnTo>
                    <a:pt x="124" y="147"/>
                  </a:lnTo>
                  <a:cubicBezTo>
                    <a:pt x="124" y="244"/>
                    <a:pt x="137" y="309"/>
                    <a:pt x="98" y="432"/>
                  </a:cubicBezTo>
                  <a:cubicBezTo>
                    <a:pt x="98" y="432"/>
                    <a:pt x="82" y="471"/>
                    <a:pt x="43" y="526"/>
                  </a:cubicBezTo>
                  <a:lnTo>
                    <a:pt x="1" y="419"/>
                  </a:lnTo>
                  <a:lnTo>
                    <a:pt x="1" y="147"/>
                  </a:lnTo>
                  <a:lnTo>
                    <a:pt x="17" y="108"/>
                  </a:lnTo>
                  <a:cubicBezTo>
                    <a:pt x="17" y="108"/>
                    <a:pt x="43" y="1"/>
                    <a:pt x="69" y="4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4" name="Google Shape;5084;p52">
              <a:extLst>
                <a:ext uri="{FF2B5EF4-FFF2-40B4-BE49-F238E27FC236}">
                  <a16:creationId xmlns:a16="http://schemas.microsoft.com/office/drawing/2014/main" id="{E9643A93-9CD1-6C2D-31E1-FEC0A7E502E6}"/>
                </a:ext>
              </a:extLst>
            </p:cNvPr>
            <p:cNvSpPr/>
            <p:nvPr/>
          </p:nvSpPr>
          <p:spPr>
            <a:xfrm>
              <a:off x="3487829" y="4009435"/>
              <a:ext cx="4802" cy="15909"/>
            </a:xfrm>
            <a:custGeom>
              <a:avLst/>
              <a:gdLst/>
              <a:ahLst/>
              <a:cxnLst/>
              <a:rect l="l" t="t" r="r" b="b"/>
              <a:pathLst>
                <a:path w="147" h="487" extrusionOk="0">
                  <a:moveTo>
                    <a:pt x="121" y="14"/>
                  </a:moveTo>
                  <a:cubicBezTo>
                    <a:pt x="121" y="14"/>
                    <a:pt x="147" y="82"/>
                    <a:pt x="134" y="176"/>
                  </a:cubicBezTo>
                  <a:lnTo>
                    <a:pt x="121" y="273"/>
                  </a:lnTo>
                  <a:cubicBezTo>
                    <a:pt x="95" y="380"/>
                    <a:pt x="66" y="448"/>
                    <a:pt x="66" y="448"/>
                  </a:cubicBezTo>
                  <a:lnTo>
                    <a:pt x="27" y="487"/>
                  </a:lnTo>
                  <a:lnTo>
                    <a:pt x="1" y="312"/>
                  </a:lnTo>
                  <a:cubicBezTo>
                    <a:pt x="14" y="218"/>
                    <a:pt x="53" y="82"/>
                    <a:pt x="53" y="82"/>
                  </a:cubicBezTo>
                  <a:cubicBezTo>
                    <a:pt x="66" y="1"/>
                    <a:pt x="66" y="56"/>
                    <a:pt x="108" y="14"/>
                  </a:cubicBezTo>
                  <a:cubicBezTo>
                    <a:pt x="108" y="14"/>
                    <a:pt x="108" y="1"/>
                    <a:pt x="121" y="14"/>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5" name="Google Shape;5085;p52">
              <a:extLst>
                <a:ext uri="{FF2B5EF4-FFF2-40B4-BE49-F238E27FC236}">
                  <a16:creationId xmlns:a16="http://schemas.microsoft.com/office/drawing/2014/main" id="{1756CB50-3847-0053-1686-BE6D23A5EF26}"/>
                </a:ext>
              </a:extLst>
            </p:cNvPr>
            <p:cNvSpPr/>
            <p:nvPr/>
          </p:nvSpPr>
          <p:spPr>
            <a:xfrm>
              <a:off x="3512493" y="3999798"/>
              <a:ext cx="7546" cy="18555"/>
            </a:xfrm>
            <a:custGeom>
              <a:avLst/>
              <a:gdLst/>
              <a:ahLst/>
              <a:cxnLst/>
              <a:rect l="l" t="t" r="r" b="b"/>
              <a:pathLst>
                <a:path w="231" h="568" extrusionOk="0">
                  <a:moveTo>
                    <a:pt x="108" y="108"/>
                  </a:moveTo>
                  <a:cubicBezTo>
                    <a:pt x="189" y="215"/>
                    <a:pt x="231" y="1"/>
                    <a:pt x="137" y="419"/>
                  </a:cubicBezTo>
                  <a:cubicBezTo>
                    <a:pt x="137" y="458"/>
                    <a:pt x="95" y="513"/>
                    <a:pt x="95" y="513"/>
                  </a:cubicBezTo>
                  <a:lnTo>
                    <a:pt x="56" y="568"/>
                  </a:lnTo>
                  <a:lnTo>
                    <a:pt x="1" y="406"/>
                  </a:lnTo>
                  <a:cubicBezTo>
                    <a:pt x="1" y="147"/>
                    <a:pt x="40" y="134"/>
                    <a:pt x="40" y="134"/>
                  </a:cubicBezTo>
                  <a:cubicBezTo>
                    <a:pt x="40" y="134"/>
                    <a:pt x="95" y="82"/>
                    <a:pt x="108" y="10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6" name="Google Shape;5086;p52">
              <a:extLst>
                <a:ext uri="{FF2B5EF4-FFF2-40B4-BE49-F238E27FC236}">
                  <a16:creationId xmlns:a16="http://schemas.microsoft.com/office/drawing/2014/main" id="{9DA06507-0B2C-4C0C-8AC7-7DC6E94B4B61}"/>
                </a:ext>
              </a:extLst>
            </p:cNvPr>
            <p:cNvSpPr/>
            <p:nvPr/>
          </p:nvSpPr>
          <p:spPr>
            <a:xfrm>
              <a:off x="3535884" y="3980752"/>
              <a:ext cx="4900" cy="16432"/>
            </a:xfrm>
            <a:custGeom>
              <a:avLst/>
              <a:gdLst/>
              <a:ahLst/>
              <a:cxnLst/>
              <a:rect l="l" t="t" r="r" b="b"/>
              <a:pathLst>
                <a:path w="150" h="503" extrusionOk="0">
                  <a:moveTo>
                    <a:pt x="108" y="30"/>
                  </a:moveTo>
                  <a:lnTo>
                    <a:pt x="150" y="111"/>
                  </a:lnTo>
                  <a:lnTo>
                    <a:pt x="150" y="163"/>
                  </a:lnTo>
                  <a:cubicBezTo>
                    <a:pt x="150" y="163"/>
                    <a:pt x="134" y="325"/>
                    <a:pt x="134" y="461"/>
                  </a:cubicBezTo>
                  <a:lnTo>
                    <a:pt x="121" y="503"/>
                  </a:lnTo>
                  <a:lnTo>
                    <a:pt x="27" y="487"/>
                  </a:lnTo>
                  <a:cubicBezTo>
                    <a:pt x="1" y="354"/>
                    <a:pt x="14" y="312"/>
                    <a:pt x="27" y="205"/>
                  </a:cubicBezTo>
                  <a:cubicBezTo>
                    <a:pt x="27" y="205"/>
                    <a:pt x="82" y="1"/>
                    <a:pt x="108" y="3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7" name="Google Shape;5087;p52">
              <a:extLst>
                <a:ext uri="{FF2B5EF4-FFF2-40B4-BE49-F238E27FC236}">
                  <a16:creationId xmlns:a16="http://schemas.microsoft.com/office/drawing/2014/main" id="{B6AE0CBE-8616-70DC-3782-18D104EA26DB}"/>
                </a:ext>
              </a:extLst>
            </p:cNvPr>
            <p:cNvSpPr/>
            <p:nvPr/>
          </p:nvSpPr>
          <p:spPr>
            <a:xfrm>
              <a:off x="3495244" y="3979903"/>
              <a:ext cx="6697" cy="14635"/>
            </a:xfrm>
            <a:custGeom>
              <a:avLst/>
              <a:gdLst/>
              <a:ahLst/>
              <a:cxnLst/>
              <a:rect l="l" t="t" r="r" b="b"/>
              <a:pathLst>
                <a:path w="205" h="448" extrusionOk="0">
                  <a:moveTo>
                    <a:pt x="192" y="14"/>
                  </a:moveTo>
                  <a:lnTo>
                    <a:pt x="205" y="124"/>
                  </a:lnTo>
                  <a:cubicBezTo>
                    <a:pt x="163" y="231"/>
                    <a:pt x="150" y="286"/>
                    <a:pt x="98" y="406"/>
                  </a:cubicBezTo>
                  <a:lnTo>
                    <a:pt x="30" y="448"/>
                  </a:lnTo>
                  <a:cubicBezTo>
                    <a:pt x="30" y="448"/>
                    <a:pt x="1" y="380"/>
                    <a:pt x="30" y="286"/>
                  </a:cubicBezTo>
                  <a:lnTo>
                    <a:pt x="111" y="82"/>
                  </a:lnTo>
                  <a:cubicBezTo>
                    <a:pt x="137" y="14"/>
                    <a:pt x="137" y="27"/>
                    <a:pt x="137" y="27"/>
                  </a:cubicBezTo>
                  <a:cubicBezTo>
                    <a:pt x="137" y="27"/>
                    <a:pt x="179" y="1"/>
                    <a:pt x="192" y="14"/>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8" name="Google Shape;5088;p52">
              <a:extLst>
                <a:ext uri="{FF2B5EF4-FFF2-40B4-BE49-F238E27FC236}">
                  <a16:creationId xmlns:a16="http://schemas.microsoft.com/office/drawing/2014/main" id="{B940B49A-E77B-02E9-6308-B27F1D06CAC5}"/>
                </a:ext>
              </a:extLst>
            </p:cNvPr>
            <p:cNvSpPr/>
            <p:nvPr/>
          </p:nvSpPr>
          <p:spPr>
            <a:xfrm>
              <a:off x="3512918" y="3969318"/>
              <a:ext cx="6174" cy="14112"/>
            </a:xfrm>
            <a:custGeom>
              <a:avLst/>
              <a:gdLst/>
              <a:ahLst/>
              <a:cxnLst/>
              <a:rect l="l" t="t" r="r" b="b"/>
              <a:pathLst>
                <a:path w="189" h="432" extrusionOk="0">
                  <a:moveTo>
                    <a:pt x="189" y="27"/>
                  </a:moveTo>
                  <a:cubicBezTo>
                    <a:pt x="189" y="27"/>
                    <a:pt x="176" y="231"/>
                    <a:pt x="124" y="367"/>
                  </a:cubicBezTo>
                  <a:lnTo>
                    <a:pt x="56" y="432"/>
                  </a:lnTo>
                  <a:lnTo>
                    <a:pt x="27" y="367"/>
                  </a:lnTo>
                  <a:cubicBezTo>
                    <a:pt x="1" y="312"/>
                    <a:pt x="27" y="325"/>
                    <a:pt x="43" y="286"/>
                  </a:cubicBezTo>
                  <a:cubicBezTo>
                    <a:pt x="69" y="163"/>
                    <a:pt x="108" y="43"/>
                    <a:pt x="108" y="43"/>
                  </a:cubicBezTo>
                  <a:cubicBezTo>
                    <a:pt x="108" y="43"/>
                    <a:pt x="163" y="1"/>
                    <a:pt x="189" y="2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9" name="Google Shape;5089;p52">
              <a:extLst>
                <a:ext uri="{FF2B5EF4-FFF2-40B4-BE49-F238E27FC236}">
                  <a16:creationId xmlns:a16="http://schemas.microsoft.com/office/drawing/2014/main" id="{8A6A3AE2-26FC-13ED-820C-936BB3B11E81}"/>
                </a:ext>
              </a:extLst>
            </p:cNvPr>
            <p:cNvSpPr/>
            <p:nvPr/>
          </p:nvSpPr>
          <p:spPr>
            <a:xfrm>
              <a:off x="3526998" y="3957884"/>
              <a:ext cx="3626" cy="14537"/>
            </a:xfrm>
            <a:custGeom>
              <a:avLst/>
              <a:gdLst/>
              <a:ahLst/>
              <a:cxnLst/>
              <a:rect l="l" t="t" r="r" b="b"/>
              <a:pathLst>
                <a:path w="111" h="445" extrusionOk="0">
                  <a:moveTo>
                    <a:pt x="82" y="27"/>
                  </a:moveTo>
                  <a:lnTo>
                    <a:pt x="111" y="108"/>
                  </a:lnTo>
                  <a:cubicBezTo>
                    <a:pt x="98" y="283"/>
                    <a:pt x="98" y="270"/>
                    <a:pt x="82" y="296"/>
                  </a:cubicBezTo>
                  <a:lnTo>
                    <a:pt x="56" y="419"/>
                  </a:lnTo>
                  <a:lnTo>
                    <a:pt x="30" y="445"/>
                  </a:lnTo>
                  <a:lnTo>
                    <a:pt x="1" y="312"/>
                  </a:lnTo>
                  <a:cubicBezTo>
                    <a:pt x="1" y="163"/>
                    <a:pt x="1" y="231"/>
                    <a:pt x="17" y="95"/>
                  </a:cubicBezTo>
                  <a:cubicBezTo>
                    <a:pt x="30" y="27"/>
                    <a:pt x="43" y="40"/>
                    <a:pt x="43" y="40"/>
                  </a:cubicBezTo>
                  <a:cubicBezTo>
                    <a:pt x="43" y="40"/>
                    <a:pt x="69" y="1"/>
                    <a:pt x="82" y="2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0" name="Google Shape;5090;p52">
              <a:extLst>
                <a:ext uri="{FF2B5EF4-FFF2-40B4-BE49-F238E27FC236}">
                  <a16:creationId xmlns:a16="http://schemas.microsoft.com/office/drawing/2014/main" id="{326B5620-A5BB-1EAE-F3BA-BD7D6F65751B}"/>
                </a:ext>
              </a:extLst>
            </p:cNvPr>
            <p:cNvSpPr/>
            <p:nvPr/>
          </p:nvSpPr>
          <p:spPr>
            <a:xfrm>
              <a:off x="3514715" y="4276695"/>
              <a:ext cx="27767" cy="66609"/>
            </a:xfrm>
            <a:custGeom>
              <a:avLst/>
              <a:gdLst/>
              <a:ahLst/>
              <a:cxnLst/>
              <a:rect l="l" t="t" r="r" b="b"/>
              <a:pathLst>
                <a:path w="850" h="2039" extrusionOk="0">
                  <a:moveTo>
                    <a:pt x="1" y="2039"/>
                  </a:moveTo>
                  <a:lnTo>
                    <a:pt x="1" y="419"/>
                  </a:lnTo>
                  <a:cubicBezTo>
                    <a:pt x="1" y="192"/>
                    <a:pt x="189" y="1"/>
                    <a:pt x="419" y="1"/>
                  </a:cubicBezTo>
                  <a:cubicBezTo>
                    <a:pt x="662" y="1"/>
                    <a:pt x="850" y="192"/>
                    <a:pt x="850" y="419"/>
                  </a:cubicBezTo>
                  <a:lnTo>
                    <a:pt x="850" y="1974"/>
                  </a:lnTo>
                  <a:lnTo>
                    <a:pt x="769" y="1974"/>
                  </a:lnTo>
                  <a:cubicBezTo>
                    <a:pt x="555" y="1987"/>
                    <a:pt x="325" y="2000"/>
                    <a:pt x="108" y="2026"/>
                  </a:cubicBezTo>
                  <a:cubicBezTo>
                    <a:pt x="69" y="2026"/>
                    <a:pt x="40" y="2039"/>
                    <a:pt x="1" y="2039"/>
                  </a:cubicBezTo>
                  <a:close/>
                </a:path>
              </a:pathLst>
            </a:custGeom>
            <a:solidFill>
              <a:srgbClr val="FFD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1" name="Google Shape;5091;p52">
              <a:extLst>
                <a:ext uri="{FF2B5EF4-FFF2-40B4-BE49-F238E27FC236}">
                  <a16:creationId xmlns:a16="http://schemas.microsoft.com/office/drawing/2014/main" id="{E969138A-CA37-A7AD-C09C-C9A6D65B12CC}"/>
                </a:ext>
              </a:extLst>
            </p:cNvPr>
            <p:cNvSpPr/>
            <p:nvPr/>
          </p:nvSpPr>
          <p:spPr>
            <a:xfrm>
              <a:off x="3504555" y="4273624"/>
              <a:ext cx="38352" cy="20352"/>
            </a:xfrm>
            <a:custGeom>
              <a:avLst/>
              <a:gdLst/>
              <a:ahLst/>
              <a:cxnLst/>
              <a:rect l="l" t="t" r="r" b="b"/>
              <a:pathLst>
                <a:path w="1174" h="623" extrusionOk="0">
                  <a:moveTo>
                    <a:pt x="137" y="312"/>
                  </a:moveTo>
                  <a:cubicBezTo>
                    <a:pt x="95" y="367"/>
                    <a:pt x="56" y="419"/>
                    <a:pt x="27" y="474"/>
                  </a:cubicBezTo>
                  <a:cubicBezTo>
                    <a:pt x="27" y="474"/>
                    <a:pt x="1" y="529"/>
                    <a:pt x="14" y="529"/>
                  </a:cubicBezTo>
                  <a:cubicBezTo>
                    <a:pt x="95" y="555"/>
                    <a:pt x="218" y="474"/>
                    <a:pt x="270" y="432"/>
                  </a:cubicBezTo>
                  <a:lnTo>
                    <a:pt x="325" y="380"/>
                  </a:lnTo>
                  <a:lnTo>
                    <a:pt x="351" y="351"/>
                  </a:lnTo>
                  <a:cubicBezTo>
                    <a:pt x="338" y="380"/>
                    <a:pt x="325" y="406"/>
                    <a:pt x="299" y="432"/>
                  </a:cubicBezTo>
                  <a:cubicBezTo>
                    <a:pt x="283" y="474"/>
                    <a:pt x="231" y="581"/>
                    <a:pt x="299" y="581"/>
                  </a:cubicBezTo>
                  <a:cubicBezTo>
                    <a:pt x="364" y="581"/>
                    <a:pt x="432" y="529"/>
                    <a:pt x="474" y="487"/>
                  </a:cubicBezTo>
                  <a:cubicBezTo>
                    <a:pt x="487" y="474"/>
                    <a:pt x="500" y="461"/>
                    <a:pt x="526" y="432"/>
                  </a:cubicBezTo>
                  <a:cubicBezTo>
                    <a:pt x="526" y="432"/>
                    <a:pt x="526" y="406"/>
                    <a:pt x="542" y="406"/>
                  </a:cubicBezTo>
                  <a:cubicBezTo>
                    <a:pt x="594" y="432"/>
                    <a:pt x="688" y="623"/>
                    <a:pt x="756" y="513"/>
                  </a:cubicBezTo>
                  <a:cubicBezTo>
                    <a:pt x="756" y="500"/>
                    <a:pt x="769" y="474"/>
                    <a:pt x="769" y="461"/>
                  </a:cubicBezTo>
                  <a:lnTo>
                    <a:pt x="769" y="393"/>
                  </a:lnTo>
                  <a:cubicBezTo>
                    <a:pt x="769" y="393"/>
                    <a:pt x="785" y="406"/>
                    <a:pt x="785" y="419"/>
                  </a:cubicBezTo>
                  <a:cubicBezTo>
                    <a:pt x="798" y="419"/>
                    <a:pt x="798" y="432"/>
                    <a:pt x="811" y="432"/>
                  </a:cubicBezTo>
                  <a:cubicBezTo>
                    <a:pt x="837" y="461"/>
                    <a:pt x="866" y="487"/>
                    <a:pt x="892" y="500"/>
                  </a:cubicBezTo>
                  <a:cubicBezTo>
                    <a:pt x="973" y="555"/>
                    <a:pt x="1080" y="555"/>
                    <a:pt x="1135" y="474"/>
                  </a:cubicBezTo>
                  <a:cubicBezTo>
                    <a:pt x="1174" y="432"/>
                    <a:pt x="1161" y="367"/>
                    <a:pt x="1135" y="325"/>
                  </a:cubicBezTo>
                  <a:cubicBezTo>
                    <a:pt x="1080" y="205"/>
                    <a:pt x="931" y="124"/>
                    <a:pt x="785" y="82"/>
                  </a:cubicBezTo>
                  <a:cubicBezTo>
                    <a:pt x="500" y="1"/>
                    <a:pt x="244" y="137"/>
                    <a:pt x="95" y="325"/>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2" name="Google Shape;5092;p52">
              <a:extLst>
                <a:ext uri="{FF2B5EF4-FFF2-40B4-BE49-F238E27FC236}">
                  <a16:creationId xmlns:a16="http://schemas.microsoft.com/office/drawing/2014/main" id="{9A659CCF-1B1E-7B20-D890-9DA17B726B75}"/>
                </a:ext>
              </a:extLst>
            </p:cNvPr>
            <p:cNvSpPr/>
            <p:nvPr/>
          </p:nvSpPr>
          <p:spPr>
            <a:xfrm>
              <a:off x="3517361" y="4262615"/>
              <a:ext cx="5325" cy="13263"/>
            </a:xfrm>
            <a:custGeom>
              <a:avLst/>
              <a:gdLst/>
              <a:ahLst/>
              <a:cxnLst/>
              <a:rect l="l" t="t" r="r" b="b"/>
              <a:pathLst>
                <a:path w="163" h="406" extrusionOk="0">
                  <a:moveTo>
                    <a:pt x="95" y="27"/>
                  </a:moveTo>
                  <a:lnTo>
                    <a:pt x="150" y="82"/>
                  </a:lnTo>
                  <a:cubicBezTo>
                    <a:pt x="163" y="121"/>
                    <a:pt x="163" y="82"/>
                    <a:pt x="163" y="189"/>
                  </a:cubicBezTo>
                  <a:cubicBezTo>
                    <a:pt x="163" y="189"/>
                    <a:pt x="134" y="325"/>
                    <a:pt x="134" y="351"/>
                  </a:cubicBezTo>
                  <a:lnTo>
                    <a:pt x="95" y="406"/>
                  </a:lnTo>
                  <a:lnTo>
                    <a:pt x="40" y="312"/>
                  </a:lnTo>
                  <a:cubicBezTo>
                    <a:pt x="1" y="163"/>
                    <a:pt x="1" y="202"/>
                    <a:pt x="14" y="108"/>
                  </a:cubicBezTo>
                  <a:cubicBezTo>
                    <a:pt x="14" y="108"/>
                    <a:pt x="69" y="1"/>
                    <a:pt x="95" y="27"/>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3" name="Google Shape;5093;p52">
              <a:extLst>
                <a:ext uri="{FF2B5EF4-FFF2-40B4-BE49-F238E27FC236}">
                  <a16:creationId xmlns:a16="http://schemas.microsoft.com/office/drawing/2014/main" id="{081AC6A3-B269-185C-FA0C-15C56D8B0BD6}"/>
                </a:ext>
              </a:extLst>
            </p:cNvPr>
            <p:cNvSpPr/>
            <p:nvPr/>
          </p:nvSpPr>
          <p:spPr>
            <a:xfrm>
              <a:off x="3551336" y="4263464"/>
              <a:ext cx="4377" cy="11564"/>
            </a:xfrm>
            <a:custGeom>
              <a:avLst/>
              <a:gdLst/>
              <a:ahLst/>
              <a:cxnLst/>
              <a:rect l="l" t="t" r="r" b="b"/>
              <a:pathLst>
                <a:path w="134" h="354" extrusionOk="0">
                  <a:moveTo>
                    <a:pt x="121" y="43"/>
                  </a:moveTo>
                  <a:lnTo>
                    <a:pt x="134" y="111"/>
                  </a:lnTo>
                  <a:cubicBezTo>
                    <a:pt x="121" y="205"/>
                    <a:pt x="82" y="325"/>
                    <a:pt x="82" y="325"/>
                  </a:cubicBezTo>
                  <a:lnTo>
                    <a:pt x="27" y="354"/>
                  </a:lnTo>
                  <a:cubicBezTo>
                    <a:pt x="27" y="354"/>
                    <a:pt x="1" y="325"/>
                    <a:pt x="1" y="299"/>
                  </a:cubicBezTo>
                  <a:cubicBezTo>
                    <a:pt x="66" y="1"/>
                    <a:pt x="95" y="43"/>
                    <a:pt x="121" y="43"/>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4" name="Google Shape;5094;p52">
              <a:extLst>
                <a:ext uri="{FF2B5EF4-FFF2-40B4-BE49-F238E27FC236}">
                  <a16:creationId xmlns:a16="http://schemas.microsoft.com/office/drawing/2014/main" id="{89BA2E7A-4770-3F5B-8350-FCA8BA03B1EF}"/>
                </a:ext>
              </a:extLst>
            </p:cNvPr>
            <p:cNvSpPr/>
            <p:nvPr/>
          </p:nvSpPr>
          <p:spPr>
            <a:xfrm>
              <a:off x="3484235" y="4255101"/>
              <a:ext cx="8918" cy="17281"/>
            </a:xfrm>
            <a:custGeom>
              <a:avLst/>
              <a:gdLst/>
              <a:ahLst/>
              <a:cxnLst/>
              <a:rect l="l" t="t" r="r" b="b"/>
              <a:pathLst>
                <a:path w="273" h="529" extrusionOk="0">
                  <a:moveTo>
                    <a:pt x="124" y="27"/>
                  </a:moveTo>
                  <a:cubicBezTo>
                    <a:pt x="124" y="27"/>
                    <a:pt x="137" y="82"/>
                    <a:pt x="218" y="257"/>
                  </a:cubicBezTo>
                  <a:lnTo>
                    <a:pt x="257" y="419"/>
                  </a:lnTo>
                  <a:cubicBezTo>
                    <a:pt x="273" y="432"/>
                    <a:pt x="273" y="448"/>
                    <a:pt x="273" y="461"/>
                  </a:cubicBezTo>
                  <a:lnTo>
                    <a:pt x="257" y="529"/>
                  </a:lnTo>
                  <a:cubicBezTo>
                    <a:pt x="257" y="529"/>
                    <a:pt x="205" y="529"/>
                    <a:pt x="111" y="393"/>
                  </a:cubicBezTo>
                  <a:lnTo>
                    <a:pt x="69" y="325"/>
                  </a:lnTo>
                  <a:cubicBezTo>
                    <a:pt x="30" y="231"/>
                    <a:pt x="14" y="176"/>
                    <a:pt x="1" y="69"/>
                  </a:cubicBezTo>
                  <a:lnTo>
                    <a:pt x="30" y="27"/>
                  </a:lnTo>
                  <a:cubicBezTo>
                    <a:pt x="30" y="27"/>
                    <a:pt x="95" y="1"/>
                    <a:pt x="124" y="27"/>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5" name="Google Shape;5095;p52">
              <a:extLst>
                <a:ext uri="{FF2B5EF4-FFF2-40B4-BE49-F238E27FC236}">
                  <a16:creationId xmlns:a16="http://schemas.microsoft.com/office/drawing/2014/main" id="{EEC0C6D9-C6F4-9349-9321-036E70BC6E90}"/>
                </a:ext>
              </a:extLst>
            </p:cNvPr>
            <p:cNvSpPr/>
            <p:nvPr/>
          </p:nvSpPr>
          <p:spPr>
            <a:xfrm>
              <a:off x="3565416" y="4249809"/>
              <a:ext cx="7971" cy="21201"/>
            </a:xfrm>
            <a:custGeom>
              <a:avLst/>
              <a:gdLst/>
              <a:ahLst/>
              <a:cxnLst/>
              <a:rect l="l" t="t" r="r" b="b"/>
              <a:pathLst>
                <a:path w="244" h="649" extrusionOk="0">
                  <a:moveTo>
                    <a:pt x="202" y="27"/>
                  </a:moveTo>
                  <a:cubicBezTo>
                    <a:pt x="231" y="95"/>
                    <a:pt x="244" y="56"/>
                    <a:pt x="231" y="108"/>
                  </a:cubicBezTo>
                  <a:lnTo>
                    <a:pt x="189" y="270"/>
                  </a:lnTo>
                  <a:cubicBezTo>
                    <a:pt x="163" y="380"/>
                    <a:pt x="137" y="474"/>
                    <a:pt x="137" y="474"/>
                  </a:cubicBezTo>
                  <a:cubicBezTo>
                    <a:pt x="108" y="513"/>
                    <a:pt x="95" y="568"/>
                    <a:pt x="95" y="568"/>
                  </a:cubicBezTo>
                  <a:lnTo>
                    <a:pt x="14" y="649"/>
                  </a:lnTo>
                  <a:cubicBezTo>
                    <a:pt x="14" y="649"/>
                    <a:pt x="1" y="555"/>
                    <a:pt x="14" y="448"/>
                  </a:cubicBezTo>
                  <a:lnTo>
                    <a:pt x="150" y="56"/>
                  </a:lnTo>
                  <a:cubicBezTo>
                    <a:pt x="150" y="56"/>
                    <a:pt x="189" y="1"/>
                    <a:pt x="202" y="27"/>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6" name="Google Shape;5096;p52">
              <a:extLst>
                <a:ext uri="{FF2B5EF4-FFF2-40B4-BE49-F238E27FC236}">
                  <a16:creationId xmlns:a16="http://schemas.microsoft.com/office/drawing/2014/main" id="{EB7C84E1-CB91-1D9B-86BC-96619A322F10}"/>
                </a:ext>
              </a:extLst>
            </p:cNvPr>
            <p:cNvSpPr/>
            <p:nvPr/>
          </p:nvSpPr>
          <p:spPr>
            <a:xfrm>
              <a:off x="3456075" y="4249809"/>
              <a:ext cx="11891" cy="19404"/>
            </a:xfrm>
            <a:custGeom>
              <a:avLst/>
              <a:gdLst/>
              <a:ahLst/>
              <a:cxnLst/>
              <a:rect l="l" t="t" r="r" b="b"/>
              <a:pathLst>
                <a:path w="364" h="594" extrusionOk="0">
                  <a:moveTo>
                    <a:pt x="309" y="581"/>
                  </a:moveTo>
                  <a:cubicBezTo>
                    <a:pt x="228" y="513"/>
                    <a:pt x="147" y="393"/>
                    <a:pt x="134" y="380"/>
                  </a:cubicBezTo>
                  <a:cubicBezTo>
                    <a:pt x="121" y="351"/>
                    <a:pt x="121" y="338"/>
                    <a:pt x="108" y="325"/>
                  </a:cubicBezTo>
                  <a:cubicBezTo>
                    <a:pt x="95" y="299"/>
                    <a:pt x="82" y="270"/>
                    <a:pt x="82" y="257"/>
                  </a:cubicBezTo>
                  <a:cubicBezTo>
                    <a:pt x="40" y="176"/>
                    <a:pt x="1" y="56"/>
                    <a:pt x="1" y="56"/>
                  </a:cubicBezTo>
                  <a:lnTo>
                    <a:pt x="40" y="1"/>
                  </a:lnTo>
                  <a:cubicBezTo>
                    <a:pt x="40" y="1"/>
                    <a:pt x="95" y="1"/>
                    <a:pt x="228" y="270"/>
                  </a:cubicBezTo>
                  <a:cubicBezTo>
                    <a:pt x="351" y="500"/>
                    <a:pt x="244" y="299"/>
                    <a:pt x="364" y="555"/>
                  </a:cubicBezTo>
                  <a:lnTo>
                    <a:pt x="364" y="594"/>
                  </a:lnTo>
                  <a:cubicBezTo>
                    <a:pt x="364" y="594"/>
                    <a:pt x="325" y="594"/>
                    <a:pt x="309" y="58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7" name="Google Shape;5097;p52">
              <a:extLst>
                <a:ext uri="{FF2B5EF4-FFF2-40B4-BE49-F238E27FC236}">
                  <a16:creationId xmlns:a16="http://schemas.microsoft.com/office/drawing/2014/main" id="{346E35B9-6318-638A-71E1-746879B06CE6}"/>
                </a:ext>
              </a:extLst>
            </p:cNvPr>
            <p:cNvSpPr/>
            <p:nvPr/>
          </p:nvSpPr>
          <p:spPr>
            <a:xfrm>
              <a:off x="3538955" y="4239224"/>
              <a:ext cx="4900" cy="17281"/>
            </a:xfrm>
            <a:custGeom>
              <a:avLst/>
              <a:gdLst/>
              <a:ahLst/>
              <a:cxnLst/>
              <a:rect l="l" t="t" r="r" b="b"/>
              <a:pathLst>
                <a:path w="150" h="529" extrusionOk="0">
                  <a:moveTo>
                    <a:pt x="95" y="14"/>
                  </a:moveTo>
                  <a:lnTo>
                    <a:pt x="150" y="137"/>
                  </a:lnTo>
                  <a:lnTo>
                    <a:pt x="150" y="231"/>
                  </a:lnTo>
                  <a:cubicBezTo>
                    <a:pt x="137" y="474"/>
                    <a:pt x="121" y="419"/>
                    <a:pt x="121" y="448"/>
                  </a:cubicBezTo>
                  <a:lnTo>
                    <a:pt x="56" y="529"/>
                  </a:lnTo>
                  <a:lnTo>
                    <a:pt x="14" y="474"/>
                  </a:lnTo>
                  <a:cubicBezTo>
                    <a:pt x="1" y="299"/>
                    <a:pt x="1" y="393"/>
                    <a:pt x="14" y="244"/>
                  </a:cubicBezTo>
                  <a:lnTo>
                    <a:pt x="14" y="150"/>
                  </a:lnTo>
                  <a:cubicBezTo>
                    <a:pt x="27" y="69"/>
                    <a:pt x="56" y="43"/>
                    <a:pt x="56" y="43"/>
                  </a:cubicBezTo>
                  <a:cubicBezTo>
                    <a:pt x="56" y="43"/>
                    <a:pt x="82" y="1"/>
                    <a:pt x="95" y="14"/>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8" name="Google Shape;5098;p52">
              <a:extLst>
                <a:ext uri="{FF2B5EF4-FFF2-40B4-BE49-F238E27FC236}">
                  <a16:creationId xmlns:a16="http://schemas.microsoft.com/office/drawing/2014/main" id="{B0DFC08C-B0E9-C731-FDB5-4E4C7A2DC94E}"/>
                </a:ext>
              </a:extLst>
            </p:cNvPr>
            <p:cNvSpPr/>
            <p:nvPr/>
          </p:nvSpPr>
          <p:spPr>
            <a:xfrm>
              <a:off x="3498838" y="4231286"/>
              <a:ext cx="7546" cy="26493"/>
            </a:xfrm>
            <a:custGeom>
              <a:avLst/>
              <a:gdLst/>
              <a:ahLst/>
              <a:cxnLst/>
              <a:rect l="l" t="t" r="r" b="b"/>
              <a:pathLst>
                <a:path w="231" h="811" extrusionOk="0">
                  <a:moveTo>
                    <a:pt x="82" y="27"/>
                  </a:moveTo>
                  <a:lnTo>
                    <a:pt x="121" y="108"/>
                  </a:lnTo>
                  <a:cubicBezTo>
                    <a:pt x="150" y="205"/>
                    <a:pt x="95" y="27"/>
                    <a:pt x="189" y="448"/>
                  </a:cubicBezTo>
                  <a:cubicBezTo>
                    <a:pt x="215" y="542"/>
                    <a:pt x="231" y="675"/>
                    <a:pt x="231" y="675"/>
                  </a:cubicBezTo>
                  <a:cubicBezTo>
                    <a:pt x="189" y="811"/>
                    <a:pt x="163" y="717"/>
                    <a:pt x="163" y="717"/>
                  </a:cubicBezTo>
                  <a:cubicBezTo>
                    <a:pt x="1" y="568"/>
                    <a:pt x="69" y="691"/>
                    <a:pt x="14" y="218"/>
                  </a:cubicBezTo>
                  <a:cubicBezTo>
                    <a:pt x="1" y="56"/>
                    <a:pt x="40" y="69"/>
                    <a:pt x="40" y="69"/>
                  </a:cubicBezTo>
                  <a:cubicBezTo>
                    <a:pt x="40" y="69"/>
                    <a:pt x="40" y="1"/>
                    <a:pt x="82" y="27"/>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9" name="Google Shape;5099;p52">
              <a:extLst>
                <a:ext uri="{FF2B5EF4-FFF2-40B4-BE49-F238E27FC236}">
                  <a16:creationId xmlns:a16="http://schemas.microsoft.com/office/drawing/2014/main" id="{181C4104-74EC-A961-514A-F88D5C628648}"/>
                </a:ext>
              </a:extLst>
            </p:cNvPr>
            <p:cNvSpPr/>
            <p:nvPr/>
          </p:nvSpPr>
          <p:spPr>
            <a:xfrm>
              <a:off x="3462641" y="4229064"/>
              <a:ext cx="6174" cy="17706"/>
            </a:xfrm>
            <a:custGeom>
              <a:avLst/>
              <a:gdLst/>
              <a:ahLst/>
              <a:cxnLst/>
              <a:rect l="l" t="t" r="r" b="b"/>
              <a:pathLst>
                <a:path w="189" h="542" extrusionOk="0">
                  <a:moveTo>
                    <a:pt x="108" y="30"/>
                  </a:moveTo>
                  <a:cubicBezTo>
                    <a:pt x="108" y="30"/>
                    <a:pt x="176" y="257"/>
                    <a:pt x="189" y="435"/>
                  </a:cubicBezTo>
                  <a:lnTo>
                    <a:pt x="163" y="542"/>
                  </a:lnTo>
                  <a:lnTo>
                    <a:pt x="108" y="487"/>
                  </a:lnTo>
                  <a:cubicBezTo>
                    <a:pt x="27" y="419"/>
                    <a:pt x="56" y="461"/>
                    <a:pt x="43" y="380"/>
                  </a:cubicBezTo>
                  <a:cubicBezTo>
                    <a:pt x="1" y="205"/>
                    <a:pt x="27" y="30"/>
                    <a:pt x="27" y="30"/>
                  </a:cubicBezTo>
                  <a:cubicBezTo>
                    <a:pt x="27" y="30"/>
                    <a:pt x="69" y="1"/>
                    <a:pt x="108" y="30"/>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0" name="Google Shape;5100;p52">
              <a:extLst>
                <a:ext uri="{FF2B5EF4-FFF2-40B4-BE49-F238E27FC236}">
                  <a16:creationId xmlns:a16="http://schemas.microsoft.com/office/drawing/2014/main" id="{2B37F277-2FE5-7A86-4304-829292F27337}"/>
                </a:ext>
              </a:extLst>
            </p:cNvPr>
            <p:cNvSpPr/>
            <p:nvPr/>
          </p:nvSpPr>
          <p:spPr>
            <a:xfrm>
              <a:off x="3560124" y="4222498"/>
              <a:ext cx="5749" cy="22475"/>
            </a:xfrm>
            <a:custGeom>
              <a:avLst/>
              <a:gdLst/>
              <a:ahLst/>
              <a:cxnLst/>
              <a:rect l="l" t="t" r="r" b="b"/>
              <a:pathLst>
                <a:path w="176" h="688" extrusionOk="0">
                  <a:moveTo>
                    <a:pt x="108" y="1"/>
                  </a:moveTo>
                  <a:cubicBezTo>
                    <a:pt x="176" y="27"/>
                    <a:pt x="137" y="40"/>
                    <a:pt x="137" y="82"/>
                  </a:cubicBezTo>
                  <a:lnTo>
                    <a:pt x="137" y="513"/>
                  </a:lnTo>
                  <a:lnTo>
                    <a:pt x="108" y="636"/>
                  </a:lnTo>
                  <a:lnTo>
                    <a:pt x="56" y="688"/>
                  </a:lnTo>
                  <a:lnTo>
                    <a:pt x="14" y="636"/>
                  </a:lnTo>
                  <a:cubicBezTo>
                    <a:pt x="1" y="432"/>
                    <a:pt x="27" y="270"/>
                    <a:pt x="56" y="40"/>
                  </a:cubicBezTo>
                  <a:cubicBezTo>
                    <a:pt x="56" y="40"/>
                    <a:pt x="82" y="1"/>
                    <a:pt x="108" y="1"/>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1" name="Google Shape;5101;p52">
              <a:extLst>
                <a:ext uri="{FF2B5EF4-FFF2-40B4-BE49-F238E27FC236}">
                  <a16:creationId xmlns:a16="http://schemas.microsoft.com/office/drawing/2014/main" id="{38129DAA-F3B4-3127-1C29-C935FCEE6E84}"/>
                </a:ext>
              </a:extLst>
            </p:cNvPr>
            <p:cNvSpPr/>
            <p:nvPr/>
          </p:nvSpPr>
          <p:spPr>
            <a:xfrm>
              <a:off x="3570284" y="4039490"/>
              <a:ext cx="3953" cy="14112"/>
            </a:xfrm>
            <a:custGeom>
              <a:avLst/>
              <a:gdLst/>
              <a:ahLst/>
              <a:cxnLst/>
              <a:rect l="l" t="t" r="r" b="b"/>
              <a:pathLst>
                <a:path w="121" h="432" extrusionOk="0">
                  <a:moveTo>
                    <a:pt x="82" y="40"/>
                  </a:moveTo>
                  <a:cubicBezTo>
                    <a:pt x="82" y="40"/>
                    <a:pt x="108" y="228"/>
                    <a:pt x="121" y="390"/>
                  </a:cubicBezTo>
                  <a:lnTo>
                    <a:pt x="82" y="432"/>
                  </a:lnTo>
                  <a:cubicBezTo>
                    <a:pt x="82" y="432"/>
                    <a:pt x="14" y="215"/>
                    <a:pt x="1" y="82"/>
                  </a:cubicBezTo>
                  <a:cubicBezTo>
                    <a:pt x="1" y="27"/>
                    <a:pt x="27" y="1"/>
                    <a:pt x="82" y="40"/>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2" name="Google Shape;5102;p52">
              <a:extLst>
                <a:ext uri="{FF2B5EF4-FFF2-40B4-BE49-F238E27FC236}">
                  <a16:creationId xmlns:a16="http://schemas.microsoft.com/office/drawing/2014/main" id="{2B742815-E790-28AE-28FA-ACAE698AA112}"/>
                </a:ext>
              </a:extLst>
            </p:cNvPr>
            <p:cNvSpPr/>
            <p:nvPr/>
          </p:nvSpPr>
          <p:spPr>
            <a:xfrm>
              <a:off x="3561398" y="4002444"/>
              <a:ext cx="6697" cy="16758"/>
            </a:xfrm>
            <a:custGeom>
              <a:avLst/>
              <a:gdLst/>
              <a:ahLst/>
              <a:cxnLst/>
              <a:rect l="l" t="t" r="r" b="b"/>
              <a:pathLst>
                <a:path w="205" h="513" extrusionOk="0">
                  <a:moveTo>
                    <a:pt x="43" y="27"/>
                  </a:moveTo>
                  <a:lnTo>
                    <a:pt x="124" y="108"/>
                  </a:lnTo>
                  <a:cubicBezTo>
                    <a:pt x="163" y="202"/>
                    <a:pt x="205" y="351"/>
                    <a:pt x="205" y="351"/>
                  </a:cubicBezTo>
                  <a:cubicBezTo>
                    <a:pt x="205" y="377"/>
                    <a:pt x="192" y="406"/>
                    <a:pt x="192" y="406"/>
                  </a:cubicBezTo>
                  <a:cubicBezTo>
                    <a:pt x="192" y="406"/>
                    <a:pt x="205" y="513"/>
                    <a:pt x="111" y="377"/>
                  </a:cubicBezTo>
                  <a:lnTo>
                    <a:pt x="1" y="95"/>
                  </a:lnTo>
                  <a:cubicBezTo>
                    <a:pt x="17" y="1"/>
                    <a:pt x="30" y="14"/>
                    <a:pt x="43" y="27"/>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3" name="Google Shape;5103;p52">
              <a:extLst>
                <a:ext uri="{FF2B5EF4-FFF2-40B4-BE49-F238E27FC236}">
                  <a16:creationId xmlns:a16="http://schemas.microsoft.com/office/drawing/2014/main" id="{5D3BFB2F-3CD4-9DCF-168A-121AA1CD955F}"/>
                </a:ext>
              </a:extLst>
            </p:cNvPr>
            <p:cNvSpPr/>
            <p:nvPr/>
          </p:nvSpPr>
          <p:spPr>
            <a:xfrm>
              <a:off x="3183947" y="3809700"/>
              <a:ext cx="311844" cy="455581"/>
            </a:xfrm>
            <a:custGeom>
              <a:avLst/>
              <a:gdLst/>
              <a:ahLst/>
              <a:cxnLst/>
              <a:rect l="l" t="t" r="r" b="b"/>
              <a:pathLst>
                <a:path w="9546" h="13946" extrusionOk="0">
                  <a:moveTo>
                    <a:pt x="6170" y="13946"/>
                  </a:moveTo>
                  <a:lnTo>
                    <a:pt x="3374" y="13946"/>
                  </a:lnTo>
                  <a:cubicBezTo>
                    <a:pt x="1203" y="13758"/>
                    <a:pt x="1" y="10813"/>
                    <a:pt x="2376" y="9274"/>
                  </a:cubicBezTo>
                  <a:cubicBezTo>
                    <a:pt x="4751" y="7722"/>
                    <a:pt x="419" y="7087"/>
                    <a:pt x="2376" y="5253"/>
                  </a:cubicBezTo>
                  <a:cubicBezTo>
                    <a:pt x="4346" y="3429"/>
                    <a:pt x="3510" y="4009"/>
                    <a:pt x="3374" y="2094"/>
                  </a:cubicBezTo>
                  <a:cubicBezTo>
                    <a:pt x="3322" y="1446"/>
                    <a:pt x="3523" y="176"/>
                    <a:pt x="4563" y="95"/>
                  </a:cubicBezTo>
                  <a:cubicBezTo>
                    <a:pt x="5940" y="1"/>
                    <a:pt x="6225" y="1349"/>
                    <a:pt x="6170" y="2094"/>
                  </a:cubicBezTo>
                  <a:cubicBezTo>
                    <a:pt x="6034" y="4009"/>
                    <a:pt x="5198" y="3429"/>
                    <a:pt x="7168" y="5253"/>
                  </a:cubicBezTo>
                  <a:cubicBezTo>
                    <a:pt x="9125" y="7087"/>
                    <a:pt x="4793" y="7722"/>
                    <a:pt x="7168" y="9274"/>
                  </a:cubicBezTo>
                  <a:cubicBezTo>
                    <a:pt x="9546" y="10813"/>
                    <a:pt x="8344" y="13758"/>
                    <a:pt x="6170" y="13946"/>
                  </a:cubicBezTo>
                  <a:close/>
                </a:path>
              </a:pathLst>
            </a:custGeom>
            <a:solidFill>
              <a:srgbClr val="8AC9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4" name="Google Shape;5104;p52">
              <a:extLst>
                <a:ext uri="{FF2B5EF4-FFF2-40B4-BE49-F238E27FC236}">
                  <a16:creationId xmlns:a16="http://schemas.microsoft.com/office/drawing/2014/main" id="{FB8E4A68-48F5-3767-6C12-65EB8EDBFF56}"/>
                </a:ext>
              </a:extLst>
            </p:cNvPr>
            <p:cNvSpPr/>
            <p:nvPr/>
          </p:nvSpPr>
          <p:spPr>
            <a:xfrm>
              <a:off x="3279208" y="4119723"/>
              <a:ext cx="71901" cy="54751"/>
            </a:xfrm>
            <a:custGeom>
              <a:avLst/>
              <a:gdLst/>
              <a:ahLst/>
              <a:cxnLst/>
              <a:rect l="l" t="t" r="r" b="b"/>
              <a:pathLst>
                <a:path w="2201" h="1676" extrusionOk="0">
                  <a:moveTo>
                    <a:pt x="95" y="40"/>
                  </a:moveTo>
                  <a:lnTo>
                    <a:pt x="163" y="95"/>
                  </a:lnTo>
                  <a:lnTo>
                    <a:pt x="244" y="150"/>
                  </a:lnTo>
                  <a:lnTo>
                    <a:pt x="312" y="189"/>
                  </a:lnTo>
                  <a:lnTo>
                    <a:pt x="351" y="231"/>
                  </a:lnTo>
                  <a:lnTo>
                    <a:pt x="377" y="244"/>
                  </a:lnTo>
                  <a:lnTo>
                    <a:pt x="445" y="299"/>
                  </a:lnTo>
                  <a:lnTo>
                    <a:pt x="513" y="338"/>
                  </a:lnTo>
                  <a:lnTo>
                    <a:pt x="581" y="393"/>
                  </a:lnTo>
                  <a:lnTo>
                    <a:pt x="620" y="419"/>
                  </a:lnTo>
                  <a:lnTo>
                    <a:pt x="649" y="432"/>
                  </a:lnTo>
                  <a:lnTo>
                    <a:pt x="717" y="487"/>
                  </a:lnTo>
                  <a:lnTo>
                    <a:pt x="863" y="581"/>
                  </a:lnTo>
                  <a:lnTo>
                    <a:pt x="892" y="607"/>
                  </a:lnTo>
                  <a:lnTo>
                    <a:pt x="999" y="675"/>
                  </a:lnTo>
                  <a:lnTo>
                    <a:pt x="1135" y="785"/>
                  </a:lnTo>
                  <a:lnTo>
                    <a:pt x="1203" y="837"/>
                  </a:lnTo>
                  <a:lnTo>
                    <a:pt x="1404" y="973"/>
                  </a:lnTo>
                  <a:lnTo>
                    <a:pt x="1540" y="1080"/>
                  </a:lnTo>
                  <a:lnTo>
                    <a:pt x="1579" y="1109"/>
                  </a:lnTo>
                  <a:lnTo>
                    <a:pt x="1673" y="1174"/>
                  </a:lnTo>
                  <a:lnTo>
                    <a:pt x="1741" y="1229"/>
                  </a:lnTo>
                  <a:lnTo>
                    <a:pt x="1809" y="1284"/>
                  </a:lnTo>
                  <a:lnTo>
                    <a:pt x="1877" y="1336"/>
                  </a:lnTo>
                  <a:lnTo>
                    <a:pt x="1945" y="1391"/>
                  </a:lnTo>
                  <a:lnTo>
                    <a:pt x="2013" y="1433"/>
                  </a:lnTo>
                  <a:lnTo>
                    <a:pt x="2078" y="1485"/>
                  </a:lnTo>
                  <a:lnTo>
                    <a:pt x="2146" y="1540"/>
                  </a:lnTo>
                  <a:lnTo>
                    <a:pt x="2175" y="1553"/>
                  </a:lnTo>
                  <a:lnTo>
                    <a:pt x="2201" y="1621"/>
                  </a:lnTo>
                  <a:lnTo>
                    <a:pt x="2201" y="1676"/>
                  </a:lnTo>
                  <a:lnTo>
                    <a:pt x="2146" y="1676"/>
                  </a:lnTo>
                  <a:lnTo>
                    <a:pt x="2094" y="1660"/>
                  </a:lnTo>
                  <a:lnTo>
                    <a:pt x="2065" y="1647"/>
                  </a:lnTo>
                  <a:lnTo>
                    <a:pt x="1997" y="1595"/>
                  </a:lnTo>
                  <a:lnTo>
                    <a:pt x="1932" y="1540"/>
                  </a:lnTo>
                  <a:lnTo>
                    <a:pt x="1864" y="1498"/>
                  </a:lnTo>
                  <a:lnTo>
                    <a:pt x="1796" y="1446"/>
                  </a:lnTo>
                  <a:lnTo>
                    <a:pt x="1728" y="1391"/>
                  </a:lnTo>
                  <a:lnTo>
                    <a:pt x="1660" y="1336"/>
                  </a:lnTo>
                  <a:lnTo>
                    <a:pt x="1592" y="1297"/>
                  </a:lnTo>
                  <a:lnTo>
                    <a:pt x="1498" y="1216"/>
                  </a:lnTo>
                  <a:lnTo>
                    <a:pt x="1459" y="1190"/>
                  </a:lnTo>
                  <a:lnTo>
                    <a:pt x="1323" y="1093"/>
                  </a:lnTo>
                  <a:lnTo>
                    <a:pt x="1135" y="947"/>
                  </a:lnTo>
                  <a:lnTo>
                    <a:pt x="1054" y="892"/>
                  </a:lnTo>
                  <a:lnTo>
                    <a:pt x="918" y="785"/>
                  </a:lnTo>
                  <a:lnTo>
                    <a:pt x="811" y="704"/>
                  </a:lnTo>
                  <a:lnTo>
                    <a:pt x="782" y="688"/>
                  </a:lnTo>
                  <a:lnTo>
                    <a:pt x="649" y="581"/>
                  </a:lnTo>
                  <a:lnTo>
                    <a:pt x="581" y="526"/>
                  </a:lnTo>
                  <a:lnTo>
                    <a:pt x="568" y="513"/>
                  </a:lnTo>
                  <a:lnTo>
                    <a:pt x="526" y="474"/>
                  </a:lnTo>
                  <a:lnTo>
                    <a:pt x="458" y="419"/>
                  </a:lnTo>
                  <a:lnTo>
                    <a:pt x="393" y="364"/>
                  </a:lnTo>
                  <a:lnTo>
                    <a:pt x="325" y="312"/>
                  </a:lnTo>
                  <a:lnTo>
                    <a:pt x="296" y="283"/>
                  </a:lnTo>
                  <a:lnTo>
                    <a:pt x="257" y="257"/>
                  </a:lnTo>
                  <a:lnTo>
                    <a:pt x="189" y="202"/>
                  </a:lnTo>
                  <a:lnTo>
                    <a:pt x="134" y="150"/>
                  </a:lnTo>
                  <a:lnTo>
                    <a:pt x="69" y="95"/>
                  </a:lnTo>
                  <a:lnTo>
                    <a:pt x="1" y="27"/>
                  </a:lnTo>
                  <a:lnTo>
                    <a:pt x="1" y="1"/>
                  </a:lnTo>
                  <a:lnTo>
                    <a:pt x="27"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5" name="Google Shape;5105;p52">
              <a:extLst>
                <a:ext uri="{FF2B5EF4-FFF2-40B4-BE49-F238E27FC236}">
                  <a16:creationId xmlns:a16="http://schemas.microsoft.com/office/drawing/2014/main" id="{1B7FB8DA-A601-83E0-27A7-2441AEF3B35F}"/>
                </a:ext>
              </a:extLst>
            </p:cNvPr>
            <p:cNvSpPr/>
            <p:nvPr/>
          </p:nvSpPr>
          <p:spPr>
            <a:xfrm>
              <a:off x="3348857" y="4133803"/>
              <a:ext cx="80264" cy="67981"/>
            </a:xfrm>
            <a:custGeom>
              <a:avLst/>
              <a:gdLst/>
              <a:ahLst/>
              <a:cxnLst/>
              <a:rect l="l" t="t" r="r" b="b"/>
              <a:pathLst>
                <a:path w="2457" h="2081" extrusionOk="0">
                  <a:moveTo>
                    <a:pt x="2444" y="56"/>
                  </a:moveTo>
                  <a:lnTo>
                    <a:pt x="2295" y="192"/>
                  </a:lnTo>
                  <a:lnTo>
                    <a:pt x="2201" y="273"/>
                  </a:lnTo>
                  <a:lnTo>
                    <a:pt x="2149" y="312"/>
                  </a:lnTo>
                  <a:lnTo>
                    <a:pt x="2013" y="448"/>
                  </a:lnTo>
                  <a:lnTo>
                    <a:pt x="2000" y="448"/>
                  </a:lnTo>
                  <a:lnTo>
                    <a:pt x="1864" y="568"/>
                  </a:lnTo>
                  <a:lnTo>
                    <a:pt x="1838" y="597"/>
                  </a:lnTo>
                  <a:lnTo>
                    <a:pt x="1783" y="636"/>
                  </a:lnTo>
                  <a:lnTo>
                    <a:pt x="1715" y="704"/>
                  </a:lnTo>
                  <a:lnTo>
                    <a:pt x="1634" y="772"/>
                  </a:lnTo>
                  <a:lnTo>
                    <a:pt x="1566" y="824"/>
                  </a:lnTo>
                  <a:lnTo>
                    <a:pt x="1485" y="892"/>
                  </a:lnTo>
                  <a:lnTo>
                    <a:pt x="1420" y="960"/>
                  </a:lnTo>
                  <a:lnTo>
                    <a:pt x="1391" y="986"/>
                  </a:lnTo>
                  <a:lnTo>
                    <a:pt x="1339" y="1028"/>
                  </a:lnTo>
                  <a:lnTo>
                    <a:pt x="1271" y="1096"/>
                  </a:lnTo>
                  <a:lnTo>
                    <a:pt x="1190" y="1148"/>
                  </a:lnTo>
                  <a:lnTo>
                    <a:pt x="1122" y="1216"/>
                  </a:lnTo>
                  <a:lnTo>
                    <a:pt x="1041" y="1284"/>
                  </a:lnTo>
                  <a:lnTo>
                    <a:pt x="973" y="1352"/>
                  </a:lnTo>
                  <a:lnTo>
                    <a:pt x="918" y="1391"/>
                  </a:lnTo>
                  <a:lnTo>
                    <a:pt x="892" y="1420"/>
                  </a:lnTo>
                  <a:lnTo>
                    <a:pt x="824" y="1472"/>
                  </a:lnTo>
                  <a:lnTo>
                    <a:pt x="743" y="1540"/>
                  </a:lnTo>
                  <a:lnTo>
                    <a:pt x="675" y="1608"/>
                  </a:lnTo>
                  <a:lnTo>
                    <a:pt x="594" y="1676"/>
                  </a:lnTo>
                  <a:lnTo>
                    <a:pt x="529" y="1731"/>
                  </a:lnTo>
                  <a:lnTo>
                    <a:pt x="487" y="1770"/>
                  </a:lnTo>
                  <a:lnTo>
                    <a:pt x="461" y="1796"/>
                  </a:lnTo>
                  <a:lnTo>
                    <a:pt x="380" y="1864"/>
                  </a:lnTo>
                  <a:lnTo>
                    <a:pt x="312" y="1932"/>
                  </a:lnTo>
                  <a:lnTo>
                    <a:pt x="286" y="1945"/>
                  </a:lnTo>
                  <a:lnTo>
                    <a:pt x="244" y="1987"/>
                  </a:lnTo>
                  <a:lnTo>
                    <a:pt x="163" y="2055"/>
                  </a:lnTo>
                  <a:lnTo>
                    <a:pt x="150" y="2081"/>
                  </a:lnTo>
                  <a:lnTo>
                    <a:pt x="56" y="2081"/>
                  </a:lnTo>
                  <a:lnTo>
                    <a:pt x="1" y="2081"/>
                  </a:lnTo>
                  <a:lnTo>
                    <a:pt x="1" y="2026"/>
                  </a:lnTo>
                  <a:lnTo>
                    <a:pt x="14" y="1945"/>
                  </a:lnTo>
                  <a:lnTo>
                    <a:pt x="43" y="1919"/>
                  </a:lnTo>
                  <a:lnTo>
                    <a:pt x="108" y="1851"/>
                  </a:lnTo>
                  <a:lnTo>
                    <a:pt x="150" y="1796"/>
                  </a:lnTo>
                  <a:lnTo>
                    <a:pt x="176" y="1783"/>
                  </a:lnTo>
                  <a:lnTo>
                    <a:pt x="244" y="1715"/>
                  </a:lnTo>
                  <a:lnTo>
                    <a:pt x="312" y="1650"/>
                  </a:lnTo>
                  <a:lnTo>
                    <a:pt x="338" y="1621"/>
                  </a:lnTo>
                  <a:lnTo>
                    <a:pt x="380" y="1582"/>
                  </a:lnTo>
                  <a:lnTo>
                    <a:pt x="461" y="1514"/>
                  </a:lnTo>
                  <a:lnTo>
                    <a:pt x="529" y="1446"/>
                  </a:lnTo>
                  <a:lnTo>
                    <a:pt x="610" y="1378"/>
                  </a:lnTo>
                  <a:lnTo>
                    <a:pt x="675" y="1310"/>
                  </a:lnTo>
                  <a:lnTo>
                    <a:pt x="756" y="1258"/>
                  </a:lnTo>
                  <a:lnTo>
                    <a:pt x="772" y="1229"/>
                  </a:lnTo>
                  <a:lnTo>
                    <a:pt x="824" y="1190"/>
                  </a:lnTo>
                  <a:lnTo>
                    <a:pt x="905" y="1122"/>
                  </a:lnTo>
                  <a:lnTo>
                    <a:pt x="986" y="1054"/>
                  </a:lnTo>
                  <a:lnTo>
                    <a:pt x="1054" y="1002"/>
                  </a:lnTo>
                  <a:lnTo>
                    <a:pt x="1135" y="934"/>
                  </a:lnTo>
                  <a:lnTo>
                    <a:pt x="1216" y="879"/>
                  </a:lnTo>
                  <a:lnTo>
                    <a:pt x="1271" y="840"/>
                  </a:lnTo>
                  <a:lnTo>
                    <a:pt x="1297" y="811"/>
                  </a:lnTo>
                  <a:lnTo>
                    <a:pt x="1378" y="743"/>
                  </a:lnTo>
                  <a:lnTo>
                    <a:pt x="1446" y="691"/>
                  </a:lnTo>
                  <a:lnTo>
                    <a:pt x="1527" y="636"/>
                  </a:lnTo>
                  <a:lnTo>
                    <a:pt x="1608" y="568"/>
                  </a:lnTo>
                  <a:lnTo>
                    <a:pt x="1689" y="516"/>
                  </a:lnTo>
                  <a:lnTo>
                    <a:pt x="1744" y="474"/>
                  </a:lnTo>
                  <a:lnTo>
                    <a:pt x="1770" y="448"/>
                  </a:lnTo>
                  <a:lnTo>
                    <a:pt x="1919" y="338"/>
                  </a:lnTo>
                  <a:lnTo>
                    <a:pt x="1932" y="338"/>
                  </a:lnTo>
                  <a:lnTo>
                    <a:pt x="2081" y="231"/>
                  </a:lnTo>
                  <a:lnTo>
                    <a:pt x="2133" y="192"/>
                  </a:lnTo>
                  <a:lnTo>
                    <a:pt x="2243" y="124"/>
                  </a:lnTo>
                  <a:lnTo>
                    <a:pt x="2405" y="1"/>
                  </a:lnTo>
                  <a:lnTo>
                    <a:pt x="2457"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6" name="Google Shape;5106;p52">
              <a:extLst>
                <a:ext uri="{FF2B5EF4-FFF2-40B4-BE49-F238E27FC236}">
                  <a16:creationId xmlns:a16="http://schemas.microsoft.com/office/drawing/2014/main" id="{1A6B6EEE-7638-EE70-D715-A203B9D8F9C1}"/>
                </a:ext>
              </a:extLst>
            </p:cNvPr>
            <p:cNvSpPr/>
            <p:nvPr/>
          </p:nvSpPr>
          <p:spPr>
            <a:xfrm>
              <a:off x="3292439" y="3976407"/>
              <a:ext cx="55600" cy="49361"/>
            </a:xfrm>
            <a:custGeom>
              <a:avLst/>
              <a:gdLst/>
              <a:ahLst/>
              <a:cxnLst/>
              <a:rect l="l" t="t" r="r" b="b"/>
              <a:pathLst>
                <a:path w="1702" h="1511" extrusionOk="0">
                  <a:moveTo>
                    <a:pt x="53" y="1"/>
                  </a:moveTo>
                  <a:lnTo>
                    <a:pt x="163" y="82"/>
                  </a:lnTo>
                  <a:lnTo>
                    <a:pt x="270" y="176"/>
                  </a:lnTo>
                  <a:lnTo>
                    <a:pt x="364" y="257"/>
                  </a:lnTo>
                  <a:lnTo>
                    <a:pt x="458" y="325"/>
                  </a:lnTo>
                  <a:lnTo>
                    <a:pt x="474" y="338"/>
                  </a:lnTo>
                  <a:lnTo>
                    <a:pt x="636" y="458"/>
                  </a:lnTo>
                  <a:lnTo>
                    <a:pt x="688" y="500"/>
                  </a:lnTo>
                  <a:lnTo>
                    <a:pt x="798" y="594"/>
                  </a:lnTo>
                  <a:lnTo>
                    <a:pt x="837" y="636"/>
                  </a:lnTo>
                  <a:lnTo>
                    <a:pt x="892" y="675"/>
                  </a:lnTo>
                  <a:lnTo>
                    <a:pt x="999" y="769"/>
                  </a:lnTo>
                  <a:lnTo>
                    <a:pt x="1067" y="837"/>
                  </a:lnTo>
                  <a:lnTo>
                    <a:pt x="1093" y="850"/>
                  </a:lnTo>
                  <a:lnTo>
                    <a:pt x="1203" y="944"/>
                  </a:lnTo>
                  <a:lnTo>
                    <a:pt x="1255" y="986"/>
                  </a:lnTo>
                  <a:lnTo>
                    <a:pt x="1297" y="1025"/>
                  </a:lnTo>
                  <a:lnTo>
                    <a:pt x="1349" y="1067"/>
                  </a:lnTo>
                  <a:lnTo>
                    <a:pt x="1404" y="1122"/>
                  </a:lnTo>
                  <a:lnTo>
                    <a:pt x="1459" y="1161"/>
                  </a:lnTo>
                  <a:lnTo>
                    <a:pt x="1472" y="1174"/>
                  </a:lnTo>
                  <a:lnTo>
                    <a:pt x="1511" y="1203"/>
                  </a:lnTo>
                  <a:lnTo>
                    <a:pt x="1566" y="1242"/>
                  </a:lnTo>
                  <a:lnTo>
                    <a:pt x="1592" y="1268"/>
                  </a:lnTo>
                  <a:lnTo>
                    <a:pt x="1608" y="1284"/>
                  </a:lnTo>
                  <a:lnTo>
                    <a:pt x="1660" y="1323"/>
                  </a:lnTo>
                  <a:lnTo>
                    <a:pt x="1702" y="1365"/>
                  </a:lnTo>
                  <a:lnTo>
                    <a:pt x="1689" y="1417"/>
                  </a:lnTo>
                  <a:lnTo>
                    <a:pt x="1634" y="1472"/>
                  </a:lnTo>
                  <a:lnTo>
                    <a:pt x="1592" y="1511"/>
                  </a:lnTo>
                  <a:lnTo>
                    <a:pt x="1553" y="1472"/>
                  </a:lnTo>
                  <a:lnTo>
                    <a:pt x="1498" y="1430"/>
                  </a:lnTo>
                  <a:lnTo>
                    <a:pt x="1472" y="1417"/>
                  </a:lnTo>
                  <a:lnTo>
                    <a:pt x="1446" y="1391"/>
                  </a:lnTo>
                  <a:lnTo>
                    <a:pt x="1391" y="1336"/>
                  </a:lnTo>
                  <a:lnTo>
                    <a:pt x="1349" y="1310"/>
                  </a:lnTo>
                  <a:lnTo>
                    <a:pt x="1336" y="1297"/>
                  </a:lnTo>
                  <a:lnTo>
                    <a:pt x="1284" y="1255"/>
                  </a:lnTo>
                  <a:lnTo>
                    <a:pt x="1242" y="1216"/>
                  </a:lnTo>
                  <a:lnTo>
                    <a:pt x="1187" y="1161"/>
                  </a:lnTo>
                  <a:lnTo>
                    <a:pt x="1135" y="1122"/>
                  </a:lnTo>
                  <a:lnTo>
                    <a:pt x="1080" y="1080"/>
                  </a:lnTo>
                  <a:lnTo>
                    <a:pt x="986" y="986"/>
                  </a:lnTo>
                  <a:lnTo>
                    <a:pt x="960" y="960"/>
                  </a:lnTo>
                  <a:lnTo>
                    <a:pt x="879" y="892"/>
                  </a:lnTo>
                  <a:lnTo>
                    <a:pt x="782" y="811"/>
                  </a:lnTo>
                  <a:lnTo>
                    <a:pt x="730" y="756"/>
                  </a:lnTo>
                  <a:lnTo>
                    <a:pt x="675" y="717"/>
                  </a:lnTo>
                  <a:lnTo>
                    <a:pt x="581" y="620"/>
                  </a:lnTo>
                  <a:lnTo>
                    <a:pt x="526" y="568"/>
                  </a:lnTo>
                  <a:lnTo>
                    <a:pt x="393" y="432"/>
                  </a:lnTo>
                  <a:lnTo>
                    <a:pt x="377" y="419"/>
                  </a:lnTo>
                  <a:lnTo>
                    <a:pt x="296" y="338"/>
                  </a:lnTo>
                  <a:lnTo>
                    <a:pt x="202" y="244"/>
                  </a:lnTo>
                  <a:lnTo>
                    <a:pt x="202" y="244"/>
                  </a:lnTo>
                  <a:lnTo>
                    <a:pt x="108" y="150"/>
                  </a:lnTo>
                  <a:lnTo>
                    <a:pt x="14" y="53"/>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7" name="Google Shape;5107;p52">
              <a:extLst>
                <a:ext uri="{FF2B5EF4-FFF2-40B4-BE49-F238E27FC236}">
                  <a16:creationId xmlns:a16="http://schemas.microsoft.com/office/drawing/2014/main" id="{28EAFCE6-F834-B3A3-0031-18160D07B9AC}"/>
                </a:ext>
              </a:extLst>
            </p:cNvPr>
            <p:cNvSpPr/>
            <p:nvPr/>
          </p:nvSpPr>
          <p:spPr>
            <a:xfrm>
              <a:off x="3347061" y="3962229"/>
              <a:ext cx="29139" cy="32733"/>
            </a:xfrm>
            <a:custGeom>
              <a:avLst/>
              <a:gdLst/>
              <a:ahLst/>
              <a:cxnLst/>
              <a:rect l="l" t="t" r="r" b="b"/>
              <a:pathLst>
                <a:path w="892" h="1002" extrusionOk="0">
                  <a:moveTo>
                    <a:pt x="892" y="30"/>
                  </a:moveTo>
                  <a:lnTo>
                    <a:pt x="866" y="56"/>
                  </a:lnTo>
                  <a:lnTo>
                    <a:pt x="840" y="82"/>
                  </a:lnTo>
                  <a:lnTo>
                    <a:pt x="811" y="124"/>
                  </a:lnTo>
                  <a:lnTo>
                    <a:pt x="785" y="150"/>
                  </a:lnTo>
                  <a:lnTo>
                    <a:pt x="746" y="218"/>
                  </a:lnTo>
                  <a:lnTo>
                    <a:pt x="730" y="218"/>
                  </a:lnTo>
                  <a:lnTo>
                    <a:pt x="691" y="273"/>
                  </a:lnTo>
                  <a:lnTo>
                    <a:pt x="636" y="341"/>
                  </a:lnTo>
                  <a:lnTo>
                    <a:pt x="597" y="393"/>
                  </a:lnTo>
                  <a:lnTo>
                    <a:pt x="584" y="393"/>
                  </a:lnTo>
                  <a:lnTo>
                    <a:pt x="529" y="461"/>
                  </a:lnTo>
                  <a:lnTo>
                    <a:pt x="487" y="516"/>
                  </a:lnTo>
                  <a:lnTo>
                    <a:pt x="474" y="529"/>
                  </a:lnTo>
                  <a:lnTo>
                    <a:pt x="435" y="584"/>
                  </a:lnTo>
                  <a:lnTo>
                    <a:pt x="380" y="636"/>
                  </a:lnTo>
                  <a:lnTo>
                    <a:pt x="367" y="649"/>
                  </a:lnTo>
                  <a:lnTo>
                    <a:pt x="354" y="665"/>
                  </a:lnTo>
                  <a:lnTo>
                    <a:pt x="325" y="691"/>
                  </a:lnTo>
                  <a:lnTo>
                    <a:pt x="299" y="717"/>
                  </a:lnTo>
                  <a:lnTo>
                    <a:pt x="273" y="759"/>
                  </a:lnTo>
                  <a:lnTo>
                    <a:pt x="244" y="785"/>
                  </a:lnTo>
                  <a:lnTo>
                    <a:pt x="244" y="785"/>
                  </a:lnTo>
                  <a:lnTo>
                    <a:pt x="218" y="811"/>
                  </a:lnTo>
                  <a:lnTo>
                    <a:pt x="192" y="840"/>
                  </a:lnTo>
                  <a:lnTo>
                    <a:pt x="163" y="866"/>
                  </a:lnTo>
                  <a:lnTo>
                    <a:pt x="137" y="908"/>
                  </a:lnTo>
                  <a:lnTo>
                    <a:pt x="111" y="934"/>
                  </a:lnTo>
                  <a:lnTo>
                    <a:pt x="98" y="960"/>
                  </a:lnTo>
                  <a:lnTo>
                    <a:pt x="69" y="989"/>
                  </a:lnTo>
                  <a:lnTo>
                    <a:pt x="69" y="989"/>
                  </a:lnTo>
                  <a:lnTo>
                    <a:pt x="17" y="1002"/>
                  </a:lnTo>
                  <a:lnTo>
                    <a:pt x="1" y="947"/>
                  </a:lnTo>
                  <a:lnTo>
                    <a:pt x="1" y="947"/>
                  </a:lnTo>
                  <a:lnTo>
                    <a:pt x="30" y="921"/>
                  </a:lnTo>
                  <a:lnTo>
                    <a:pt x="56" y="879"/>
                  </a:lnTo>
                  <a:lnTo>
                    <a:pt x="69" y="853"/>
                  </a:lnTo>
                  <a:lnTo>
                    <a:pt x="98" y="811"/>
                  </a:lnTo>
                  <a:lnTo>
                    <a:pt x="124" y="785"/>
                  </a:lnTo>
                  <a:lnTo>
                    <a:pt x="150" y="759"/>
                  </a:lnTo>
                  <a:lnTo>
                    <a:pt x="179" y="717"/>
                  </a:lnTo>
                  <a:lnTo>
                    <a:pt x="179" y="717"/>
                  </a:lnTo>
                  <a:lnTo>
                    <a:pt x="192" y="691"/>
                  </a:lnTo>
                  <a:lnTo>
                    <a:pt x="218" y="665"/>
                  </a:lnTo>
                  <a:lnTo>
                    <a:pt x="244" y="623"/>
                  </a:lnTo>
                  <a:lnTo>
                    <a:pt x="273" y="597"/>
                  </a:lnTo>
                  <a:lnTo>
                    <a:pt x="286" y="584"/>
                  </a:lnTo>
                  <a:lnTo>
                    <a:pt x="299" y="568"/>
                  </a:lnTo>
                  <a:lnTo>
                    <a:pt x="354" y="516"/>
                  </a:lnTo>
                  <a:lnTo>
                    <a:pt x="393" y="461"/>
                  </a:lnTo>
                  <a:lnTo>
                    <a:pt x="406" y="448"/>
                  </a:lnTo>
                  <a:lnTo>
                    <a:pt x="461" y="393"/>
                  </a:lnTo>
                  <a:lnTo>
                    <a:pt x="529" y="341"/>
                  </a:lnTo>
                  <a:lnTo>
                    <a:pt x="529" y="325"/>
                  </a:lnTo>
                  <a:lnTo>
                    <a:pt x="584" y="286"/>
                  </a:lnTo>
                  <a:lnTo>
                    <a:pt x="636" y="231"/>
                  </a:lnTo>
                  <a:lnTo>
                    <a:pt x="691" y="179"/>
                  </a:lnTo>
                  <a:lnTo>
                    <a:pt x="691" y="179"/>
                  </a:lnTo>
                  <a:lnTo>
                    <a:pt x="759" y="124"/>
                  </a:lnTo>
                  <a:lnTo>
                    <a:pt x="785" y="82"/>
                  </a:lnTo>
                  <a:lnTo>
                    <a:pt x="811" y="56"/>
                  </a:lnTo>
                  <a:lnTo>
                    <a:pt x="840" y="30"/>
                  </a:lnTo>
                  <a:lnTo>
                    <a:pt x="866" y="1"/>
                  </a:lnTo>
                  <a:lnTo>
                    <a:pt x="892"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8" name="Google Shape;5108;p52">
              <a:extLst>
                <a:ext uri="{FF2B5EF4-FFF2-40B4-BE49-F238E27FC236}">
                  <a16:creationId xmlns:a16="http://schemas.microsoft.com/office/drawing/2014/main" id="{779D8610-AEA4-2921-2273-FD9E3E2711B7}"/>
                </a:ext>
              </a:extLst>
            </p:cNvPr>
            <p:cNvSpPr/>
            <p:nvPr/>
          </p:nvSpPr>
          <p:spPr>
            <a:xfrm>
              <a:off x="3336999" y="3868340"/>
              <a:ext cx="20679" cy="473679"/>
            </a:xfrm>
            <a:custGeom>
              <a:avLst/>
              <a:gdLst/>
              <a:ahLst/>
              <a:cxnLst/>
              <a:rect l="l" t="t" r="r" b="b"/>
              <a:pathLst>
                <a:path w="633" h="14500" extrusionOk="0">
                  <a:moveTo>
                    <a:pt x="82" y="40"/>
                  </a:moveTo>
                  <a:lnTo>
                    <a:pt x="108" y="150"/>
                  </a:lnTo>
                  <a:lnTo>
                    <a:pt x="121" y="257"/>
                  </a:lnTo>
                  <a:lnTo>
                    <a:pt x="147" y="364"/>
                  </a:lnTo>
                  <a:lnTo>
                    <a:pt x="147" y="393"/>
                  </a:lnTo>
                  <a:lnTo>
                    <a:pt x="163" y="487"/>
                  </a:lnTo>
                  <a:lnTo>
                    <a:pt x="176" y="594"/>
                  </a:lnTo>
                  <a:lnTo>
                    <a:pt x="189" y="704"/>
                  </a:lnTo>
                  <a:lnTo>
                    <a:pt x="202" y="811"/>
                  </a:lnTo>
                  <a:lnTo>
                    <a:pt x="215" y="931"/>
                  </a:lnTo>
                  <a:lnTo>
                    <a:pt x="228" y="1041"/>
                  </a:lnTo>
                  <a:lnTo>
                    <a:pt x="244" y="1148"/>
                  </a:lnTo>
                  <a:lnTo>
                    <a:pt x="244" y="1271"/>
                  </a:lnTo>
                  <a:lnTo>
                    <a:pt x="257" y="1378"/>
                  </a:lnTo>
                  <a:lnTo>
                    <a:pt x="270" y="1472"/>
                  </a:lnTo>
                  <a:lnTo>
                    <a:pt x="270" y="1485"/>
                  </a:lnTo>
                  <a:lnTo>
                    <a:pt x="283" y="1608"/>
                  </a:lnTo>
                  <a:lnTo>
                    <a:pt x="283" y="1715"/>
                  </a:lnTo>
                  <a:lnTo>
                    <a:pt x="296" y="1822"/>
                  </a:lnTo>
                  <a:lnTo>
                    <a:pt x="309" y="1945"/>
                  </a:lnTo>
                  <a:lnTo>
                    <a:pt x="309" y="2052"/>
                  </a:lnTo>
                  <a:lnTo>
                    <a:pt x="325" y="2282"/>
                  </a:lnTo>
                  <a:lnTo>
                    <a:pt x="338" y="2499"/>
                  </a:lnTo>
                  <a:lnTo>
                    <a:pt x="351" y="2729"/>
                  </a:lnTo>
                  <a:lnTo>
                    <a:pt x="364" y="2956"/>
                  </a:lnTo>
                  <a:lnTo>
                    <a:pt x="377" y="3186"/>
                  </a:lnTo>
                  <a:lnTo>
                    <a:pt x="390" y="3403"/>
                  </a:lnTo>
                  <a:lnTo>
                    <a:pt x="406" y="3633"/>
                  </a:lnTo>
                  <a:lnTo>
                    <a:pt x="406" y="3863"/>
                  </a:lnTo>
                  <a:lnTo>
                    <a:pt x="419" y="4077"/>
                  </a:lnTo>
                  <a:lnTo>
                    <a:pt x="432" y="4307"/>
                  </a:lnTo>
                  <a:lnTo>
                    <a:pt x="432" y="4537"/>
                  </a:lnTo>
                  <a:lnTo>
                    <a:pt x="445" y="4767"/>
                  </a:lnTo>
                  <a:lnTo>
                    <a:pt x="458" y="4916"/>
                  </a:lnTo>
                  <a:lnTo>
                    <a:pt x="458" y="4981"/>
                  </a:lnTo>
                  <a:lnTo>
                    <a:pt x="458" y="5211"/>
                  </a:lnTo>
                  <a:lnTo>
                    <a:pt x="471" y="5441"/>
                  </a:lnTo>
                  <a:lnTo>
                    <a:pt x="471" y="5658"/>
                  </a:lnTo>
                  <a:lnTo>
                    <a:pt x="487" y="5888"/>
                  </a:lnTo>
                  <a:lnTo>
                    <a:pt x="487" y="6115"/>
                  </a:lnTo>
                  <a:lnTo>
                    <a:pt x="487" y="6345"/>
                  </a:lnTo>
                  <a:lnTo>
                    <a:pt x="500" y="6562"/>
                  </a:lnTo>
                  <a:lnTo>
                    <a:pt x="500" y="6792"/>
                  </a:lnTo>
                  <a:lnTo>
                    <a:pt x="500" y="7022"/>
                  </a:lnTo>
                  <a:lnTo>
                    <a:pt x="513" y="7249"/>
                  </a:lnTo>
                  <a:lnTo>
                    <a:pt x="513" y="7696"/>
                  </a:lnTo>
                  <a:lnTo>
                    <a:pt x="526" y="8140"/>
                  </a:lnTo>
                  <a:lnTo>
                    <a:pt x="526" y="8600"/>
                  </a:lnTo>
                  <a:lnTo>
                    <a:pt x="539" y="8804"/>
                  </a:lnTo>
                  <a:lnTo>
                    <a:pt x="539" y="9047"/>
                  </a:lnTo>
                  <a:lnTo>
                    <a:pt x="539" y="9504"/>
                  </a:lnTo>
                  <a:lnTo>
                    <a:pt x="552" y="9734"/>
                  </a:lnTo>
                  <a:lnTo>
                    <a:pt x="552" y="9951"/>
                  </a:lnTo>
                  <a:lnTo>
                    <a:pt x="552" y="10003"/>
                  </a:lnTo>
                  <a:lnTo>
                    <a:pt x="552" y="10181"/>
                  </a:lnTo>
                  <a:lnTo>
                    <a:pt x="552" y="10408"/>
                  </a:lnTo>
                  <a:lnTo>
                    <a:pt x="568" y="10625"/>
                  </a:lnTo>
                  <a:lnTo>
                    <a:pt x="568" y="10855"/>
                  </a:lnTo>
                  <a:lnTo>
                    <a:pt x="568" y="11085"/>
                  </a:lnTo>
                  <a:lnTo>
                    <a:pt x="581" y="11299"/>
                  </a:lnTo>
                  <a:lnTo>
                    <a:pt x="581" y="11299"/>
                  </a:lnTo>
                  <a:lnTo>
                    <a:pt x="581" y="11529"/>
                  </a:lnTo>
                  <a:lnTo>
                    <a:pt x="581" y="11759"/>
                  </a:lnTo>
                  <a:lnTo>
                    <a:pt x="594" y="11989"/>
                  </a:lnTo>
                  <a:lnTo>
                    <a:pt x="594" y="12206"/>
                  </a:lnTo>
                  <a:lnTo>
                    <a:pt x="607" y="12433"/>
                  </a:lnTo>
                  <a:lnTo>
                    <a:pt x="607" y="12475"/>
                  </a:lnTo>
                  <a:lnTo>
                    <a:pt x="607" y="12663"/>
                  </a:lnTo>
                  <a:lnTo>
                    <a:pt x="607" y="12880"/>
                  </a:lnTo>
                  <a:lnTo>
                    <a:pt x="620" y="13110"/>
                  </a:lnTo>
                  <a:lnTo>
                    <a:pt x="633" y="13340"/>
                  </a:lnTo>
                  <a:lnTo>
                    <a:pt x="633" y="13353"/>
                  </a:lnTo>
                  <a:lnTo>
                    <a:pt x="633" y="13554"/>
                  </a:lnTo>
                  <a:lnTo>
                    <a:pt x="633" y="13784"/>
                  </a:lnTo>
                  <a:lnTo>
                    <a:pt x="633" y="13891"/>
                  </a:lnTo>
                  <a:lnTo>
                    <a:pt x="633" y="13972"/>
                  </a:lnTo>
                  <a:lnTo>
                    <a:pt x="633" y="14014"/>
                  </a:lnTo>
                  <a:lnTo>
                    <a:pt x="633" y="14121"/>
                  </a:lnTo>
                  <a:lnTo>
                    <a:pt x="633" y="14231"/>
                  </a:lnTo>
                  <a:lnTo>
                    <a:pt x="633" y="14351"/>
                  </a:lnTo>
                  <a:lnTo>
                    <a:pt x="633" y="14458"/>
                  </a:lnTo>
                  <a:lnTo>
                    <a:pt x="607" y="14500"/>
                  </a:lnTo>
                  <a:lnTo>
                    <a:pt x="581" y="14458"/>
                  </a:lnTo>
                  <a:lnTo>
                    <a:pt x="568" y="14351"/>
                  </a:lnTo>
                  <a:lnTo>
                    <a:pt x="552" y="14244"/>
                  </a:lnTo>
                  <a:lnTo>
                    <a:pt x="539" y="14121"/>
                  </a:lnTo>
                  <a:lnTo>
                    <a:pt x="526" y="14014"/>
                  </a:lnTo>
                  <a:lnTo>
                    <a:pt x="526" y="13972"/>
                  </a:lnTo>
                  <a:lnTo>
                    <a:pt x="513" y="13907"/>
                  </a:lnTo>
                  <a:lnTo>
                    <a:pt x="500" y="13797"/>
                  </a:lnTo>
                  <a:lnTo>
                    <a:pt x="471" y="13567"/>
                  </a:lnTo>
                  <a:lnTo>
                    <a:pt x="445" y="13366"/>
                  </a:lnTo>
                  <a:lnTo>
                    <a:pt x="445" y="13340"/>
                  </a:lnTo>
                  <a:lnTo>
                    <a:pt x="432" y="13123"/>
                  </a:lnTo>
                  <a:lnTo>
                    <a:pt x="419" y="12893"/>
                  </a:lnTo>
                  <a:lnTo>
                    <a:pt x="406" y="12663"/>
                  </a:lnTo>
                  <a:lnTo>
                    <a:pt x="390" y="12488"/>
                  </a:lnTo>
                  <a:lnTo>
                    <a:pt x="390" y="12449"/>
                  </a:lnTo>
                  <a:lnTo>
                    <a:pt x="377" y="12219"/>
                  </a:lnTo>
                  <a:lnTo>
                    <a:pt x="364" y="11989"/>
                  </a:lnTo>
                  <a:lnTo>
                    <a:pt x="364" y="11759"/>
                  </a:lnTo>
                  <a:lnTo>
                    <a:pt x="351" y="11542"/>
                  </a:lnTo>
                  <a:lnTo>
                    <a:pt x="338" y="11315"/>
                  </a:lnTo>
                  <a:lnTo>
                    <a:pt x="338" y="11299"/>
                  </a:lnTo>
                  <a:lnTo>
                    <a:pt x="338" y="11085"/>
                  </a:lnTo>
                  <a:lnTo>
                    <a:pt x="325" y="10868"/>
                  </a:lnTo>
                  <a:lnTo>
                    <a:pt x="309" y="10638"/>
                  </a:lnTo>
                  <a:lnTo>
                    <a:pt x="309" y="10408"/>
                  </a:lnTo>
                  <a:lnTo>
                    <a:pt x="296" y="10181"/>
                  </a:lnTo>
                  <a:lnTo>
                    <a:pt x="296" y="10019"/>
                  </a:lnTo>
                  <a:lnTo>
                    <a:pt x="296" y="9964"/>
                  </a:lnTo>
                  <a:lnTo>
                    <a:pt x="283" y="9734"/>
                  </a:lnTo>
                  <a:lnTo>
                    <a:pt x="283" y="9504"/>
                  </a:lnTo>
                  <a:lnTo>
                    <a:pt x="270" y="9060"/>
                  </a:lnTo>
                  <a:lnTo>
                    <a:pt x="270" y="8804"/>
                  </a:lnTo>
                  <a:lnTo>
                    <a:pt x="270" y="8600"/>
                  </a:lnTo>
                  <a:lnTo>
                    <a:pt x="257" y="8156"/>
                  </a:lnTo>
                  <a:lnTo>
                    <a:pt x="257" y="7696"/>
                  </a:lnTo>
                  <a:lnTo>
                    <a:pt x="244" y="7249"/>
                  </a:lnTo>
                  <a:lnTo>
                    <a:pt x="244" y="7022"/>
                  </a:lnTo>
                  <a:lnTo>
                    <a:pt x="244" y="6792"/>
                  </a:lnTo>
                  <a:lnTo>
                    <a:pt x="228" y="6575"/>
                  </a:lnTo>
                  <a:lnTo>
                    <a:pt x="228" y="6345"/>
                  </a:lnTo>
                  <a:lnTo>
                    <a:pt x="228" y="6115"/>
                  </a:lnTo>
                  <a:lnTo>
                    <a:pt x="228" y="5901"/>
                  </a:lnTo>
                  <a:lnTo>
                    <a:pt x="215" y="5671"/>
                  </a:lnTo>
                  <a:lnTo>
                    <a:pt x="215" y="5441"/>
                  </a:lnTo>
                  <a:lnTo>
                    <a:pt x="215" y="5211"/>
                  </a:lnTo>
                  <a:lnTo>
                    <a:pt x="202" y="4997"/>
                  </a:lnTo>
                  <a:lnTo>
                    <a:pt x="202" y="4929"/>
                  </a:lnTo>
                  <a:lnTo>
                    <a:pt x="202" y="4767"/>
                  </a:lnTo>
                  <a:lnTo>
                    <a:pt x="202" y="4537"/>
                  </a:lnTo>
                  <a:lnTo>
                    <a:pt x="189" y="4320"/>
                  </a:lnTo>
                  <a:lnTo>
                    <a:pt x="189" y="4090"/>
                  </a:lnTo>
                  <a:lnTo>
                    <a:pt x="176" y="3863"/>
                  </a:lnTo>
                  <a:lnTo>
                    <a:pt x="176" y="3646"/>
                  </a:lnTo>
                  <a:lnTo>
                    <a:pt x="163" y="3416"/>
                  </a:lnTo>
                  <a:lnTo>
                    <a:pt x="147" y="3186"/>
                  </a:lnTo>
                  <a:lnTo>
                    <a:pt x="147" y="2972"/>
                  </a:lnTo>
                  <a:lnTo>
                    <a:pt x="134" y="2742"/>
                  </a:lnTo>
                  <a:lnTo>
                    <a:pt x="121" y="2512"/>
                  </a:lnTo>
                  <a:lnTo>
                    <a:pt x="108" y="2295"/>
                  </a:lnTo>
                  <a:lnTo>
                    <a:pt x="95" y="2065"/>
                  </a:lnTo>
                  <a:lnTo>
                    <a:pt x="95" y="1958"/>
                  </a:lnTo>
                  <a:lnTo>
                    <a:pt x="82" y="1838"/>
                  </a:lnTo>
                  <a:lnTo>
                    <a:pt x="82" y="1728"/>
                  </a:lnTo>
                  <a:lnTo>
                    <a:pt x="66" y="1621"/>
                  </a:lnTo>
                  <a:lnTo>
                    <a:pt x="66" y="1498"/>
                  </a:lnTo>
                  <a:lnTo>
                    <a:pt x="66" y="1485"/>
                  </a:lnTo>
                  <a:lnTo>
                    <a:pt x="53" y="1391"/>
                  </a:lnTo>
                  <a:lnTo>
                    <a:pt x="53" y="1284"/>
                  </a:lnTo>
                  <a:lnTo>
                    <a:pt x="53" y="1161"/>
                  </a:lnTo>
                  <a:lnTo>
                    <a:pt x="40" y="1054"/>
                  </a:lnTo>
                  <a:lnTo>
                    <a:pt x="40" y="947"/>
                  </a:lnTo>
                  <a:lnTo>
                    <a:pt x="27" y="837"/>
                  </a:lnTo>
                  <a:lnTo>
                    <a:pt x="27" y="717"/>
                  </a:lnTo>
                  <a:lnTo>
                    <a:pt x="14" y="607"/>
                  </a:lnTo>
                  <a:lnTo>
                    <a:pt x="14" y="500"/>
                  </a:lnTo>
                  <a:lnTo>
                    <a:pt x="1" y="406"/>
                  </a:lnTo>
                  <a:lnTo>
                    <a:pt x="1" y="380"/>
                  </a:lnTo>
                  <a:lnTo>
                    <a:pt x="1" y="270"/>
                  </a:lnTo>
                  <a:lnTo>
                    <a:pt x="14" y="150"/>
                  </a:lnTo>
                  <a:lnTo>
                    <a:pt x="1" y="40"/>
                  </a:lnTo>
                  <a:lnTo>
                    <a:pt x="40"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9" name="Google Shape;5109;p52">
              <a:extLst>
                <a:ext uri="{FF2B5EF4-FFF2-40B4-BE49-F238E27FC236}">
                  <a16:creationId xmlns:a16="http://schemas.microsoft.com/office/drawing/2014/main" id="{83EA445B-6AB8-CFE8-4FA3-1CCA4D8CEC74}"/>
                </a:ext>
              </a:extLst>
            </p:cNvPr>
            <p:cNvSpPr/>
            <p:nvPr/>
          </p:nvSpPr>
          <p:spPr>
            <a:xfrm>
              <a:off x="3055985" y="3914174"/>
              <a:ext cx="250135" cy="366137"/>
            </a:xfrm>
            <a:custGeom>
              <a:avLst/>
              <a:gdLst/>
              <a:ahLst/>
              <a:cxnLst/>
              <a:rect l="l" t="t" r="r" b="b"/>
              <a:pathLst>
                <a:path w="7657" h="11208" extrusionOk="0">
                  <a:moveTo>
                    <a:pt x="4958" y="11208"/>
                  </a:moveTo>
                  <a:lnTo>
                    <a:pt x="2703" y="11208"/>
                  </a:lnTo>
                  <a:cubicBezTo>
                    <a:pt x="960" y="11059"/>
                    <a:pt x="1" y="8697"/>
                    <a:pt x="1906" y="7453"/>
                  </a:cubicBezTo>
                  <a:cubicBezTo>
                    <a:pt x="3808" y="6212"/>
                    <a:pt x="325" y="5700"/>
                    <a:pt x="1906" y="4226"/>
                  </a:cubicBezTo>
                  <a:cubicBezTo>
                    <a:pt x="3484" y="2755"/>
                    <a:pt x="2810" y="3228"/>
                    <a:pt x="2703" y="1689"/>
                  </a:cubicBezTo>
                  <a:cubicBezTo>
                    <a:pt x="2661" y="1164"/>
                    <a:pt x="2823" y="137"/>
                    <a:pt x="3662" y="82"/>
                  </a:cubicBezTo>
                  <a:cubicBezTo>
                    <a:pt x="4767" y="1"/>
                    <a:pt x="4997" y="1096"/>
                    <a:pt x="4958" y="1689"/>
                  </a:cubicBezTo>
                  <a:cubicBezTo>
                    <a:pt x="4835" y="3228"/>
                    <a:pt x="4174" y="2755"/>
                    <a:pt x="5752" y="4226"/>
                  </a:cubicBezTo>
                  <a:cubicBezTo>
                    <a:pt x="7333" y="5700"/>
                    <a:pt x="3850" y="6212"/>
                    <a:pt x="5752" y="7453"/>
                  </a:cubicBezTo>
                  <a:cubicBezTo>
                    <a:pt x="7657" y="8697"/>
                    <a:pt x="6698" y="11059"/>
                    <a:pt x="4958" y="11208"/>
                  </a:cubicBezTo>
                  <a:close/>
                </a:path>
              </a:pathLst>
            </a:custGeom>
            <a:solidFill>
              <a:srgbClr val="00B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0" name="Google Shape;5110;p52">
              <a:extLst>
                <a:ext uri="{FF2B5EF4-FFF2-40B4-BE49-F238E27FC236}">
                  <a16:creationId xmlns:a16="http://schemas.microsoft.com/office/drawing/2014/main" id="{75E64357-B178-460F-3F4B-40042F976607}"/>
                </a:ext>
              </a:extLst>
            </p:cNvPr>
            <p:cNvSpPr/>
            <p:nvPr/>
          </p:nvSpPr>
          <p:spPr>
            <a:xfrm>
              <a:off x="3132299" y="4163336"/>
              <a:ext cx="57821" cy="44166"/>
            </a:xfrm>
            <a:custGeom>
              <a:avLst/>
              <a:gdLst/>
              <a:ahLst/>
              <a:cxnLst/>
              <a:rect l="l" t="t" r="r" b="b"/>
              <a:pathLst>
                <a:path w="1770" h="1352" extrusionOk="0">
                  <a:moveTo>
                    <a:pt x="82" y="43"/>
                  </a:moveTo>
                  <a:lnTo>
                    <a:pt x="137" y="82"/>
                  </a:lnTo>
                  <a:lnTo>
                    <a:pt x="192" y="124"/>
                  </a:lnTo>
                  <a:lnTo>
                    <a:pt x="244" y="163"/>
                  </a:lnTo>
                  <a:lnTo>
                    <a:pt x="286" y="179"/>
                  </a:lnTo>
                  <a:lnTo>
                    <a:pt x="299" y="205"/>
                  </a:lnTo>
                  <a:lnTo>
                    <a:pt x="354" y="244"/>
                  </a:lnTo>
                  <a:lnTo>
                    <a:pt x="406" y="273"/>
                  </a:lnTo>
                  <a:lnTo>
                    <a:pt x="474" y="312"/>
                  </a:lnTo>
                  <a:lnTo>
                    <a:pt x="500" y="341"/>
                  </a:lnTo>
                  <a:lnTo>
                    <a:pt x="529" y="354"/>
                  </a:lnTo>
                  <a:lnTo>
                    <a:pt x="581" y="393"/>
                  </a:lnTo>
                  <a:lnTo>
                    <a:pt x="691" y="474"/>
                  </a:lnTo>
                  <a:lnTo>
                    <a:pt x="717" y="487"/>
                  </a:lnTo>
                  <a:lnTo>
                    <a:pt x="798" y="555"/>
                  </a:lnTo>
                  <a:lnTo>
                    <a:pt x="905" y="636"/>
                  </a:lnTo>
                  <a:lnTo>
                    <a:pt x="973" y="678"/>
                  </a:lnTo>
                  <a:lnTo>
                    <a:pt x="1135" y="785"/>
                  </a:lnTo>
                  <a:lnTo>
                    <a:pt x="1245" y="866"/>
                  </a:lnTo>
                  <a:lnTo>
                    <a:pt x="1271" y="892"/>
                  </a:lnTo>
                  <a:lnTo>
                    <a:pt x="1352" y="947"/>
                  </a:lnTo>
                  <a:lnTo>
                    <a:pt x="1407" y="989"/>
                  </a:lnTo>
                  <a:lnTo>
                    <a:pt x="1459" y="1028"/>
                  </a:lnTo>
                  <a:lnTo>
                    <a:pt x="1514" y="1070"/>
                  </a:lnTo>
                  <a:lnTo>
                    <a:pt x="1569" y="1122"/>
                  </a:lnTo>
                  <a:lnTo>
                    <a:pt x="1621" y="1164"/>
                  </a:lnTo>
                  <a:lnTo>
                    <a:pt x="1676" y="1203"/>
                  </a:lnTo>
                  <a:lnTo>
                    <a:pt x="1731" y="1245"/>
                  </a:lnTo>
                  <a:lnTo>
                    <a:pt x="1744" y="1258"/>
                  </a:lnTo>
                  <a:lnTo>
                    <a:pt x="1770" y="1297"/>
                  </a:lnTo>
                  <a:lnTo>
                    <a:pt x="1770" y="1339"/>
                  </a:lnTo>
                  <a:lnTo>
                    <a:pt x="1731" y="1352"/>
                  </a:lnTo>
                  <a:lnTo>
                    <a:pt x="1676" y="1339"/>
                  </a:lnTo>
                  <a:lnTo>
                    <a:pt x="1663" y="1326"/>
                  </a:lnTo>
                  <a:lnTo>
                    <a:pt x="1608" y="1284"/>
                  </a:lnTo>
                  <a:lnTo>
                    <a:pt x="1553" y="1245"/>
                  </a:lnTo>
                  <a:lnTo>
                    <a:pt x="1501" y="1203"/>
                  </a:lnTo>
                  <a:lnTo>
                    <a:pt x="1446" y="1164"/>
                  </a:lnTo>
                  <a:lnTo>
                    <a:pt x="1391" y="1122"/>
                  </a:lnTo>
                  <a:lnTo>
                    <a:pt x="1339" y="1083"/>
                  </a:lnTo>
                  <a:lnTo>
                    <a:pt x="1284" y="1041"/>
                  </a:lnTo>
                  <a:lnTo>
                    <a:pt x="1203" y="989"/>
                  </a:lnTo>
                  <a:lnTo>
                    <a:pt x="1177" y="960"/>
                  </a:lnTo>
                  <a:lnTo>
                    <a:pt x="1067" y="879"/>
                  </a:lnTo>
                  <a:lnTo>
                    <a:pt x="905" y="759"/>
                  </a:lnTo>
                  <a:lnTo>
                    <a:pt x="853" y="717"/>
                  </a:lnTo>
                  <a:lnTo>
                    <a:pt x="743" y="636"/>
                  </a:lnTo>
                  <a:lnTo>
                    <a:pt x="649" y="568"/>
                  </a:lnTo>
                  <a:lnTo>
                    <a:pt x="636" y="555"/>
                  </a:lnTo>
                  <a:lnTo>
                    <a:pt x="529" y="461"/>
                  </a:lnTo>
                  <a:lnTo>
                    <a:pt x="474" y="422"/>
                  </a:lnTo>
                  <a:lnTo>
                    <a:pt x="448" y="406"/>
                  </a:lnTo>
                  <a:lnTo>
                    <a:pt x="419" y="380"/>
                  </a:lnTo>
                  <a:lnTo>
                    <a:pt x="367" y="341"/>
                  </a:lnTo>
                  <a:lnTo>
                    <a:pt x="312" y="299"/>
                  </a:lnTo>
                  <a:lnTo>
                    <a:pt x="257" y="244"/>
                  </a:lnTo>
                  <a:lnTo>
                    <a:pt x="244" y="231"/>
                  </a:lnTo>
                  <a:lnTo>
                    <a:pt x="205" y="205"/>
                  </a:lnTo>
                  <a:lnTo>
                    <a:pt x="163" y="163"/>
                  </a:lnTo>
                  <a:lnTo>
                    <a:pt x="111" y="124"/>
                  </a:lnTo>
                  <a:lnTo>
                    <a:pt x="56" y="69"/>
                  </a:lnTo>
                  <a:lnTo>
                    <a:pt x="1" y="30"/>
                  </a:lnTo>
                  <a:lnTo>
                    <a:pt x="1" y="1"/>
                  </a:lnTo>
                  <a:lnTo>
                    <a:pt x="30"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1" name="Google Shape;5111;p52">
              <a:extLst>
                <a:ext uri="{FF2B5EF4-FFF2-40B4-BE49-F238E27FC236}">
                  <a16:creationId xmlns:a16="http://schemas.microsoft.com/office/drawing/2014/main" id="{527F0C99-7256-60AB-E324-AB685B71C077}"/>
                </a:ext>
              </a:extLst>
            </p:cNvPr>
            <p:cNvSpPr/>
            <p:nvPr/>
          </p:nvSpPr>
          <p:spPr>
            <a:xfrm>
              <a:off x="3188292" y="4174868"/>
              <a:ext cx="64486" cy="54653"/>
            </a:xfrm>
            <a:custGeom>
              <a:avLst/>
              <a:gdLst/>
              <a:ahLst/>
              <a:cxnLst/>
              <a:rect l="l" t="t" r="r" b="b"/>
              <a:pathLst>
                <a:path w="1974" h="1673" extrusionOk="0">
                  <a:moveTo>
                    <a:pt x="1961" y="40"/>
                  </a:moveTo>
                  <a:lnTo>
                    <a:pt x="1851" y="150"/>
                  </a:lnTo>
                  <a:lnTo>
                    <a:pt x="1770" y="215"/>
                  </a:lnTo>
                  <a:lnTo>
                    <a:pt x="1731" y="244"/>
                  </a:lnTo>
                  <a:lnTo>
                    <a:pt x="1608" y="351"/>
                  </a:lnTo>
                  <a:lnTo>
                    <a:pt x="1608" y="351"/>
                  </a:lnTo>
                  <a:lnTo>
                    <a:pt x="1501" y="458"/>
                  </a:lnTo>
                  <a:lnTo>
                    <a:pt x="1475" y="474"/>
                  </a:lnTo>
                  <a:lnTo>
                    <a:pt x="1433" y="513"/>
                  </a:lnTo>
                  <a:lnTo>
                    <a:pt x="1378" y="555"/>
                  </a:lnTo>
                  <a:lnTo>
                    <a:pt x="1313" y="607"/>
                  </a:lnTo>
                  <a:lnTo>
                    <a:pt x="1258" y="662"/>
                  </a:lnTo>
                  <a:lnTo>
                    <a:pt x="1190" y="717"/>
                  </a:lnTo>
                  <a:lnTo>
                    <a:pt x="1135" y="769"/>
                  </a:lnTo>
                  <a:lnTo>
                    <a:pt x="1109" y="782"/>
                  </a:lnTo>
                  <a:lnTo>
                    <a:pt x="1083" y="824"/>
                  </a:lnTo>
                  <a:lnTo>
                    <a:pt x="1015" y="863"/>
                  </a:lnTo>
                  <a:lnTo>
                    <a:pt x="960" y="918"/>
                  </a:lnTo>
                  <a:lnTo>
                    <a:pt x="892" y="973"/>
                  </a:lnTo>
                  <a:lnTo>
                    <a:pt x="840" y="1025"/>
                  </a:lnTo>
                  <a:lnTo>
                    <a:pt x="772" y="1080"/>
                  </a:lnTo>
                  <a:lnTo>
                    <a:pt x="730" y="1122"/>
                  </a:lnTo>
                  <a:lnTo>
                    <a:pt x="717" y="1135"/>
                  </a:lnTo>
                  <a:lnTo>
                    <a:pt x="665" y="1187"/>
                  </a:lnTo>
                  <a:lnTo>
                    <a:pt x="597" y="1229"/>
                  </a:lnTo>
                  <a:lnTo>
                    <a:pt x="542" y="1284"/>
                  </a:lnTo>
                  <a:lnTo>
                    <a:pt x="487" y="1336"/>
                  </a:lnTo>
                  <a:lnTo>
                    <a:pt x="422" y="1391"/>
                  </a:lnTo>
                  <a:lnTo>
                    <a:pt x="393" y="1417"/>
                  </a:lnTo>
                  <a:lnTo>
                    <a:pt x="367" y="1446"/>
                  </a:lnTo>
                  <a:lnTo>
                    <a:pt x="312" y="1498"/>
                  </a:lnTo>
                  <a:lnTo>
                    <a:pt x="244" y="1540"/>
                  </a:lnTo>
                  <a:lnTo>
                    <a:pt x="231" y="1566"/>
                  </a:lnTo>
                  <a:lnTo>
                    <a:pt x="192" y="1592"/>
                  </a:lnTo>
                  <a:lnTo>
                    <a:pt x="137" y="1647"/>
                  </a:lnTo>
                  <a:lnTo>
                    <a:pt x="124" y="1660"/>
                  </a:lnTo>
                  <a:lnTo>
                    <a:pt x="43" y="1673"/>
                  </a:lnTo>
                  <a:lnTo>
                    <a:pt x="1" y="1660"/>
                  </a:lnTo>
                  <a:lnTo>
                    <a:pt x="1" y="1621"/>
                  </a:lnTo>
                  <a:lnTo>
                    <a:pt x="17" y="1553"/>
                  </a:lnTo>
                  <a:lnTo>
                    <a:pt x="30" y="1540"/>
                  </a:lnTo>
                  <a:lnTo>
                    <a:pt x="82" y="1485"/>
                  </a:lnTo>
                  <a:lnTo>
                    <a:pt x="124" y="1446"/>
                  </a:lnTo>
                  <a:lnTo>
                    <a:pt x="137" y="1430"/>
                  </a:lnTo>
                  <a:lnTo>
                    <a:pt x="192" y="1378"/>
                  </a:lnTo>
                  <a:lnTo>
                    <a:pt x="244" y="1323"/>
                  </a:lnTo>
                  <a:lnTo>
                    <a:pt x="273" y="1297"/>
                  </a:lnTo>
                  <a:lnTo>
                    <a:pt x="312" y="1268"/>
                  </a:lnTo>
                  <a:lnTo>
                    <a:pt x="367" y="1216"/>
                  </a:lnTo>
                  <a:lnTo>
                    <a:pt x="422" y="1161"/>
                  </a:lnTo>
                  <a:lnTo>
                    <a:pt x="487" y="1106"/>
                  </a:lnTo>
                  <a:lnTo>
                    <a:pt x="542" y="1054"/>
                  </a:lnTo>
                  <a:lnTo>
                    <a:pt x="610" y="999"/>
                  </a:lnTo>
                  <a:lnTo>
                    <a:pt x="623" y="986"/>
                  </a:lnTo>
                  <a:lnTo>
                    <a:pt x="665" y="944"/>
                  </a:lnTo>
                  <a:lnTo>
                    <a:pt x="730" y="905"/>
                  </a:lnTo>
                  <a:lnTo>
                    <a:pt x="785" y="850"/>
                  </a:lnTo>
                  <a:lnTo>
                    <a:pt x="853" y="798"/>
                  </a:lnTo>
                  <a:lnTo>
                    <a:pt x="921" y="743"/>
                  </a:lnTo>
                  <a:lnTo>
                    <a:pt x="973" y="701"/>
                  </a:lnTo>
                  <a:lnTo>
                    <a:pt x="1015" y="662"/>
                  </a:lnTo>
                  <a:lnTo>
                    <a:pt x="1041" y="649"/>
                  </a:lnTo>
                  <a:lnTo>
                    <a:pt x="1096" y="594"/>
                  </a:lnTo>
                  <a:lnTo>
                    <a:pt x="1164" y="555"/>
                  </a:lnTo>
                  <a:lnTo>
                    <a:pt x="1232" y="500"/>
                  </a:lnTo>
                  <a:lnTo>
                    <a:pt x="1284" y="458"/>
                  </a:lnTo>
                  <a:lnTo>
                    <a:pt x="1352" y="406"/>
                  </a:lnTo>
                  <a:lnTo>
                    <a:pt x="1407" y="377"/>
                  </a:lnTo>
                  <a:lnTo>
                    <a:pt x="1420" y="364"/>
                  </a:lnTo>
                  <a:lnTo>
                    <a:pt x="1540" y="270"/>
                  </a:lnTo>
                  <a:lnTo>
                    <a:pt x="1540" y="270"/>
                  </a:lnTo>
                  <a:lnTo>
                    <a:pt x="1676" y="176"/>
                  </a:lnTo>
                  <a:lnTo>
                    <a:pt x="1718" y="150"/>
                  </a:lnTo>
                  <a:lnTo>
                    <a:pt x="1799" y="95"/>
                  </a:lnTo>
                  <a:lnTo>
                    <a:pt x="1932" y="1"/>
                  </a:lnTo>
                  <a:lnTo>
                    <a:pt x="197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2" name="Google Shape;5112;p52">
              <a:extLst>
                <a:ext uri="{FF2B5EF4-FFF2-40B4-BE49-F238E27FC236}">
                  <a16:creationId xmlns:a16="http://schemas.microsoft.com/office/drawing/2014/main" id="{2F7E2215-D006-C445-BAFA-32C8C7B831DD}"/>
                </a:ext>
              </a:extLst>
            </p:cNvPr>
            <p:cNvSpPr/>
            <p:nvPr/>
          </p:nvSpPr>
          <p:spPr>
            <a:xfrm>
              <a:off x="3142883" y="4048277"/>
              <a:ext cx="45016" cy="39724"/>
            </a:xfrm>
            <a:custGeom>
              <a:avLst/>
              <a:gdLst/>
              <a:ahLst/>
              <a:cxnLst/>
              <a:rect l="l" t="t" r="r" b="b"/>
              <a:pathLst>
                <a:path w="1378" h="1216" extrusionOk="0">
                  <a:moveTo>
                    <a:pt x="43" y="1"/>
                  </a:moveTo>
                  <a:lnTo>
                    <a:pt x="124" y="69"/>
                  </a:lnTo>
                  <a:lnTo>
                    <a:pt x="218" y="137"/>
                  </a:lnTo>
                  <a:lnTo>
                    <a:pt x="299" y="202"/>
                  </a:lnTo>
                  <a:lnTo>
                    <a:pt x="367" y="257"/>
                  </a:lnTo>
                  <a:lnTo>
                    <a:pt x="380" y="270"/>
                  </a:lnTo>
                  <a:lnTo>
                    <a:pt x="516" y="364"/>
                  </a:lnTo>
                  <a:lnTo>
                    <a:pt x="555" y="406"/>
                  </a:lnTo>
                  <a:lnTo>
                    <a:pt x="636" y="474"/>
                  </a:lnTo>
                  <a:lnTo>
                    <a:pt x="678" y="513"/>
                  </a:lnTo>
                  <a:lnTo>
                    <a:pt x="717" y="542"/>
                  </a:lnTo>
                  <a:lnTo>
                    <a:pt x="798" y="623"/>
                  </a:lnTo>
                  <a:lnTo>
                    <a:pt x="866" y="675"/>
                  </a:lnTo>
                  <a:lnTo>
                    <a:pt x="879" y="688"/>
                  </a:lnTo>
                  <a:lnTo>
                    <a:pt x="960" y="756"/>
                  </a:lnTo>
                  <a:lnTo>
                    <a:pt x="1002" y="798"/>
                  </a:lnTo>
                  <a:lnTo>
                    <a:pt x="1041" y="824"/>
                  </a:lnTo>
                  <a:lnTo>
                    <a:pt x="1096" y="866"/>
                  </a:lnTo>
                  <a:lnTo>
                    <a:pt x="1135" y="892"/>
                  </a:lnTo>
                  <a:lnTo>
                    <a:pt x="1177" y="931"/>
                  </a:lnTo>
                  <a:lnTo>
                    <a:pt x="1177" y="947"/>
                  </a:lnTo>
                  <a:lnTo>
                    <a:pt x="1216" y="960"/>
                  </a:lnTo>
                  <a:lnTo>
                    <a:pt x="1258" y="999"/>
                  </a:lnTo>
                  <a:lnTo>
                    <a:pt x="1284" y="1028"/>
                  </a:lnTo>
                  <a:lnTo>
                    <a:pt x="1297" y="1028"/>
                  </a:lnTo>
                  <a:lnTo>
                    <a:pt x="1339" y="1067"/>
                  </a:lnTo>
                  <a:lnTo>
                    <a:pt x="1378" y="1093"/>
                  </a:lnTo>
                  <a:lnTo>
                    <a:pt x="1352" y="1135"/>
                  </a:lnTo>
                  <a:lnTo>
                    <a:pt x="1310" y="1190"/>
                  </a:lnTo>
                  <a:lnTo>
                    <a:pt x="1284" y="1216"/>
                  </a:lnTo>
                  <a:lnTo>
                    <a:pt x="1245" y="1174"/>
                  </a:lnTo>
                  <a:lnTo>
                    <a:pt x="1203" y="1148"/>
                  </a:lnTo>
                  <a:lnTo>
                    <a:pt x="1190" y="1135"/>
                  </a:lnTo>
                  <a:lnTo>
                    <a:pt x="1164" y="1109"/>
                  </a:lnTo>
                  <a:lnTo>
                    <a:pt x="1122" y="1080"/>
                  </a:lnTo>
                  <a:lnTo>
                    <a:pt x="1083" y="1054"/>
                  </a:lnTo>
                  <a:lnTo>
                    <a:pt x="1083" y="1041"/>
                  </a:lnTo>
                  <a:lnTo>
                    <a:pt x="1041" y="1012"/>
                  </a:lnTo>
                  <a:lnTo>
                    <a:pt x="1002" y="973"/>
                  </a:lnTo>
                  <a:lnTo>
                    <a:pt x="960" y="931"/>
                  </a:lnTo>
                  <a:lnTo>
                    <a:pt x="905" y="905"/>
                  </a:lnTo>
                  <a:lnTo>
                    <a:pt x="866" y="866"/>
                  </a:lnTo>
                  <a:lnTo>
                    <a:pt x="785" y="798"/>
                  </a:lnTo>
                  <a:lnTo>
                    <a:pt x="772" y="769"/>
                  </a:lnTo>
                  <a:lnTo>
                    <a:pt x="704" y="717"/>
                  </a:lnTo>
                  <a:lnTo>
                    <a:pt x="623" y="649"/>
                  </a:lnTo>
                  <a:lnTo>
                    <a:pt x="581" y="607"/>
                  </a:lnTo>
                  <a:lnTo>
                    <a:pt x="555" y="568"/>
                  </a:lnTo>
                  <a:lnTo>
                    <a:pt x="474" y="500"/>
                  </a:lnTo>
                  <a:lnTo>
                    <a:pt x="435" y="461"/>
                  </a:lnTo>
                  <a:lnTo>
                    <a:pt x="312" y="351"/>
                  </a:lnTo>
                  <a:lnTo>
                    <a:pt x="299" y="338"/>
                  </a:lnTo>
                  <a:lnTo>
                    <a:pt x="244" y="270"/>
                  </a:lnTo>
                  <a:lnTo>
                    <a:pt x="163" y="189"/>
                  </a:lnTo>
                  <a:lnTo>
                    <a:pt x="163" y="189"/>
                  </a:lnTo>
                  <a:lnTo>
                    <a:pt x="82" y="121"/>
                  </a:lnTo>
                  <a:lnTo>
                    <a:pt x="14" y="40"/>
                  </a:lnTo>
                  <a:lnTo>
                    <a:pt x="1"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3" name="Google Shape;5113;p52">
              <a:extLst>
                <a:ext uri="{FF2B5EF4-FFF2-40B4-BE49-F238E27FC236}">
                  <a16:creationId xmlns:a16="http://schemas.microsoft.com/office/drawing/2014/main" id="{E4BDDF36-C74F-1330-B0EF-7950E4DD3CCA}"/>
                </a:ext>
              </a:extLst>
            </p:cNvPr>
            <p:cNvSpPr/>
            <p:nvPr/>
          </p:nvSpPr>
          <p:spPr>
            <a:xfrm>
              <a:off x="3187018" y="4036844"/>
              <a:ext cx="22998" cy="26493"/>
            </a:xfrm>
            <a:custGeom>
              <a:avLst/>
              <a:gdLst/>
              <a:ahLst/>
              <a:cxnLst/>
              <a:rect l="l" t="t" r="r" b="b"/>
              <a:pathLst>
                <a:path w="704" h="811" extrusionOk="0">
                  <a:moveTo>
                    <a:pt x="704" y="27"/>
                  </a:moveTo>
                  <a:lnTo>
                    <a:pt x="688" y="53"/>
                  </a:lnTo>
                  <a:lnTo>
                    <a:pt x="675" y="66"/>
                  </a:lnTo>
                  <a:lnTo>
                    <a:pt x="649" y="95"/>
                  </a:lnTo>
                  <a:lnTo>
                    <a:pt x="636" y="121"/>
                  </a:lnTo>
                  <a:lnTo>
                    <a:pt x="594" y="176"/>
                  </a:lnTo>
                  <a:lnTo>
                    <a:pt x="581" y="176"/>
                  </a:lnTo>
                  <a:lnTo>
                    <a:pt x="542" y="228"/>
                  </a:lnTo>
                  <a:lnTo>
                    <a:pt x="500" y="270"/>
                  </a:lnTo>
                  <a:lnTo>
                    <a:pt x="474" y="309"/>
                  </a:lnTo>
                  <a:lnTo>
                    <a:pt x="461" y="325"/>
                  </a:lnTo>
                  <a:lnTo>
                    <a:pt x="419" y="364"/>
                  </a:lnTo>
                  <a:lnTo>
                    <a:pt x="380" y="419"/>
                  </a:lnTo>
                  <a:lnTo>
                    <a:pt x="364" y="432"/>
                  </a:lnTo>
                  <a:lnTo>
                    <a:pt x="338" y="458"/>
                  </a:lnTo>
                  <a:lnTo>
                    <a:pt x="299" y="513"/>
                  </a:lnTo>
                  <a:lnTo>
                    <a:pt x="283" y="526"/>
                  </a:lnTo>
                  <a:lnTo>
                    <a:pt x="270" y="539"/>
                  </a:lnTo>
                  <a:lnTo>
                    <a:pt x="257" y="552"/>
                  </a:lnTo>
                  <a:lnTo>
                    <a:pt x="231" y="581"/>
                  </a:lnTo>
                  <a:lnTo>
                    <a:pt x="218" y="607"/>
                  </a:lnTo>
                  <a:lnTo>
                    <a:pt x="189" y="633"/>
                  </a:lnTo>
                  <a:lnTo>
                    <a:pt x="189" y="633"/>
                  </a:lnTo>
                  <a:lnTo>
                    <a:pt x="176" y="649"/>
                  </a:lnTo>
                  <a:lnTo>
                    <a:pt x="150" y="675"/>
                  </a:lnTo>
                  <a:lnTo>
                    <a:pt x="121" y="701"/>
                  </a:lnTo>
                  <a:lnTo>
                    <a:pt x="108" y="730"/>
                  </a:lnTo>
                  <a:lnTo>
                    <a:pt x="82" y="756"/>
                  </a:lnTo>
                  <a:lnTo>
                    <a:pt x="69" y="769"/>
                  </a:lnTo>
                  <a:lnTo>
                    <a:pt x="56" y="795"/>
                  </a:lnTo>
                  <a:lnTo>
                    <a:pt x="40" y="795"/>
                  </a:lnTo>
                  <a:lnTo>
                    <a:pt x="1" y="811"/>
                  </a:lnTo>
                  <a:lnTo>
                    <a:pt x="1" y="769"/>
                  </a:lnTo>
                  <a:lnTo>
                    <a:pt x="1" y="756"/>
                  </a:lnTo>
                  <a:lnTo>
                    <a:pt x="14" y="743"/>
                  </a:lnTo>
                  <a:lnTo>
                    <a:pt x="40" y="714"/>
                  </a:lnTo>
                  <a:lnTo>
                    <a:pt x="56" y="688"/>
                  </a:lnTo>
                  <a:lnTo>
                    <a:pt x="69" y="662"/>
                  </a:lnTo>
                  <a:lnTo>
                    <a:pt x="95" y="633"/>
                  </a:lnTo>
                  <a:lnTo>
                    <a:pt x="108" y="607"/>
                  </a:lnTo>
                  <a:lnTo>
                    <a:pt x="137" y="581"/>
                  </a:lnTo>
                  <a:lnTo>
                    <a:pt x="137" y="581"/>
                  </a:lnTo>
                  <a:lnTo>
                    <a:pt x="150" y="552"/>
                  </a:lnTo>
                  <a:lnTo>
                    <a:pt x="176" y="526"/>
                  </a:lnTo>
                  <a:lnTo>
                    <a:pt x="189" y="513"/>
                  </a:lnTo>
                  <a:lnTo>
                    <a:pt x="218" y="487"/>
                  </a:lnTo>
                  <a:lnTo>
                    <a:pt x="218" y="471"/>
                  </a:lnTo>
                  <a:lnTo>
                    <a:pt x="231" y="458"/>
                  </a:lnTo>
                  <a:lnTo>
                    <a:pt x="283" y="406"/>
                  </a:lnTo>
                  <a:lnTo>
                    <a:pt x="312" y="377"/>
                  </a:lnTo>
                  <a:lnTo>
                    <a:pt x="325" y="364"/>
                  </a:lnTo>
                  <a:lnTo>
                    <a:pt x="364" y="325"/>
                  </a:lnTo>
                  <a:lnTo>
                    <a:pt x="419" y="270"/>
                  </a:lnTo>
                  <a:lnTo>
                    <a:pt x="419" y="270"/>
                  </a:lnTo>
                  <a:lnTo>
                    <a:pt x="461" y="228"/>
                  </a:lnTo>
                  <a:lnTo>
                    <a:pt x="513" y="189"/>
                  </a:lnTo>
                  <a:lnTo>
                    <a:pt x="555" y="147"/>
                  </a:lnTo>
                  <a:lnTo>
                    <a:pt x="555" y="134"/>
                  </a:lnTo>
                  <a:lnTo>
                    <a:pt x="594" y="95"/>
                  </a:lnTo>
                  <a:lnTo>
                    <a:pt x="623" y="66"/>
                  </a:lnTo>
                  <a:lnTo>
                    <a:pt x="649" y="53"/>
                  </a:lnTo>
                  <a:lnTo>
                    <a:pt x="662" y="27"/>
                  </a:lnTo>
                  <a:lnTo>
                    <a:pt x="688" y="1"/>
                  </a:lnTo>
                  <a:lnTo>
                    <a:pt x="704"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4" name="Google Shape;5114;p52">
              <a:extLst>
                <a:ext uri="{FF2B5EF4-FFF2-40B4-BE49-F238E27FC236}">
                  <a16:creationId xmlns:a16="http://schemas.microsoft.com/office/drawing/2014/main" id="{5C8F444C-DDD5-2AF0-CA8B-09191A6E2838}"/>
                </a:ext>
              </a:extLst>
            </p:cNvPr>
            <p:cNvSpPr/>
            <p:nvPr/>
          </p:nvSpPr>
          <p:spPr>
            <a:xfrm>
              <a:off x="3178655" y="3961380"/>
              <a:ext cx="16758" cy="380642"/>
            </a:xfrm>
            <a:custGeom>
              <a:avLst/>
              <a:gdLst/>
              <a:ahLst/>
              <a:cxnLst/>
              <a:rect l="l" t="t" r="r" b="b"/>
              <a:pathLst>
                <a:path w="513" h="11652" extrusionOk="0">
                  <a:moveTo>
                    <a:pt x="69" y="27"/>
                  </a:moveTo>
                  <a:lnTo>
                    <a:pt x="82" y="124"/>
                  </a:lnTo>
                  <a:lnTo>
                    <a:pt x="108" y="205"/>
                  </a:lnTo>
                  <a:lnTo>
                    <a:pt x="121" y="299"/>
                  </a:lnTo>
                  <a:lnTo>
                    <a:pt x="121" y="312"/>
                  </a:lnTo>
                  <a:lnTo>
                    <a:pt x="134" y="393"/>
                  </a:lnTo>
                  <a:lnTo>
                    <a:pt x="150" y="474"/>
                  </a:lnTo>
                  <a:lnTo>
                    <a:pt x="150" y="568"/>
                  </a:lnTo>
                  <a:lnTo>
                    <a:pt x="163" y="662"/>
                  </a:lnTo>
                  <a:lnTo>
                    <a:pt x="176" y="743"/>
                  </a:lnTo>
                  <a:lnTo>
                    <a:pt x="189" y="837"/>
                  </a:lnTo>
                  <a:lnTo>
                    <a:pt x="189" y="934"/>
                  </a:lnTo>
                  <a:lnTo>
                    <a:pt x="202" y="1015"/>
                  </a:lnTo>
                  <a:lnTo>
                    <a:pt x="215" y="1109"/>
                  </a:lnTo>
                  <a:lnTo>
                    <a:pt x="215" y="1190"/>
                  </a:lnTo>
                  <a:lnTo>
                    <a:pt x="215" y="1203"/>
                  </a:lnTo>
                  <a:lnTo>
                    <a:pt x="231" y="1284"/>
                  </a:lnTo>
                  <a:lnTo>
                    <a:pt x="231" y="1378"/>
                  </a:lnTo>
                  <a:lnTo>
                    <a:pt x="244" y="1472"/>
                  </a:lnTo>
                  <a:lnTo>
                    <a:pt x="244" y="1566"/>
                  </a:lnTo>
                  <a:lnTo>
                    <a:pt x="257" y="1647"/>
                  </a:lnTo>
                  <a:lnTo>
                    <a:pt x="270" y="1838"/>
                  </a:lnTo>
                  <a:lnTo>
                    <a:pt x="270" y="2013"/>
                  </a:lnTo>
                  <a:lnTo>
                    <a:pt x="283" y="2201"/>
                  </a:lnTo>
                  <a:lnTo>
                    <a:pt x="296" y="2376"/>
                  </a:lnTo>
                  <a:lnTo>
                    <a:pt x="312" y="2554"/>
                  </a:lnTo>
                  <a:lnTo>
                    <a:pt x="312" y="2742"/>
                  </a:lnTo>
                  <a:lnTo>
                    <a:pt x="325" y="2917"/>
                  </a:lnTo>
                  <a:lnTo>
                    <a:pt x="338" y="3105"/>
                  </a:lnTo>
                  <a:lnTo>
                    <a:pt x="338" y="3283"/>
                  </a:lnTo>
                  <a:lnTo>
                    <a:pt x="351" y="3458"/>
                  </a:lnTo>
                  <a:lnTo>
                    <a:pt x="351" y="3646"/>
                  </a:lnTo>
                  <a:lnTo>
                    <a:pt x="364" y="3821"/>
                  </a:lnTo>
                  <a:lnTo>
                    <a:pt x="364" y="3957"/>
                  </a:lnTo>
                  <a:lnTo>
                    <a:pt x="364" y="4012"/>
                  </a:lnTo>
                  <a:lnTo>
                    <a:pt x="377" y="4187"/>
                  </a:lnTo>
                  <a:lnTo>
                    <a:pt x="377" y="4375"/>
                  </a:lnTo>
                  <a:lnTo>
                    <a:pt x="377" y="4550"/>
                  </a:lnTo>
                  <a:lnTo>
                    <a:pt x="393" y="4741"/>
                  </a:lnTo>
                  <a:lnTo>
                    <a:pt x="393" y="4916"/>
                  </a:lnTo>
                  <a:lnTo>
                    <a:pt x="393" y="5091"/>
                  </a:lnTo>
                  <a:lnTo>
                    <a:pt x="406" y="5279"/>
                  </a:lnTo>
                  <a:lnTo>
                    <a:pt x="406" y="5454"/>
                  </a:lnTo>
                  <a:lnTo>
                    <a:pt x="406" y="5645"/>
                  </a:lnTo>
                  <a:lnTo>
                    <a:pt x="419" y="5820"/>
                  </a:lnTo>
                  <a:lnTo>
                    <a:pt x="419" y="6183"/>
                  </a:lnTo>
                  <a:lnTo>
                    <a:pt x="419" y="6549"/>
                  </a:lnTo>
                  <a:lnTo>
                    <a:pt x="432" y="6912"/>
                  </a:lnTo>
                  <a:lnTo>
                    <a:pt x="432" y="7074"/>
                  </a:lnTo>
                  <a:lnTo>
                    <a:pt x="432" y="7278"/>
                  </a:lnTo>
                  <a:lnTo>
                    <a:pt x="445" y="7641"/>
                  </a:lnTo>
                  <a:lnTo>
                    <a:pt x="445" y="7819"/>
                  </a:lnTo>
                  <a:lnTo>
                    <a:pt x="445" y="7994"/>
                  </a:lnTo>
                  <a:lnTo>
                    <a:pt x="445" y="8046"/>
                  </a:lnTo>
                  <a:lnTo>
                    <a:pt x="445" y="8182"/>
                  </a:lnTo>
                  <a:lnTo>
                    <a:pt x="445" y="8357"/>
                  </a:lnTo>
                  <a:lnTo>
                    <a:pt x="458" y="8548"/>
                  </a:lnTo>
                  <a:lnTo>
                    <a:pt x="458" y="8723"/>
                  </a:lnTo>
                  <a:lnTo>
                    <a:pt x="458" y="8911"/>
                  </a:lnTo>
                  <a:lnTo>
                    <a:pt x="458" y="9073"/>
                  </a:lnTo>
                  <a:lnTo>
                    <a:pt x="458" y="9086"/>
                  </a:lnTo>
                  <a:lnTo>
                    <a:pt x="474" y="9261"/>
                  </a:lnTo>
                  <a:lnTo>
                    <a:pt x="474" y="9452"/>
                  </a:lnTo>
                  <a:lnTo>
                    <a:pt x="474" y="9627"/>
                  </a:lnTo>
                  <a:lnTo>
                    <a:pt x="487" y="9815"/>
                  </a:lnTo>
                  <a:lnTo>
                    <a:pt x="487" y="9990"/>
                  </a:lnTo>
                  <a:lnTo>
                    <a:pt x="487" y="10032"/>
                  </a:lnTo>
                  <a:lnTo>
                    <a:pt x="487" y="10168"/>
                  </a:lnTo>
                  <a:lnTo>
                    <a:pt x="500" y="10356"/>
                  </a:lnTo>
                  <a:lnTo>
                    <a:pt x="500" y="10531"/>
                  </a:lnTo>
                  <a:lnTo>
                    <a:pt x="513" y="10719"/>
                  </a:lnTo>
                  <a:lnTo>
                    <a:pt x="513" y="10735"/>
                  </a:lnTo>
                  <a:lnTo>
                    <a:pt x="513" y="10897"/>
                  </a:lnTo>
                  <a:lnTo>
                    <a:pt x="513" y="11072"/>
                  </a:lnTo>
                  <a:lnTo>
                    <a:pt x="513" y="11166"/>
                  </a:lnTo>
                  <a:lnTo>
                    <a:pt x="513" y="11221"/>
                  </a:lnTo>
                  <a:lnTo>
                    <a:pt x="513" y="11260"/>
                  </a:lnTo>
                  <a:lnTo>
                    <a:pt x="513" y="11354"/>
                  </a:lnTo>
                  <a:lnTo>
                    <a:pt x="513" y="11435"/>
                  </a:lnTo>
                  <a:lnTo>
                    <a:pt x="513" y="11529"/>
                  </a:lnTo>
                  <a:lnTo>
                    <a:pt x="513" y="11626"/>
                  </a:lnTo>
                  <a:lnTo>
                    <a:pt x="500" y="11652"/>
                  </a:lnTo>
                  <a:lnTo>
                    <a:pt x="474" y="11626"/>
                  </a:lnTo>
                  <a:lnTo>
                    <a:pt x="458" y="11529"/>
                  </a:lnTo>
                  <a:lnTo>
                    <a:pt x="445" y="11448"/>
                  </a:lnTo>
                  <a:lnTo>
                    <a:pt x="432" y="11354"/>
                  </a:lnTo>
                  <a:lnTo>
                    <a:pt x="419" y="11260"/>
                  </a:lnTo>
                  <a:lnTo>
                    <a:pt x="419" y="11234"/>
                  </a:lnTo>
                  <a:lnTo>
                    <a:pt x="419" y="11179"/>
                  </a:lnTo>
                  <a:lnTo>
                    <a:pt x="406" y="11085"/>
                  </a:lnTo>
                  <a:lnTo>
                    <a:pt x="377" y="10897"/>
                  </a:lnTo>
                  <a:lnTo>
                    <a:pt x="364" y="10748"/>
                  </a:lnTo>
                  <a:lnTo>
                    <a:pt x="364" y="10719"/>
                  </a:lnTo>
                  <a:lnTo>
                    <a:pt x="351" y="10544"/>
                  </a:lnTo>
                  <a:lnTo>
                    <a:pt x="338" y="10356"/>
                  </a:lnTo>
                  <a:lnTo>
                    <a:pt x="325" y="10181"/>
                  </a:lnTo>
                  <a:lnTo>
                    <a:pt x="325" y="10032"/>
                  </a:lnTo>
                  <a:lnTo>
                    <a:pt x="325" y="9990"/>
                  </a:lnTo>
                  <a:lnTo>
                    <a:pt x="312" y="9815"/>
                  </a:lnTo>
                  <a:lnTo>
                    <a:pt x="296" y="9640"/>
                  </a:lnTo>
                  <a:lnTo>
                    <a:pt x="296" y="9452"/>
                  </a:lnTo>
                  <a:lnTo>
                    <a:pt x="283" y="9277"/>
                  </a:lnTo>
                  <a:lnTo>
                    <a:pt x="270" y="9086"/>
                  </a:lnTo>
                  <a:lnTo>
                    <a:pt x="270" y="9086"/>
                  </a:lnTo>
                  <a:lnTo>
                    <a:pt x="270" y="8911"/>
                  </a:lnTo>
                  <a:lnTo>
                    <a:pt x="257" y="8723"/>
                  </a:lnTo>
                  <a:lnTo>
                    <a:pt x="257" y="8548"/>
                  </a:lnTo>
                  <a:lnTo>
                    <a:pt x="244" y="8370"/>
                  </a:lnTo>
                  <a:lnTo>
                    <a:pt x="244" y="8182"/>
                  </a:lnTo>
                  <a:lnTo>
                    <a:pt x="244" y="8046"/>
                  </a:lnTo>
                  <a:lnTo>
                    <a:pt x="244" y="8007"/>
                  </a:lnTo>
                  <a:lnTo>
                    <a:pt x="231" y="7819"/>
                  </a:lnTo>
                  <a:lnTo>
                    <a:pt x="231" y="7641"/>
                  </a:lnTo>
                  <a:lnTo>
                    <a:pt x="215" y="7278"/>
                  </a:lnTo>
                  <a:lnTo>
                    <a:pt x="215" y="7074"/>
                  </a:lnTo>
                  <a:lnTo>
                    <a:pt x="215" y="6912"/>
                  </a:lnTo>
                  <a:lnTo>
                    <a:pt x="215" y="6549"/>
                  </a:lnTo>
                  <a:lnTo>
                    <a:pt x="202" y="6183"/>
                  </a:lnTo>
                  <a:lnTo>
                    <a:pt x="202" y="5820"/>
                  </a:lnTo>
                  <a:lnTo>
                    <a:pt x="202" y="5645"/>
                  </a:lnTo>
                  <a:lnTo>
                    <a:pt x="189" y="5470"/>
                  </a:lnTo>
                  <a:lnTo>
                    <a:pt x="189" y="5279"/>
                  </a:lnTo>
                  <a:lnTo>
                    <a:pt x="189" y="5104"/>
                  </a:lnTo>
                  <a:lnTo>
                    <a:pt x="189" y="4916"/>
                  </a:lnTo>
                  <a:lnTo>
                    <a:pt x="189" y="4741"/>
                  </a:lnTo>
                  <a:lnTo>
                    <a:pt x="176" y="4550"/>
                  </a:lnTo>
                  <a:lnTo>
                    <a:pt x="176" y="4375"/>
                  </a:lnTo>
                  <a:lnTo>
                    <a:pt x="176" y="4200"/>
                  </a:lnTo>
                  <a:lnTo>
                    <a:pt x="163" y="4012"/>
                  </a:lnTo>
                  <a:lnTo>
                    <a:pt x="163" y="3957"/>
                  </a:lnTo>
                  <a:lnTo>
                    <a:pt x="163" y="3834"/>
                  </a:lnTo>
                  <a:lnTo>
                    <a:pt x="163" y="3646"/>
                  </a:lnTo>
                  <a:lnTo>
                    <a:pt x="150" y="3471"/>
                  </a:lnTo>
                  <a:lnTo>
                    <a:pt x="150" y="3296"/>
                  </a:lnTo>
                  <a:lnTo>
                    <a:pt x="150" y="3105"/>
                  </a:lnTo>
                  <a:lnTo>
                    <a:pt x="134" y="2930"/>
                  </a:lnTo>
                  <a:lnTo>
                    <a:pt x="134" y="2742"/>
                  </a:lnTo>
                  <a:lnTo>
                    <a:pt x="121" y="2567"/>
                  </a:lnTo>
                  <a:lnTo>
                    <a:pt x="121" y="2392"/>
                  </a:lnTo>
                  <a:lnTo>
                    <a:pt x="108" y="2201"/>
                  </a:lnTo>
                  <a:lnTo>
                    <a:pt x="95" y="2026"/>
                  </a:lnTo>
                  <a:lnTo>
                    <a:pt x="95" y="1838"/>
                  </a:lnTo>
                  <a:lnTo>
                    <a:pt x="82" y="1663"/>
                  </a:lnTo>
                  <a:lnTo>
                    <a:pt x="82" y="1566"/>
                  </a:lnTo>
                  <a:lnTo>
                    <a:pt x="69" y="1485"/>
                  </a:lnTo>
                  <a:lnTo>
                    <a:pt x="69" y="1391"/>
                  </a:lnTo>
                  <a:lnTo>
                    <a:pt x="53" y="1297"/>
                  </a:lnTo>
                  <a:lnTo>
                    <a:pt x="53" y="1216"/>
                  </a:lnTo>
                  <a:lnTo>
                    <a:pt x="53" y="1203"/>
                  </a:lnTo>
                  <a:lnTo>
                    <a:pt x="53" y="1122"/>
                  </a:lnTo>
                  <a:lnTo>
                    <a:pt x="40" y="1028"/>
                  </a:lnTo>
                  <a:lnTo>
                    <a:pt x="40" y="947"/>
                  </a:lnTo>
                  <a:lnTo>
                    <a:pt x="40" y="853"/>
                  </a:lnTo>
                  <a:lnTo>
                    <a:pt x="27" y="756"/>
                  </a:lnTo>
                  <a:lnTo>
                    <a:pt x="27" y="675"/>
                  </a:lnTo>
                  <a:lnTo>
                    <a:pt x="27" y="581"/>
                  </a:lnTo>
                  <a:lnTo>
                    <a:pt x="14" y="487"/>
                  </a:lnTo>
                  <a:lnTo>
                    <a:pt x="14" y="393"/>
                  </a:lnTo>
                  <a:lnTo>
                    <a:pt x="1" y="325"/>
                  </a:lnTo>
                  <a:lnTo>
                    <a:pt x="1" y="312"/>
                  </a:lnTo>
                  <a:lnTo>
                    <a:pt x="14" y="218"/>
                  </a:lnTo>
                  <a:lnTo>
                    <a:pt x="14" y="124"/>
                  </a:lnTo>
                  <a:lnTo>
                    <a:pt x="14" y="43"/>
                  </a:lnTo>
                  <a:lnTo>
                    <a:pt x="40" y="1"/>
                  </a:lnTo>
                  <a:close/>
                </a:path>
              </a:pathLst>
            </a:custGeom>
            <a:solidFill>
              <a:srgbClr val="9E5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5" name="Google Shape;5115;p52">
              <a:extLst>
                <a:ext uri="{FF2B5EF4-FFF2-40B4-BE49-F238E27FC236}">
                  <a16:creationId xmlns:a16="http://schemas.microsoft.com/office/drawing/2014/main" id="{83B33C5B-C83C-D7B8-9F65-7C3AA10C4AD6}"/>
                </a:ext>
              </a:extLst>
            </p:cNvPr>
            <p:cNvSpPr/>
            <p:nvPr/>
          </p:nvSpPr>
          <p:spPr>
            <a:xfrm>
              <a:off x="2618413" y="3885508"/>
              <a:ext cx="33582" cy="490503"/>
            </a:xfrm>
            <a:custGeom>
              <a:avLst/>
              <a:gdLst/>
              <a:ahLst/>
              <a:cxnLst/>
              <a:rect l="l" t="t" r="r" b="b"/>
              <a:pathLst>
                <a:path w="1028" h="15015" extrusionOk="0">
                  <a:moveTo>
                    <a:pt x="137" y="1"/>
                  </a:moveTo>
                  <a:lnTo>
                    <a:pt x="1" y="15015"/>
                  </a:lnTo>
                  <a:lnTo>
                    <a:pt x="1028" y="15015"/>
                  </a:lnTo>
                  <a:lnTo>
                    <a:pt x="756" y="56"/>
                  </a:lnTo>
                  <a:lnTo>
                    <a:pt x="13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6" name="Google Shape;5116;p52">
              <a:extLst>
                <a:ext uri="{FF2B5EF4-FFF2-40B4-BE49-F238E27FC236}">
                  <a16:creationId xmlns:a16="http://schemas.microsoft.com/office/drawing/2014/main" id="{BF5FA0D3-0543-3E21-DCE7-135E76AA8543}"/>
                </a:ext>
              </a:extLst>
            </p:cNvPr>
            <p:cNvSpPr/>
            <p:nvPr/>
          </p:nvSpPr>
          <p:spPr>
            <a:xfrm>
              <a:off x="2627626" y="3679109"/>
              <a:ext cx="40246" cy="191072"/>
            </a:xfrm>
            <a:custGeom>
              <a:avLst/>
              <a:gdLst/>
              <a:ahLst/>
              <a:cxnLst/>
              <a:rect l="l" t="t" r="r" b="b"/>
              <a:pathLst>
                <a:path w="1232" h="5849" extrusionOk="0">
                  <a:moveTo>
                    <a:pt x="597" y="1"/>
                  </a:moveTo>
                  <a:lnTo>
                    <a:pt x="1" y="5687"/>
                  </a:lnTo>
                  <a:lnTo>
                    <a:pt x="435" y="5849"/>
                  </a:lnTo>
                  <a:lnTo>
                    <a:pt x="1232" y="5010"/>
                  </a:lnTo>
                  <a:lnTo>
                    <a:pt x="892" y="244"/>
                  </a:lnTo>
                  <a:lnTo>
                    <a:pt x="59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7" name="Google Shape;5117;p52">
              <a:extLst>
                <a:ext uri="{FF2B5EF4-FFF2-40B4-BE49-F238E27FC236}">
                  <a16:creationId xmlns:a16="http://schemas.microsoft.com/office/drawing/2014/main" id="{148AA0CE-EFE7-37C5-264C-E72604594E6D}"/>
                </a:ext>
              </a:extLst>
            </p:cNvPr>
            <p:cNvSpPr/>
            <p:nvPr/>
          </p:nvSpPr>
          <p:spPr>
            <a:xfrm>
              <a:off x="2633441" y="3878092"/>
              <a:ext cx="163566" cy="112442"/>
            </a:xfrm>
            <a:custGeom>
              <a:avLst/>
              <a:gdLst/>
              <a:ahLst/>
              <a:cxnLst/>
              <a:rect l="l" t="t" r="r" b="b"/>
              <a:pathLst>
                <a:path w="5007" h="3442" extrusionOk="0">
                  <a:moveTo>
                    <a:pt x="351" y="1"/>
                  </a:moveTo>
                  <a:lnTo>
                    <a:pt x="1" y="283"/>
                  </a:lnTo>
                  <a:lnTo>
                    <a:pt x="338" y="1404"/>
                  </a:lnTo>
                  <a:lnTo>
                    <a:pt x="4657" y="3442"/>
                  </a:lnTo>
                  <a:lnTo>
                    <a:pt x="5007" y="3306"/>
                  </a:lnTo>
                  <a:lnTo>
                    <a:pt x="35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8" name="Google Shape;5118;p52">
              <a:extLst>
                <a:ext uri="{FF2B5EF4-FFF2-40B4-BE49-F238E27FC236}">
                  <a16:creationId xmlns:a16="http://schemas.microsoft.com/office/drawing/2014/main" id="{B7732302-CE67-793C-164D-C0E7B7914238}"/>
                </a:ext>
              </a:extLst>
            </p:cNvPr>
            <p:cNvSpPr/>
            <p:nvPr/>
          </p:nvSpPr>
          <p:spPr>
            <a:xfrm>
              <a:off x="2456574" y="3863490"/>
              <a:ext cx="166735" cy="105451"/>
            </a:xfrm>
            <a:custGeom>
              <a:avLst/>
              <a:gdLst/>
              <a:ahLst/>
              <a:cxnLst/>
              <a:rect l="l" t="t" r="r" b="b"/>
              <a:pathLst>
                <a:path w="5104" h="3228" extrusionOk="0">
                  <a:moveTo>
                    <a:pt x="3876" y="1"/>
                  </a:moveTo>
                  <a:lnTo>
                    <a:pt x="40" y="2849"/>
                  </a:lnTo>
                  <a:lnTo>
                    <a:pt x="1" y="3228"/>
                  </a:lnTo>
                  <a:lnTo>
                    <a:pt x="5104" y="662"/>
                  </a:lnTo>
                  <a:lnTo>
                    <a:pt x="5010" y="218"/>
                  </a:lnTo>
                  <a:lnTo>
                    <a:pt x="387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9" name="Google Shape;5119;p52">
              <a:extLst>
                <a:ext uri="{FF2B5EF4-FFF2-40B4-BE49-F238E27FC236}">
                  <a16:creationId xmlns:a16="http://schemas.microsoft.com/office/drawing/2014/main" id="{2F10CC6A-B907-5D70-0E07-A456392B83B8}"/>
                </a:ext>
              </a:extLst>
            </p:cNvPr>
            <p:cNvSpPr/>
            <p:nvPr/>
          </p:nvSpPr>
          <p:spPr>
            <a:xfrm>
              <a:off x="2609103" y="3854996"/>
              <a:ext cx="45963" cy="43840"/>
            </a:xfrm>
            <a:custGeom>
              <a:avLst/>
              <a:gdLst/>
              <a:ahLst/>
              <a:cxnLst/>
              <a:rect l="l" t="t" r="r" b="b"/>
              <a:pathLst>
                <a:path w="1407" h="1342" extrusionOk="0">
                  <a:moveTo>
                    <a:pt x="711" y="1"/>
                  </a:moveTo>
                  <a:cubicBezTo>
                    <a:pt x="686" y="1"/>
                    <a:pt x="661" y="2"/>
                    <a:pt x="636" y="5"/>
                  </a:cubicBezTo>
                  <a:cubicBezTo>
                    <a:pt x="273" y="44"/>
                    <a:pt x="1" y="368"/>
                    <a:pt x="43" y="734"/>
                  </a:cubicBezTo>
                  <a:cubicBezTo>
                    <a:pt x="80" y="1093"/>
                    <a:pt x="373" y="1342"/>
                    <a:pt x="715" y="1342"/>
                  </a:cubicBezTo>
                  <a:cubicBezTo>
                    <a:pt x="734" y="1342"/>
                    <a:pt x="753" y="1341"/>
                    <a:pt x="772" y="1340"/>
                  </a:cubicBezTo>
                  <a:cubicBezTo>
                    <a:pt x="1151" y="1301"/>
                    <a:pt x="1407" y="964"/>
                    <a:pt x="1378" y="598"/>
                  </a:cubicBezTo>
                  <a:cubicBezTo>
                    <a:pt x="1342" y="260"/>
                    <a:pt x="1047" y="1"/>
                    <a:pt x="711" y="1"/>
                  </a:cubicBez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0" name="Google Shape;5120;p52">
              <a:extLst>
                <a:ext uri="{FF2B5EF4-FFF2-40B4-BE49-F238E27FC236}">
                  <a16:creationId xmlns:a16="http://schemas.microsoft.com/office/drawing/2014/main" id="{74529F7F-DCE2-EFCA-D3CF-E76563DB79E9}"/>
                </a:ext>
              </a:extLst>
            </p:cNvPr>
            <p:cNvSpPr/>
            <p:nvPr/>
          </p:nvSpPr>
          <p:spPr>
            <a:xfrm>
              <a:off x="2846406" y="3885508"/>
              <a:ext cx="33158" cy="490503"/>
            </a:xfrm>
            <a:custGeom>
              <a:avLst/>
              <a:gdLst/>
              <a:ahLst/>
              <a:cxnLst/>
              <a:rect l="l" t="t" r="r" b="b"/>
              <a:pathLst>
                <a:path w="1015" h="15015" extrusionOk="0">
                  <a:moveTo>
                    <a:pt x="124" y="1"/>
                  </a:moveTo>
                  <a:lnTo>
                    <a:pt x="1" y="15015"/>
                  </a:lnTo>
                  <a:lnTo>
                    <a:pt x="1015" y="15015"/>
                  </a:lnTo>
                  <a:lnTo>
                    <a:pt x="743" y="56"/>
                  </a:lnTo>
                  <a:lnTo>
                    <a:pt x="1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1" name="Google Shape;5121;p52">
              <a:extLst>
                <a:ext uri="{FF2B5EF4-FFF2-40B4-BE49-F238E27FC236}">
                  <a16:creationId xmlns:a16="http://schemas.microsoft.com/office/drawing/2014/main" id="{F2FAF82C-9260-5B55-4E30-A1FA2347A8E0}"/>
                </a:ext>
              </a:extLst>
            </p:cNvPr>
            <p:cNvSpPr/>
            <p:nvPr/>
          </p:nvSpPr>
          <p:spPr>
            <a:xfrm>
              <a:off x="2855716" y="3679109"/>
              <a:ext cx="40148" cy="191072"/>
            </a:xfrm>
            <a:custGeom>
              <a:avLst/>
              <a:gdLst/>
              <a:ahLst/>
              <a:cxnLst/>
              <a:rect l="l" t="t" r="r" b="b"/>
              <a:pathLst>
                <a:path w="1229" h="5849" extrusionOk="0">
                  <a:moveTo>
                    <a:pt x="594" y="1"/>
                  </a:moveTo>
                  <a:lnTo>
                    <a:pt x="1" y="5687"/>
                  </a:lnTo>
                  <a:lnTo>
                    <a:pt x="432" y="5849"/>
                  </a:lnTo>
                  <a:lnTo>
                    <a:pt x="1229" y="5010"/>
                  </a:lnTo>
                  <a:lnTo>
                    <a:pt x="876" y="244"/>
                  </a:lnTo>
                  <a:lnTo>
                    <a:pt x="59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2" name="Google Shape;5122;p52">
              <a:extLst>
                <a:ext uri="{FF2B5EF4-FFF2-40B4-BE49-F238E27FC236}">
                  <a16:creationId xmlns:a16="http://schemas.microsoft.com/office/drawing/2014/main" id="{45B44D56-4CC8-FF72-350E-03E452C5177D}"/>
                </a:ext>
              </a:extLst>
            </p:cNvPr>
            <p:cNvSpPr/>
            <p:nvPr/>
          </p:nvSpPr>
          <p:spPr>
            <a:xfrm>
              <a:off x="2861009" y="3878092"/>
              <a:ext cx="164089" cy="112442"/>
            </a:xfrm>
            <a:custGeom>
              <a:avLst/>
              <a:gdLst/>
              <a:ahLst/>
              <a:cxnLst/>
              <a:rect l="l" t="t" r="r" b="b"/>
              <a:pathLst>
                <a:path w="5023" h="3442" extrusionOk="0">
                  <a:moveTo>
                    <a:pt x="351" y="1"/>
                  </a:moveTo>
                  <a:lnTo>
                    <a:pt x="1" y="283"/>
                  </a:lnTo>
                  <a:lnTo>
                    <a:pt x="351" y="1404"/>
                  </a:lnTo>
                  <a:lnTo>
                    <a:pt x="4670" y="3442"/>
                  </a:lnTo>
                  <a:lnTo>
                    <a:pt x="5023" y="3306"/>
                  </a:lnTo>
                  <a:lnTo>
                    <a:pt x="35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3" name="Google Shape;5123;p52">
              <a:extLst>
                <a:ext uri="{FF2B5EF4-FFF2-40B4-BE49-F238E27FC236}">
                  <a16:creationId xmlns:a16="http://schemas.microsoft.com/office/drawing/2014/main" id="{A9060EE0-DD33-BC00-1F14-22E1D8CF22F7}"/>
                </a:ext>
              </a:extLst>
            </p:cNvPr>
            <p:cNvSpPr/>
            <p:nvPr/>
          </p:nvSpPr>
          <p:spPr>
            <a:xfrm>
              <a:off x="2684142" y="3863490"/>
              <a:ext cx="167160" cy="105451"/>
            </a:xfrm>
            <a:custGeom>
              <a:avLst/>
              <a:gdLst/>
              <a:ahLst/>
              <a:cxnLst/>
              <a:rect l="l" t="t" r="r" b="b"/>
              <a:pathLst>
                <a:path w="5117" h="3228" extrusionOk="0">
                  <a:moveTo>
                    <a:pt x="3876" y="1"/>
                  </a:moveTo>
                  <a:lnTo>
                    <a:pt x="40" y="2849"/>
                  </a:lnTo>
                  <a:lnTo>
                    <a:pt x="1" y="3228"/>
                  </a:lnTo>
                  <a:lnTo>
                    <a:pt x="5117" y="662"/>
                  </a:lnTo>
                  <a:lnTo>
                    <a:pt x="5023" y="218"/>
                  </a:lnTo>
                  <a:lnTo>
                    <a:pt x="387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4" name="Google Shape;5124;p52">
              <a:extLst>
                <a:ext uri="{FF2B5EF4-FFF2-40B4-BE49-F238E27FC236}">
                  <a16:creationId xmlns:a16="http://schemas.microsoft.com/office/drawing/2014/main" id="{20519CBC-D3F0-8FFE-F6F7-2FE40D7044E4}"/>
                </a:ext>
              </a:extLst>
            </p:cNvPr>
            <p:cNvSpPr/>
            <p:nvPr/>
          </p:nvSpPr>
          <p:spPr>
            <a:xfrm>
              <a:off x="2836671" y="3854996"/>
              <a:ext cx="46388" cy="43840"/>
            </a:xfrm>
            <a:custGeom>
              <a:avLst/>
              <a:gdLst/>
              <a:ahLst/>
              <a:cxnLst/>
              <a:rect l="l" t="t" r="r" b="b"/>
              <a:pathLst>
                <a:path w="1420" h="1342" extrusionOk="0">
                  <a:moveTo>
                    <a:pt x="724" y="1"/>
                  </a:moveTo>
                  <a:cubicBezTo>
                    <a:pt x="699" y="1"/>
                    <a:pt x="674" y="2"/>
                    <a:pt x="649" y="5"/>
                  </a:cubicBezTo>
                  <a:cubicBezTo>
                    <a:pt x="273" y="44"/>
                    <a:pt x="1" y="368"/>
                    <a:pt x="43" y="734"/>
                  </a:cubicBezTo>
                  <a:cubicBezTo>
                    <a:pt x="80" y="1093"/>
                    <a:pt x="373" y="1342"/>
                    <a:pt x="726" y="1342"/>
                  </a:cubicBezTo>
                  <a:cubicBezTo>
                    <a:pt x="746" y="1342"/>
                    <a:pt x="765" y="1341"/>
                    <a:pt x="785" y="1340"/>
                  </a:cubicBezTo>
                  <a:cubicBezTo>
                    <a:pt x="1151" y="1301"/>
                    <a:pt x="1420" y="964"/>
                    <a:pt x="1378" y="598"/>
                  </a:cubicBezTo>
                  <a:cubicBezTo>
                    <a:pt x="1342" y="260"/>
                    <a:pt x="1058" y="1"/>
                    <a:pt x="724" y="1"/>
                  </a:cubicBez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5" name="Google Shape;5125;p52">
              <a:extLst>
                <a:ext uri="{FF2B5EF4-FFF2-40B4-BE49-F238E27FC236}">
                  <a16:creationId xmlns:a16="http://schemas.microsoft.com/office/drawing/2014/main" id="{6E7E7455-7570-684E-E714-140BF4B09B63}"/>
                </a:ext>
              </a:extLst>
            </p:cNvPr>
            <p:cNvSpPr/>
            <p:nvPr/>
          </p:nvSpPr>
          <p:spPr>
            <a:xfrm>
              <a:off x="3165700" y="3325025"/>
              <a:ext cx="617509" cy="685742"/>
            </a:xfrm>
            <a:custGeom>
              <a:avLst/>
              <a:gdLst/>
              <a:ahLst/>
              <a:cxnLst/>
              <a:rect l="l" t="t" r="r" b="b"/>
              <a:pathLst>
                <a:path w="14432" h="17755" extrusionOk="0">
                  <a:moveTo>
                    <a:pt x="7667" y="1"/>
                  </a:moveTo>
                  <a:cubicBezTo>
                    <a:pt x="5684" y="1"/>
                    <a:pt x="2739" y="4495"/>
                    <a:pt x="1" y="9653"/>
                  </a:cubicBezTo>
                  <a:cubicBezTo>
                    <a:pt x="40" y="9815"/>
                    <a:pt x="134" y="9964"/>
                    <a:pt x="309" y="9977"/>
                  </a:cubicBezTo>
                  <a:cubicBezTo>
                    <a:pt x="316" y="9978"/>
                    <a:pt x="324" y="9978"/>
                    <a:pt x="332" y="9978"/>
                  </a:cubicBezTo>
                  <a:cubicBezTo>
                    <a:pt x="774" y="9978"/>
                    <a:pt x="1286" y="8812"/>
                    <a:pt x="1605" y="8506"/>
                  </a:cubicBezTo>
                  <a:cubicBezTo>
                    <a:pt x="1676" y="8436"/>
                    <a:pt x="1900" y="8167"/>
                    <a:pt x="2057" y="8167"/>
                  </a:cubicBezTo>
                  <a:cubicBezTo>
                    <a:pt x="2112" y="8167"/>
                    <a:pt x="2159" y="8201"/>
                    <a:pt x="2188" y="8289"/>
                  </a:cubicBezTo>
                  <a:cubicBezTo>
                    <a:pt x="2376" y="8869"/>
                    <a:pt x="2188" y="9789"/>
                    <a:pt x="2107" y="10382"/>
                  </a:cubicBezTo>
                  <a:cubicBezTo>
                    <a:pt x="1848" y="12028"/>
                    <a:pt x="1903" y="13771"/>
                    <a:pt x="1809" y="15430"/>
                  </a:cubicBezTo>
                  <a:cubicBezTo>
                    <a:pt x="1796" y="15822"/>
                    <a:pt x="1715" y="17672"/>
                    <a:pt x="2269" y="17753"/>
                  </a:cubicBezTo>
                  <a:cubicBezTo>
                    <a:pt x="2276" y="17754"/>
                    <a:pt x="2284" y="17754"/>
                    <a:pt x="2291" y="17754"/>
                  </a:cubicBezTo>
                  <a:cubicBezTo>
                    <a:pt x="2480" y="17754"/>
                    <a:pt x="2608" y="17437"/>
                    <a:pt x="2674" y="17322"/>
                  </a:cubicBezTo>
                  <a:cubicBezTo>
                    <a:pt x="2956" y="16742"/>
                    <a:pt x="3079" y="16240"/>
                    <a:pt x="3241" y="15647"/>
                  </a:cubicBezTo>
                  <a:cubicBezTo>
                    <a:pt x="3766" y="13758"/>
                    <a:pt x="3565" y="11746"/>
                    <a:pt x="3996" y="9857"/>
                  </a:cubicBezTo>
                  <a:cubicBezTo>
                    <a:pt x="4077" y="9504"/>
                    <a:pt x="4550" y="8114"/>
                    <a:pt x="4968" y="8114"/>
                  </a:cubicBezTo>
                  <a:cubicBezTo>
                    <a:pt x="5953" y="8114"/>
                    <a:pt x="5723" y="9546"/>
                    <a:pt x="5804" y="10207"/>
                  </a:cubicBezTo>
                  <a:cubicBezTo>
                    <a:pt x="5833" y="10424"/>
                    <a:pt x="5778" y="11030"/>
                    <a:pt x="6141" y="11030"/>
                  </a:cubicBezTo>
                  <a:cubicBezTo>
                    <a:pt x="6900" y="11030"/>
                    <a:pt x="6621" y="8937"/>
                    <a:pt x="7175" y="8937"/>
                  </a:cubicBezTo>
                  <a:cubicBezTo>
                    <a:pt x="7302" y="8937"/>
                    <a:pt x="7472" y="9047"/>
                    <a:pt x="7709" y="9316"/>
                  </a:cubicBezTo>
                  <a:cubicBezTo>
                    <a:pt x="7910" y="9546"/>
                    <a:pt x="7871" y="9802"/>
                    <a:pt x="7871" y="10100"/>
                  </a:cubicBezTo>
                  <a:cubicBezTo>
                    <a:pt x="7871" y="10518"/>
                    <a:pt x="8046" y="10991"/>
                    <a:pt x="8085" y="11409"/>
                  </a:cubicBezTo>
                  <a:cubicBezTo>
                    <a:pt x="8114" y="11853"/>
                    <a:pt x="7965" y="12394"/>
                    <a:pt x="8114" y="12825"/>
                  </a:cubicBezTo>
                  <a:cubicBezTo>
                    <a:pt x="8182" y="13016"/>
                    <a:pt x="8221" y="13878"/>
                    <a:pt x="8545" y="13878"/>
                  </a:cubicBezTo>
                  <a:cubicBezTo>
                    <a:pt x="9112" y="13878"/>
                    <a:pt x="9018" y="12352"/>
                    <a:pt x="9018" y="12028"/>
                  </a:cubicBezTo>
                  <a:cubicBezTo>
                    <a:pt x="9031" y="11341"/>
                    <a:pt x="9138" y="10651"/>
                    <a:pt x="9180" y="9977"/>
                  </a:cubicBezTo>
                  <a:cubicBezTo>
                    <a:pt x="9261" y="8817"/>
                    <a:pt x="9099" y="7411"/>
                    <a:pt x="10003" y="6536"/>
                  </a:cubicBezTo>
                  <a:cubicBezTo>
                    <a:pt x="10048" y="6486"/>
                    <a:pt x="10118" y="6465"/>
                    <a:pt x="10198" y="6465"/>
                  </a:cubicBezTo>
                  <a:cubicBezTo>
                    <a:pt x="10403" y="6465"/>
                    <a:pt x="10670" y="6605"/>
                    <a:pt x="10719" y="6750"/>
                  </a:cubicBezTo>
                  <a:cubicBezTo>
                    <a:pt x="11017" y="7628"/>
                    <a:pt x="10800" y="8788"/>
                    <a:pt x="11354" y="9546"/>
                  </a:cubicBezTo>
                  <a:cubicBezTo>
                    <a:pt x="11360" y="9554"/>
                    <a:pt x="11367" y="9558"/>
                    <a:pt x="11375" y="9558"/>
                  </a:cubicBezTo>
                  <a:cubicBezTo>
                    <a:pt x="11460" y="9558"/>
                    <a:pt x="11651" y="9149"/>
                    <a:pt x="11678" y="9099"/>
                  </a:cubicBezTo>
                  <a:cubicBezTo>
                    <a:pt x="11798" y="8856"/>
                    <a:pt x="11798" y="7670"/>
                    <a:pt x="12070" y="7573"/>
                  </a:cubicBezTo>
                  <a:cubicBezTo>
                    <a:pt x="12074" y="7571"/>
                    <a:pt x="12079" y="7571"/>
                    <a:pt x="12084" y="7571"/>
                  </a:cubicBezTo>
                  <a:cubicBezTo>
                    <a:pt x="12213" y="7571"/>
                    <a:pt x="12502" y="8037"/>
                    <a:pt x="12527" y="8140"/>
                  </a:cubicBezTo>
                  <a:cubicBezTo>
                    <a:pt x="12744" y="8775"/>
                    <a:pt x="12650" y="9653"/>
                    <a:pt x="13055" y="10220"/>
                  </a:cubicBezTo>
                  <a:cubicBezTo>
                    <a:pt x="13246" y="10477"/>
                    <a:pt x="13490" y="10610"/>
                    <a:pt x="13713" y="10610"/>
                  </a:cubicBezTo>
                  <a:cubicBezTo>
                    <a:pt x="13992" y="10610"/>
                    <a:pt x="14236" y="10400"/>
                    <a:pt x="14296" y="9964"/>
                  </a:cubicBezTo>
                  <a:cubicBezTo>
                    <a:pt x="14351" y="9614"/>
                    <a:pt x="14390" y="9248"/>
                    <a:pt x="14432" y="8869"/>
                  </a:cubicBezTo>
                  <a:cubicBezTo>
                    <a:pt x="12083" y="4051"/>
                    <a:pt x="9559" y="1"/>
                    <a:pt x="766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6" name="Google Shape;5126;p52">
              <a:extLst>
                <a:ext uri="{FF2B5EF4-FFF2-40B4-BE49-F238E27FC236}">
                  <a16:creationId xmlns:a16="http://schemas.microsoft.com/office/drawing/2014/main" id="{3988F16B-54E6-18C6-555C-19C63A09C3AB}"/>
                </a:ext>
              </a:extLst>
            </p:cNvPr>
            <p:cNvSpPr/>
            <p:nvPr/>
          </p:nvSpPr>
          <p:spPr>
            <a:xfrm>
              <a:off x="1913843" y="3268837"/>
              <a:ext cx="542734" cy="161493"/>
            </a:xfrm>
            <a:custGeom>
              <a:avLst/>
              <a:gdLst/>
              <a:ahLst/>
              <a:cxnLst/>
              <a:rect l="l" t="t" r="r" b="b"/>
              <a:pathLst>
                <a:path w="2944" h="876" extrusionOk="0">
                  <a:moveTo>
                    <a:pt x="1490" y="1"/>
                  </a:moveTo>
                  <a:cubicBezTo>
                    <a:pt x="1156" y="1"/>
                    <a:pt x="889" y="275"/>
                    <a:pt x="889" y="600"/>
                  </a:cubicBezTo>
                  <a:lnTo>
                    <a:pt x="889" y="623"/>
                  </a:lnTo>
                  <a:cubicBezTo>
                    <a:pt x="852" y="613"/>
                    <a:pt x="815" y="606"/>
                    <a:pt x="775" y="606"/>
                  </a:cubicBezTo>
                  <a:cubicBezTo>
                    <a:pt x="759" y="606"/>
                    <a:pt x="744" y="607"/>
                    <a:pt x="727" y="609"/>
                  </a:cubicBezTo>
                  <a:cubicBezTo>
                    <a:pt x="623" y="616"/>
                    <a:pt x="526" y="661"/>
                    <a:pt x="454" y="734"/>
                  </a:cubicBezTo>
                  <a:cubicBezTo>
                    <a:pt x="421" y="723"/>
                    <a:pt x="384" y="717"/>
                    <a:pt x="346" y="717"/>
                  </a:cubicBezTo>
                  <a:cubicBezTo>
                    <a:pt x="332" y="717"/>
                    <a:pt x="318" y="718"/>
                    <a:pt x="304" y="719"/>
                  </a:cubicBezTo>
                  <a:cubicBezTo>
                    <a:pt x="178" y="727"/>
                    <a:pt x="75" y="787"/>
                    <a:pt x="0" y="876"/>
                  </a:cubicBezTo>
                  <a:lnTo>
                    <a:pt x="2934" y="876"/>
                  </a:lnTo>
                  <a:cubicBezTo>
                    <a:pt x="2934" y="867"/>
                    <a:pt x="2943" y="860"/>
                    <a:pt x="2943" y="846"/>
                  </a:cubicBezTo>
                  <a:cubicBezTo>
                    <a:pt x="2921" y="625"/>
                    <a:pt x="2736" y="452"/>
                    <a:pt x="2509" y="452"/>
                  </a:cubicBezTo>
                  <a:cubicBezTo>
                    <a:pt x="2501" y="452"/>
                    <a:pt x="2492" y="452"/>
                    <a:pt x="2483" y="453"/>
                  </a:cubicBezTo>
                  <a:cubicBezTo>
                    <a:pt x="2365" y="460"/>
                    <a:pt x="2253" y="527"/>
                    <a:pt x="2179" y="616"/>
                  </a:cubicBezTo>
                  <a:cubicBezTo>
                    <a:pt x="2150" y="609"/>
                    <a:pt x="2120" y="609"/>
                    <a:pt x="2090" y="609"/>
                  </a:cubicBezTo>
                  <a:lnTo>
                    <a:pt x="2090" y="600"/>
                  </a:lnTo>
                  <a:cubicBezTo>
                    <a:pt x="2090" y="275"/>
                    <a:pt x="1823" y="1"/>
                    <a:pt x="1490" y="1"/>
                  </a:cubicBez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7" name="Google Shape;5127;p52">
              <a:extLst>
                <a:ext uri="{FF2B5EF4-FFF2-40B4-BE49-F238E27FC236}">
                  <a16:creationId xmlns:a16="http://schemas.microsoft.com/office/drawing/2014/main" id="{1BEBAF69-C287-B443-5781-94FAE35DF531}"/>
                </a:ext>
              </a:extLst>
            </p:cNvPr>
            <p:cNvSpPr/>
            <p:nvPr/>
          </p:nvSpPr>
          <p:spPr>
            <a:xfrm>
              <a:off x="1944970" y="2627298"/>
              <a:ext cx="480486" cy="480640"/>
            </a:xfrm>
            <a:custGeom>
              <a:avLst/>
              <a:gdLst/>
              <a:ahLst/>
              <a:cxnLst/>
              <a:rect l="l" t="t" r="r" b="b"/>
              <a:pathLst>
                <a:path w="3535" h="3536" extrusionOk="0">
                  <a:moveTo>
                    <a:pt x="1763" y="0"/>
                  </a:moveTo>
                  <a:cubicBezTo>
                    <a:pt x="785" y="0"/>
                    <a:pt x="1" y="794"/>
                    <a:pt x="1" y="1772"/>
                  </a:cubicBezTo>
                  <a:cubicBezTo>
                    <a:pt x="1" y="2750"/>
                    <a:pt x="785" y="3536"/>
                    <a:pt x="1763" y="3536"/>
                  </a:cubicBezTo>
                  <a:cubicBezTo>
                    <a:pt x="2741" y="3536"/>
                    <a:pt x="3534" y="2750"/>
                    <a:pt x="3534" y="1772"/>
                  </a:cubicBezTo>
                  <a:cubicBezTo>
                    <a:pt x="3534" y="794"/>
                    <a:pt x="2741" y="0"/>
                    <a:pt x="1763" y="0"/>
                  </a:cubicBezTo>
                  <a:close/>
                </a:path>
              </a:pathLst>
            </a:custGeom>
            <a:solidFill>
              <a:srgbClr val="FFD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8" name="Google Shape;5128;p52">
              <a:extLst>
                <a:ext uri="{FF2B5EF4-FFF2-40B4-BE49-F238E27FC236}">
                  <a16:creationId xmlns:a16="http://schemas.microsoft.com/office/drawing/2014/main" id="{5017AA28-A12F-20A6-536D-E69CFE17E789}"/>
                </a:ext>
              </a:extLst>
            </p:cNvPr>
            <p:cNvSpPr/>
            <p:nvPr/>
          </p:nvSpPr>
          <p:spPr>
            <a:xfrm>
              <a:off x="2374282" y="2634914"/>
              <a:ext cx="546919" cy="267710"/>
            </a:xfrm>
            <a:custGeom>
              <a:avLst/>
              <a:gdLst/>
              <a:ahLst/>
              <a:cxnLst/>
              <a:rect l="l" t="t" r="r" b="b"/>
              <a:pathLst>
                <a:path w="16742" h="8195" extrusionOk="0">
                  <a:moveTo>
                    <a:pt x="9397" y="1"/>
                  </a:moveTo>
                  <a:cubicBezTo>
                    <a:pt x="6400" y="1"/>
                    <a:pt x="3957" y="2350"/>
                    <a:pt x="3808" y="5308"/>
                  </a:cubicBezTo>
                  <a:cubicBezTo>
                    <a:pt x="3510" y="5198"/>
                    <a:pt x="3186" y="5133"/>
                    <a:pt x="2862" y="5133"/>
                  </a:cubicBezTo>
                  <a:cubicBezTo>
                    <a:pt x="1284" y="5133"/>
                    <a:pt x="1" y="6413"/>
                    <a:pt x="1" y="7994"/>
                  </a:cubicBezTo>
                  <a:cubicBezTo>
                    <a:pt x="1" y="8062"/>
                    <a:pt x="1" y="8130"/>
                    <a:pt x="14" y="8195"/>
                  </a:cubicBezTo>
                  <a:lnTo>
                    <a:pt x="16593" y="8195"/>
                  </a:lnTo>
                  <a:cubicBezTo>
                    <a:pt x="16687" y="7952"/>
                    <a:pt x="16742" y="7683"/>
                    <a:pt x="16742" y="7414"/>
                  </a:cubicBezTo>
                  <a:cubicBezTo>
                    <a:pt x="16742" y="6332"/>
                    <a:pt x="15984" y="5441"/>
                    <a:pt x="14973" y="5214"/>
                  </a:cubicBezTo>
                  <a:cubicBezTo>
                    <a:pt x="14769" y="2311"/>
                    <a:pt x="12355" y="1"/>
                    <a:pt x="9397" y="1"/>
                  </a:cubicBezTo>
                  <a:close/>
                </a:path>
              </a:pathLst>
            </a:custGeom>
            <a:solidFill>
              <a:srgbClr val="A1E1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074907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7D6A1-090C-1748-DA3A-74C5D369D2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E21E93-3C70-2314-90B6-EA05C812A95D}"/>
              </a:ext>
            </a:extLst>
          </p:cNvPr>
          <p:cNvSpPr>
            <a:spLocks noGrp="1"/>
          </p:cNvSpPr>
          <p:nvPr>
            <p:ph type="title"/>
          </p:nvPr>
        </p:nvSpPr>
        <p:spPr/>
        <p:txBody>
          <a:bodyPr/>
          <a:lstStyle/>
          <a:p>
            <a:r>
              <a:rPr lang="en-US" dirty="0"/>
              <a:t>Additional Findings from SQL</a:t>
            </a:r>
          </a:p>
        </p:txBody>
      </p:sp>
      <p:sp>
        <p:nvSpPr>
          <p:cNvPr id="3" name="Text Placeholder 2">
            <a:extLst>
              <a:ext uri="{FF2B5EF4-FFF2-40B4-BE49-F238E27FC236}">
                <a16:creationId xmlns:a16="http://schemas.microsoft.com/office/drawing/2014/main" id="{AA7FCBDD-77EF-CBA7-8391-13EF9CDDEA41}"/>
              </a:ext>
            </a:extLst>
          </p:cNvPr>
          <p:cNvSpPr>
            <a:spLocks noGrp="1"/>
          </p:cNvSpPr>
          <p:nvPr>
            <p:ph type="body" idx="1"/>
          </p:nvPr>
        </p:nvSpPr>
        <p:spPr>
          <a:xfrm>
            <a:off x="640773" y="1017725"/>
            <a:ext cx="7862454" cy="3330555"/>
          </a:xfrm>
        </p:spPr>
        <p:txBody>
          <a:bodyPr/>
          <a:lstStyle/>
          <a:p>
            <a:pPr algn="l">
              <a:lnSpc>
                <a:spcPct val="150000"/>
              </a:lnSpc>
            </a:pPr>
            <a:r>
              <a:rPr lang="en-US" dirty="0"/>
              <a:t>When looking at emissions per capita, smaller nations such as Palau as well as countries with oil-based economies such as Qatar, Kuwait, and Bharain have the largest emissions per capita</a:t>
            </a:r>
          </a:p>
          <a:p>
            <a:pPr algn="l">
              <a:lnSpc>
                <a:spcPct val="150000"/>
              </a:lnSpc>
            </a:pPr>
            <a:endParaRPr lang="en-US" dirty="0"/>
          </a:p>
          <a:p>
            <a:pPr algn="l">
              <a:lnSpc>
                <a:spcPct val="150000"/>
              </a:lnSpc>
            </a:pPr>
            <a:r>
              <a:rPr lang="en-US" dirty="0"/>
              <a:t>When looking at GDP relative to emissions, countries that preformed well in this regard includes tourism-based economies such as Bermuda as well as countries that are targeting net zero emissions such as Sweden and Denmark</a:t>
            </a:r>
          </a:p>
        </p:txBody>
      </p:sp>
    </p:spTree>
    <p:extLst>
      <p:ext uri="{BB962C8B-B14F-4D97-AF65-F5344CB8AC3E}">
        <p14:creationId xmlns:p14="http://schemas.microsoft.com/office/powerpoint/2010/main" val="22214789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6D91E-869D-760D-109D-6ED5AE5ACD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4CEC4B-E297-A058-1394-EEE01B0C254E}"/>
              </a:ext>
            </a:extLst>
          </p:cNvPr>
          <p:cNvSpPr>
            <a:spLocks noGrp="1"/>
          </p:cNvSpPr>
          <p:nvPr>
            <p:ph type="title"/>
          </p:nvPr>
        </p:nvSpPr>
        <p:spPr>
          <a:xfrm>
            <a:off x="2685300" y="400760"/>
            <a:ext cx="3773400" cy="608700"/>
          </a:xfrm>
        </p:spPr>
        <p:txBody>
          <a:bodyPr/>
          <a:lstStyle/>
          <a:p>
            <a:pPr algn="ctr"/>
            <a:r>
              <a:rPr lang="en-US" dirty="0"/>
              <a:t>Team Struggles</a:t>
            </a:r>
          </a:p>
        </p:txBody>
      </p:sp>
      <p:sp>
        <p:nvSpPr>
          <p:cNvPr id="3" name="Subtitle 2">
            <a:extLst>
              <a:ext uri="{FF2B5EF4-FFF2-40B4-BE49-F238E27FC236}">
                <a16:creationId xmlns:a16="http://schemas.microsoft.com/office/drawing/2014/main" id="{20D60256-C231-17E0-7142-5CAD80A7BC76}"/>
              </a:ext>
            </a:extLst>
          </p:cNvPr>
          <p:cNvSpPr>
            <a:spLocks noGrp="1"/>
          </p:cNvSpPr>
          <p:nvPr>
            <p:ph type="subTitle" idx="1"/>
          </p:nvPr>
        </p:nvSpPr>
        <p:spPr>
          <a:xfrm>
            <a:off x="720000" y="1374228"/>
            <a:ext cx="7571946" cy="2394207"/>
          </a:xfrm>
        </p:spPr>
        <p:txBody>
          <a:bodyPr/>
          <a:lstStyle/>
          <a:p>
            <a:pPr>
              <a:buFont typeface="Arial" panose="020B0604020202020204" pitchFamily="34" charset="0"/>
              <a:buChar char="•"/>
            </a:pPr>
            <a:r>
              <a:rPr lang="en-US" dirty="0"/>
              <a:t>We initially struggled with finding good data as many sources did not have information we were looking for </a:t>
            </a:r>
          </a:p>
          <a:p>
            <a:pPr>
              <a:buFont typeface="Arial" panose="020B0604020202020204" pitchFamily="34" charset="0"/>
              <a:buChar char="•"/>
            </a:pPr>
            <a:endParaRPr lang="en-US" dirty="0"/>
          </a:p>
          <a:p>
            <a:pPr>
              <a:buFont typeface="Arial" panose="020B0604020202020204" pitchFamily="34" charset="0"/>
              <a:buChar char="•"/>
            </a:pPr>
            <a:r>
              <a:rPr lang="en-US" dirty="0"/>
              <a:t>Once we settled on our data, we noticed many problems with the data and knew we would have to spend a large amount of time cleaning the data.</a:t>
            </a:r>
          </a:p>
          <a:p>
            <a:pPr>
              <a:buFont typeface="Arial" panose="020B0604020202020204" pitchFamily="34" charset="0"/>
              <a:buChar char="•"/>
            </a:pPr>
            <a:endParaRPr lang="en-US" dirty="0"/>
          </a:p>
          <a:p>
            <a:pPr>
              <a:buFont typeface="Arial" panose="020B0604020202020204" pitchFamily="34" charset="0"/>
              <a:buChar char="•"/>
            </a:pPr>
            <a:r>
              <a:rPr lang="en-US" dirty="0"/>
              <a:t>After we thought we had finished cleaning the data, we found additional problems after we started performing analytics on it, which led to having to remake the connections in the database.</a:t>
            </a:r>
          </a:p>
        </p:txBody>
      </p:sp>
    </p:spTree>
    <p:extLst>
      <p:ext uri="{BB962C8B-B14F-4D97-AF65-F5344CB8AC3E}">
        <p14:creationId xmlns:p14="http://schemas.microsoft.com/office/powerpoint/2010/main" val="3021050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3B062-AA3C-D41F-DBCA-E0C2506618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DE1A3D-7BEE-3CB5-B924-AA4561CC5338}"/>
              </a:ext>
            </a:extLst>
          </p:cNvPr>
          <p:cNvSpPr>
            <a:spLocks noGrp="1"/>
          </p:cNvSpPr>
          <p:nvPr>
            <p:ph type="title"/>
          </p:nvPr>
        </p:nvSpPr>
        <p:spPr/>
        <p:txBody>
          <a:bodyPr/>
          <a:lstStyle/>
          <a:p>
            <a:r>
              <a:rPr lang="en-US" dirty="0"/>
              <a:t>Ambitions</a:t>
            </a:r>
          </a:p>
        </p:txBody>
      </p:sp>
      <p:sp>
        <p:nvSpPr>
          <p:cNvPr id="3" name="Text Placeholder 2">
            <a:extLst>
              <a:ext uri="{FF2B5EF4-FFF2-40B4-BE49-F238E27FC236}">
                <a16:creationId xmlns:a16="http://schemas.microsoft.com/office/drawing/2014/main" id="{E355846B-21A1-13D4-0BD4-FC2475795A0F}"/>
              </a:ext>
            </a:extLst>
          </p:cNvPr>
          <p:cNvSpPr>
            <a:spLocks noGrp="1"/>
          </p:cNvSpPr>
          <p:nvPr>
            <p:ph type="body" idx="1"/>
          </p:nvPr>
        </p:nvSpPr>
        <p:spPr>
          <a:xfrm>
            <a:off x="640773" y="1017725"/>
            <a:ext cx="7862454" cy="3330555"/>
          </a:xfrm>
        </p:spPr>
        <p:txBody>
          <a:bodyPr/>
          <a:lstStyle/>
          <a:p>
            <a:pPr algn="l">
              <a:lnSpc>
                <a:spcPct val="150000"/>
              </a:lnSpc>
            </a:pPr>
            <a:r>
              <a:rPr lang="en-US" dirty="0"/>
              <a:t>If we had additional time to work on this project, we would have liked to bring in additional data and use this new data along with the data we already gathered to create a prediction model so we could visualize emissions in the future. </a:t>
            </a:r>
          </a:p>
          <a:p>
            <a:pPr algn="l">
              <a:lnSpc>
                <a:spcPct val="150000"/>
              </a:lnSpc>
            </a:pPr>
            <a:endParaRPr lang="en-US" dirty="0"/>
          </a:p>
          <a:p>
            <a:pPr algn="l">
              <a:lnSpc>
                <a:spcPct val="150000"/>
              </a:lnSpc>
            </a:pPr>
            <a:r>
              <a:rPr lang="en-US" dirty="0"/>
              <a:t>Additionally, we would also look further into data regarding reducing emissions, as these findings could pair well with our current findings in order to have both information regarding the problem and solution. </a:t>
            </a:r>
          </a:p>
        </p:txBody>
      </p:sp>
    </p:spTree>
    <p:extLst>
      <p:ext uri="{BB962C8B-B14F-4D97-AF65-F5344CB8AC3E}">
        <p14:creationId xmlns:p14="http://schemas.microsoft.com/office/powerpoint/2010/main" val="3809446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92B0C-43C8-DB44-6741-622C485A7D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8948F5-F50C-95B0-0D9C-A5810A269FE8}"/>
              </a:ext>
            </a:extLst>
          </p:cNvPr>
          <p:cNvSpPr>
            <a:spLocks noGrp="1"/>
          </p:cNvSpPr>
          <p:nvPr>
            <p:ph type="title"/>
          </p:nvPr>
        </p:nvSpPr>
        <p:spPr>
          <a:xfrm>
            <a:off x="716550" y="1026916"/>
            <a:ext cx="7710900" cy="1667793"/>
          </a:xfrm>
        </p:spPr>
        <p:txBody>
          <a:bodyPr/>
          <a:lstStyle/>
          <a:p>
            <a:r>
              <a:rPr lang="en-US" sz="6000" dirty="0"/>
              <a:t>Thank You!</a:t>
            </a:r>
            <a:br>
              <a:rPr lang="en-US" sz="6000" dirty="0"/>
            </a:br>
            <a:br>
              <a:rPr lang="en-US" sz="6000" dirty="0"/>
            </a:br>
            <a:r>
              <a:rPr lang="en-US" sz="6000" dirty="0"/>
              <a:t>Questions?</a:t>
            </a:r>
          </a:p>
        </p:txBody>
      </p:sp>
    </p:spTree>
    <p:extLst>
      <p:ext uri="{BB962C8B-B14F-4D97-AF65-F5344CB8AC3E}">
        <p14:creationId xmlns:p14="http://schemas.microsoft.com/office/powerpoint/2010/main" val="63038134"/>
      </p:ext>
    </p:extLst>
  </p:cSld>
  <p:clrMapOvr>
    <a:masterClrMapping/>
  </p:clrMapOvr>
</p:sld>
</file>

<file path=ppt/theme/theme1.xml><?xml version="1.0" encoding="utf-8"?>
<a:theme xmlns:a="http://schemas.openxmlformats.org/drawingml/2006/main" name="World Day for the Reduction of CO2 Emissions by Slidesgo">
  <a:themeElements>
    <a:clrScheme name="Simple Light">
      <a:dk1>
        <a:srgbClr val="FFFFFF"/>
      </a:dk1>
      <a:lt1>
        <a:srgbClr val="3D4C5B"/>
      </a:lt1>
      <a:dk2>
        <a:srgbClr val="00B449"/>
      </a:dk2>
      <a:lt2>
        <a:srgbClr val="8AC93D"/>
      </a:lt2>
      <a:accent1>
        <a:srgbClr val="A1E1FD"/>
      </a:accent1>
      <a:accent2>
        <a:srgbClr val="AAACB1"/>
      </a:accent2>
      <a:accent3>
        <a:srgbClr val="646464"/>
      </a:accent3>
      <a:accent4>
        <a:srgbClr val="9E5248"/>
      </a:accent4>
      <a:accent5>
        <a:srgbClr val="B3766E"/>
      </a:accent5>
      <a:accent6>
        <a:srgbClr val="FFD65D"/>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17330</TotalTime>
  <Words>639</Words>
  <Application>Microsoft Office PowerPoint</Application>
  <PresentationFormat>On-screen Show (16:9)</PresentationFormat>
  <Paragraphs>64</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Roboto</vt:lpstr>
      <vt:lpstr>Arial</vt:lpstr>
      <vt:lpstr>Kumbh Sans</vt:lpstr>
      <vt:lpstr>Paytone One</vt:lpstr>
      <vt:lpstr>Nunito Light</vt:lpstr>
      <vt:lpstr>World Day for the Reduction of CO2 Emissions by Slidesgo</vt:lpstr>
      <vt:lpstr>Understanding Global Emissions</vt:lpstr>
      <vt:lpstr>Motivation</vt:lpstr>
      <vt:lpstr>Data</vt:lpstr>
      <vt:lpstr>Data Ingestion and Exploration</vt:lpstr>
      <vt:lpstr>Data Cleaning</vt:lpstr>
      <vt:lpstr>Writing to Database</vt:lpstr>
      <vt:lpstr>Dashboard</vt:lpstr>
      <vt:lpstr>Additional Findings from SQL</vt:lpstr>
      <vt:lpstr>Team Struggles</vt:lpstr>
      <vt:lpstr>Ambitions</vt:lpstr>
      <vt:lpstr>Thank You!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Crossett, Jake S</cp:lastModifiedBy>
  <cp:revision>2</cp:revision>
  <dcterms:modified xsi:type="dcterms:W3CDTF">2026-05-07T19:50:58Z</dcterms:modified>
</cp:coreProperties>
</file>